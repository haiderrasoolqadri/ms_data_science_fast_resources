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2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3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2" r:id="rId7"/>
    <p:sldId id="266" r:id="rId8"/>
    <p:sldId id="263" r:id="rId9"/>
    <p:sldId id="264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8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677" autoAdjust="0"/>
  </p:normalViewPr>
  <p:slideViewPr>
    <p:cSldViewPr snapToGrid="0">
      <p:cViewPr>
        <p:scale>
          <a:sx n="70" d="100"/>
          <a:sy n="70" d="100"/>
        </p:scale>
        <p:origin x="1138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13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6.svg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41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13.sv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36.svg"/><Relationship Id="rId11" Type="http://schemas.openxmlformats.org/officeDocument/2006/relationships/image" Target="../media/image12.png"/><Relationship Id="rId5" Type="http://schemas.openxmlformats.org/officeDocument/2006/relationships/image" Target="../media/image35.png"/><Relationship Id="rId10" Type="http://schemas.openxmlformats.org/officeDocument/2006/relationships/image" Target="../media/image40.svg"/><Relationship Id="rId4" Type="http://schemas.openxmlformats.org/officeDocument/2006/relationships/image" Target="../media/image34.svg"/><Relationship Id="rId9" Type="http://schemas.openxmlformats.org/officeDocument/2006/relationships/image" Target="../media/image39.png"/><Relationship Id="rId14" Type="http://schemas.openxmlformats.org/officeDocument/2006/relationships/image" Target="../media/image42.svg"/></Relationships>
</file>

<file path=ppt/diagrams/_rels/data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sv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svg"/><Relationship Id="rId1" Type="http://schemas.openxmlformats.org/officeDocument/2006/relationships/image" Target="../media/image45.png"/><Relationship Id="rId6" Type="http://schemas.openxmlformats.org/officeDocument/2006/relationships/image" Target="../media/image50.svg"/><Relationship Id="rId5" Type="http://schemas.openxmlformats.org/officeDocument/2006/relationships/image" Target="../media/image49.png"/><Relationship Id="rId10" Type="http://schemas.openxmlformats.org/officeDocument/2006/relationships/image" Target="../media/image54.svg"/><Relationship Id="rId4" Type="http://schemas.openxmlformats.org/officeDocument/2006/relationships/image" Target="../media/image48.svg"/><Relationship Id="rId9" Type="http://schemas.openxmlformats.org/officeDocument/2006/relationships/image" Target="../media/image53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13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6.sv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41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13.sv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36.svg"/><Relationship Id="rId11" Type="http://schemas.openxmlformats.org/officeDocument/2006/relationships/image" Target="../media/image12.png"/><Relationship Id="rId5" Type="http://schemas.openxmlformats.org/officeDocument/2006/relationships/image" Target="../media/image35.png"/><Relationship Id="rId10" Type="http://schemas.openxmlformats.org/officeDocument/2006/relationships/image" Target="../media/image40.svg"/><Relationship Id="rId4" Type="http://schemas.openxmlformats.org/officeDocument/2006/relationships/image" Target="../media/image34.svg"/><Relationship Id="rId9" Type="http://schemas.openxmlformats.org/officeDocument/2006/relationships/image" Target="../media/image39.png"/><Relationship Id="rId14" Type="http://schemas.openxmlformats.org/officeDocument/2006/relationships/image" Target="../media/image42.svg"/></Relationships>
</file>

<file path=ppt/diagrams/_rels/drawing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sv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svg"/><Relationship Id="rId1" Type="http://schemas.openxmlformats.org/officeDocument/2006/relationships/image" Target="../media/image45.png"/><Relationship Id="rId6" Type="http://schemas.openxmlformats.org/officeDocument/2006/relationships/image" Target="../media/image50.svg"/><Relationship Id="rId5" Type="http://schemas.openxmlformats.org/officeDocument/2006/relationships/image" Target="../media/image49.png"/><Relationship Id="rId10" Type="http://schemas.openxmlformats.org/officeDocument/2006/relationships/image" Target="../media/image54.svg"/><Relationship Id="rId4" Type="http://schemas.openxmlformats.org/officeDocument/2006/relationships/image" Target="../media/image48.svg"/><Relationship Id="rId9" Type="http://schemas.openxmlformats.org/officeDocument/2006/relationships/image" Target="../media/image5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E3F37C-2D84-4C69-8C6B-DC428D88172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6A9B0E-CA56-49CA-A214-63C896B69AA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Previously learned:</a:t>
          </a:r>
          <a:r>
            <a:rPr lang="en-US"/>
            <a:t> LangChain basics, tools, agents.</a:t>
          </a:r>
          <a:br>
            <a:rPr lang="en-US"/>
          </a:br>
          <a:r>
            <a:rPr lang="en-US" b="1"/>
            <a:t>Now:</a:t>
          </a:r>
          <a:r>
            <a:rPr lang="en-US"/>
            <a:t> Why RAG is needed, what it is, and how LangChain &amp; LlamaIndex complement each other.</a:t>
          </a:r>
        </a:p>
      </dgm:t>
    </dgm:pt>
    <dgm:pt modelId="{EF75F2D1-FAB9-4C30-B13A-CB0FC00A315A}" type="parTrans" cxnId="{4B3B9E0A-6A89-436B-A033-E24010765E04}">
      <dgm:prSet/>
      <dgm:spPr/>
      <dgm:t>
        <a:bodyPr/>
        <a:lstStyle/>
        <a:p>
          <a:endParaRPr lang="en-US"/>
        </a:p>
      </dgm:t>
    </dgm:pt>
    <dgm:pt modelId="{2FE21488-099D-4A0F-8ACB-3E431162BE77}" type="sibTrans" cxnId="{4B3B9E0A-6A89-436B-A033-E24010765E04}">
      <dgm:prSet/>
      <dgm:spPr/>
      <dgm:t>
        <a:bodyPr/>
        <a:lstStyle/>
        <a:p>
          <a:endParaRPr lang="en-US"/>
        </a:p>
      </dgm:t>
    </dgm:pt>
    <dgm:pt modelId="{9B14E6D2-87BC-4C2F-B204-E1BB2DA040C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LLMs have frozen knowledge (cutoff date). </a:t>
          </a:r>
        </a:p>
      </dgm:t>
    </dgm:pt>
    <dgm:pt modelId="{7196E9F3-07F0-4F5E-877E-D55FD49C205C}" type="parTrans" cxnId="{3FCB1BEF-6907-49D8-A691-6ACC871FFBC4}">
      <dgm:prSet/>
      <dgm:spPr/>
      <dgm:t>
        <a:bodyPr/>
        <a:lstStyle/>
        <a:p>
          <a:endParaRPr lang="en-US"/>
        </a:p>
      </dgm:t>
    </dgm:pt>
    <dgm:pt modelId="{F8B73AD1-9806-4B00-A558-C1FA68ECE6D0}" type="sibTrans" cxnId="{3FCB1BEF-6907-49D8-A691-6ACC871FFBC4}">
      <dgm:prSet/>
      <dgm:spPr/>
      <dgm:t>
        <a:bodyPr/>
        <a:lstStyle/>
        <a:p>
          <a:endParaRPr lang="en-US"/>
        </a:p>
      </dgm:t>
    </dgm:pt>
    <dgm:pt modelId="{A2BEFDC2-9AE6-4E0D-BB9A-8D1EE20484D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Without external data → hallucinations or guesses. </a:t>
          </a:r>
        </a:p>
      </dgm:t>
    </dgm:pt>
    <dgm:pt modelId="{171FF581-11E3-4B6F-9706-9B267DDA7885}" type="parTrans" cxnId="{362A6EA0-BE97-490B-8D4B-36D8604DB00E}">
      <dgm:prSet/>
      <dgm:spPr/>
      <dgm:t>
        <a:bodyPr/>
        <a:lstStyle/>
        <a:p>
          <a:endParaRPr lang="en-US"/>
        </a:p>
      </dgm:t>
    </dgm:pt>
    <dgm:pt modelId="{16FF9600-C028-4975-AE67-DF418CF09B87}" type="sibTrans" cxnId="{362A6EA0-BE97-490B-8D4B-36D8604DB00E}">
      <dgm:prSet/>
      <dgm:spPr/>
      <dgm:t>
        <a:bodyPr/>
        <a:lstStyle/>
        <a:p>
          <a:endParaRPr lang="en-US"/>
        </a:p>
      </dgm:t>
    </dgm:pt>
    <dgm:pt modelId="{713B5A70-C92C-46F5-AC1D-0C5C972B95F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We solve this with Retrieval‑Augmented Generation (RAG).</a:t>
          </a:r>
        </a:p>
      </dgm:t>
    </dgm:pt>
    <dgm:pt modelId="{E6D523B9-524A-4832-8781-DDFC7F0F8946}" type="parTrans" cxnId="{B89865C3-A909-4B97-B2CC-31152B78EDEA}">
      <dgm:prSet/>
      <dgm:spPr/>
      <dgm:t>
        <a:bodyPr/>
        <a:lstStyle/>
        <a:p>
          <a:endParaRPr lang="en-US"/>
        </a:p>
      </dgm:t>
    </dgm:pt>
    <dgm:pt modelId="{1B1324FE-E3EA-4D7D-9D50-8662BC4E13AB}" type="sibTrans" cxnId="{B89865C3-A909-4B97-B2CC-31152B78EDEA}">
      <dgm:prSet/>
      <dgm:spPr/>
      <dgm:t>
        <a:bodyPr/>
        <a:lstStyle/>
        <a:p>
          <a:endParaRPr lang="en-US"/>
        </a:p>
      </dgm:t>
    </dgm:pt>
    <dgm:pt modelId="{AD1397F7-5465-4661-8B58-357FD1D1EBBB}" type="pres">
      <dgm:prSet presAssocID="{9AE3F37C-2D84-4C69-8C6B-DC428D88172C}" presName="root" presStyleCnt="0">
        <dgm:presLayoutVars>
          <dgm:dir/>
          <dgm:resizeHandles val="exact"/>
        </dgm:presLayoutVars>
      </dgm:prSet>
      <dgm:spPr/>
    </dgm:pt>
    <dgm:pt modelId="{3C1B0633-A699-4239-B731-2325F7C7B6DB}" type="pres">
      <dgm:prSet presAssocID="{166A9B0E-CA56-49CA-A214-63C896B69AAA}" presName="compNode" presStyleCnt="0"/>
      <dgm:spPr/>
    </dgm:pt>
    <dgm:pt modelId="{79418A9A-C7D8-4319-950A-DBE076979017}" type="pres">
      <dgm:prSet presAssocID="{166A9B0E-CA56-49CA-A214-63C896B69AAA}" presName="bgRect" presStyleLbl="bgShp" presStyleIdx="0" presStyleCnt="4"/>
      <dgm:spPr/>
    </dgm:pt>
    <dgm:pt modelId="{16EF9725-F407-4D5E-BA1B-37E12C58F892}" type="pres">
      <dgm:prSet presAssocID="{166A9B0E-CA56-49CA-A214-63C896B69AA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aw blade"/>
        </a:ext>
      </dgm:extLst>
    </dgm:pt>
    <dgm:pt modelId="{4F99EA0B-4994-4B8B-9B9C-721446DD273C}" type="pres">
      <dgm:prSet presAssocID="{166A9B0E-CA56-49CA-A214-63C896B69AAA}" presName="spaceRect" presStyleCnt="0"/>
      <dgm:spPr/>
    </dgm:pt>
    <dgm:pt modelId="{DFAF9E85-B1D0-4444-A796-59F321A569AE}" type="pres">
      <dgm:prSet presAssocID="{166A9B0E-CA56-49CA-A214-63C896B69AAA}" presName="parTx" presStyleLbl="revTx" presStyleIdx="0" presStyleCnt="4">
        <dgm:presLayoutVars>
          <dgm:chMax val="0"/>
          <dgm:chPref val="0"/>
        </dgm:presLayoutVars>
      </dgm:prSet>
      <dgm:spPr/>
    </dgm:pt>
    <dgm:pt modelId="{E75EA3A1-9188-47C0-9C6C-9376123AD540}" type="pres">
      <dgm:prSet presAssocID="{2FE21488-099D-4A0F-8ACB-3E431162BE77}" presName="sibTrans" presStyleCnt="0"/>
      <dgm:spPr/>
    </dgm:pt>
    <dgm:pt modelId="{8409BE7A-D17D-44D4-A357-5FC94DBDD30A}" type="pres">
      <dgm:prSet presAssocID="{9B14E6D2-87BC-4C2F-B204-E1BB2DA040CC}" presName="compNode" presStyleCnt="0"/>
      <dgm:spPr/>
    </dgm:pt>
    <dgm:pt modelId="{667F18C0-09E8-4C81-A69B-5FC97D193FB9}" type="pres">
      <dgm:prSet presAssocID="{9B14E6D2-87BC-4C2F-B204-E1BB2DA040CC}" presName="bgRect" presStyleLbl="bgShp" presStyleIdx="1" presStyleCnt="4"/>
      <dgm:spPr/>
    </dgm:pt>
    <dgm:pt modelId="{A7905824-A8B7-4E75-8ABC-24923F9B0DDF}" type="pres">
      <dgm:prSet presAssocID="{9B14E6D2-87BC-4C2F-B204-E1BB2DA040C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w Temperature"/>
        </a:ext>
      </dgm:extLst>
    </dgm:pt>
    <dgm:pt modelId="{103AB609-CDBC-4D33-A53E-A0E9B1FF0D66}" type="pres">
      <dgm:prSet presAssocID="{9B14E6D2-87BC-4C2F-B204-E1BB2DA040CC}" presName="spaceRect" presStyleCnt="0"/>
      <dgm:spPr/>
    </dgm:pt>
    <dgm:pt modelId="{BEA0ECAB-46BC-4502-A7FA-97BEC1763561}" type="pres">
      <dgm:prSet presAssocID="{9B14E6D2-87BC-4C2F-B204-E1BB2DA040CC}" presName="parTx" presStyleLbl="revTx" presStyleIdx="1" presStyleCnt="4">
        <dgm:presLayoutVars>
          <dgm:chMax val="0"/>
          <dgm:chPref val="0"/>
        </dgm:presLayoutVars>
      </dgm:prSet>
      <dgm:spPr/>
    </dgm:pt>
    <dgm:pt modelId="{53AAA46D-0F79-4EBC-89C2-107F82FE5DF7}" type="pres">
      <dgm:prSet presAssocID="{F8B73AD1-9806-4B00-A558-C1FA68ECE6D0}" presName="sibTrans" presStyleCnt="0"/>
      <dgm:spPr/>
    </dgm:pt>
    <dgm:pt modelId="{15ABC0B2-92A5-40C2-9EA4-3BC8E5AD5B2E}" type="pres">
      <dgm:prSet presAssocID="{A2BEFDC2-9AE6-4E0D-BB9A-8D1EE20484D0}" presName="compNode" presStyleCnt="0"/>
      <dgm:spPr/>
    </dgm:pt>
    <dgm:pt modelId="{93BE4C51-F615-4900-9B79-3F213269C372}" type="pres">
      <dgm:prSet presAssocID="{A2BEFDC2-9AE6-4E0D-BB9A-8D1EE20484D0}" presName="bgRect" presStyleLbl="bgShp" presStyleIdx="2" presStyleCnt="4"/>
      <dgm:spPr/>
    </dgm:pt>
    <dgm:pt modelId="{36A98E8E-3E1D-468E-8587-472B89C2CD6A}" type="pres">
      <dgm:prSet presAssocID="{A2BEFDC2-9AE6-4E0D-BB9A-8D1EE20484D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A6E8955B-4E29-4B44-B544-028260E428C0}" type="pres">
      <dgm:prSet presAssocID="{A2BEFDC2-9AE6-4E0D-BB9A-8D1EE20484D0}" presName="spaceRect" presStyleCnt="0"/>
      <dgm:spPr/>
    </dgm:pt>
    <dgm:pt modelId="{CA24D565-2C8E-4204-B633-72ADFD4C9240}" type="pres">
      <dgm:prSet presAssocID="{A2BEFDC2-9AE6-4E0D-BB9A-8D1EE20484D0}" presName="parTx" presStyleLbl="revTx" presStyleIdx="2" presStyleCnt="4">
        <dgm:presLayoutVars>
          <dgm:chMax val="0"/>
          <dgm:chPref val="0"/>
        </dgm:presLayoutVars>
      </dgm:prSet>
      <dgm:spPr/>
    </dgm:pt>
    <dgm:pt modelId="{E1A9C276-430F-4EAA-A267-63376707E89F}" type="pres">
      <dgm:prSet presAssocID="{16FF9600-C028-4975-AE67-DF418CF09B87}" presName="sibTrans" presStyleCnt="0"/>
      <dgm:spPr/>
    </dgm:pt>
    <dgm:pt modelId="{80FA5851-3E99-4509-8FF1-28F49BF09A65}" type="pres">
      <dgm:prSet presAssocID="{713B5A70-C92C-46F5-AC1D-0C5C972B95FA}" presName="compNode" presStyleCnt="0"/>
      <dgm:spPr/>
    </dgm:pt>
    <dgm:pt modelId="{FC8AA534-C395-4C66-8384-6F14C9C3B550}" type="pres">
      <dgm:prSet presAssocID="{713B5A70-C92C-46F5-AC1D-0C5C972B95FA}" presName="bgRect" presStyleLbl="bgShp" presStyleIdx="3" presStyleCnt="4"/>
      <dgm:spPr/>
    </dgm:pt>
    <dgm:pt modelId="{65231CAF-0915-4AE9-9EF2-D0E2760E5550}" type="pres">
      <dgm:prSet presAssocID="{713B5A70-C92C-46F5-AC1D-0C5C972B95F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rum Set"/>
        </a:ext>
      </dgm:extLst>
    </dgm:pt>
    <dgm:pt modelId="{042ECCFF-C784-4E32-ADE6-FF6F7455F5A5}" type="pres">
      <dgm:prSet presAssocID="{713B5A70-C92C-46F5-AC1D-0C5C972B95FA}" presName="spaceRect" presStyleCnt="0"/>
      <dgm:spPr/>
    </dgm:pt>
    <dgm:pt modelId="{A3E545C7-5D05-4957-8384-B08D1B98CE6A}" type="pres">
      <dgm:prSet presAssocID="{713B5A70-C92C-46F5-AC1D-0C5C972B95F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4B3B9E0A-6A89-436B-A033-E24010765E04}" srcId="{9AE3F37C-2D84-4C69-8C6B-DC428D88172C}" destId="{166A9B0E-CA56-49CA-A214-63C896B69AAA}" srcOrd="0" destOrd="0" parTransId="{EF75F2D1-FAB9-4C30-B13A-CB0FC00A315A}" sibTransId="{2FE21488-099D-4A0F-8ACB-3E431162BE77}"/>
    <dgm:cxn modelId="{9A4C5224-A314-4D9B-AD3C-580E81C0FF92}" type="presOf" srcId="{9B14E6D2-87BC-4C2F-B204-E1BB2DA040CC}" destId="{BEA0ECAB-46BC-4502-A7FA-97BEC1763561}" srcOrd="0" destOrd="0" presId="urn:microsoft.com/office/officeart/2018/2/layout/IconVerticalSolidList"/>
    <dgm:cxn modelId="{0747FE42-83D4-4472-BAC4-24F358D7DD24}" type="presOf" srcId="{713B5A70-C92C-46F5-AC1D-0C5C972B95FA}" destId="{A3E545C7-5D05-4957-8384-B08D1B98CE6A}" srcOrd="0" destOrd="0" presId="urn:microsoft.com/office/officeart/2018/2/layout/IconVerticalSolidList"/>
    <dgm:cxn modelId="{362A6EA0-BE97-490B-8D4B-36D8604DB00E}" srcId="{9AE3F37C-2D84-4C69-8C6B-DC428D88172C}" destId="{A2BEFDC2-9AE6-4E0D-BB9A-8D1EE20484D0}" srcOrd="2" destOrd="0" parTransId="{171FF581-11E3-4B6F-9706-9B267DDA7885}" sibTransId="{16FF9600-C028-4975-AE67-DF418CF09B87}"/>
    <dgm:cxn modelId="{54E5FFA0-C197-4F3F-B809-C0B9B331126B}" type="presOf" srcId="{9AE3F37C-2D84-4C69-8C6B-DC428D88172C}" destId="{AD1397F7-5465-4661-8B58-357FD1D1EBBB}" srcOrd="0" destOrd="0" presId="urn:microsoft.com/office/officeart/2018/2/layout/IconVerticalSolidList"/>
    <dgm:cxn modelId="{D769EFB3-8ED4-498A-9C74-ED79A4133F82}" type="presOf" srcId="{A2BEFDC2-9AE6-4E0D-BB9A-8D1EE20484D0}" destId="{CA24D565-2C8E-4204-B633-72ADFD4C9240}" srcOrd="0" destOrd="0" presId="urn:microsoft.com/office/officeart/2018/2/layout/IconVerticalSolidList"/>
    <dgm:cxn modelId="{E75625BE-C625-46FC-8521-A0A40FB6EC2C}" type="presOf" srcId="{166A9B0E-CA56-49CA-A214-63C896B69AAA}" destId="{DFAF9E85-B1D0-4444-A796-59F321A569AE}" srcOrd="0" destOrd="0" presId="urn:microsoft.com/office/officeart/2018/2/layout/IconVerticalSolidList"/>
    <dgm:cxn modelId="{B89865C3-A909-4B97-B2CC-31152B78EDEA}" srcId="{9AE3F37C-2D84-4C69-8C6B-DC428D88172C}" destId="{713B5A70-C92C-46F5-AC1D-0C5C972B95FA}" srcOrd="3" destOrd="0" parTransId="{E6D523B9-524A-4832-8781-DDFC7F0F8946}" sibTransId="{1B1324FE-E3EA-4D7D-9D50-8662BC4E13AB}"/>
    <dgm:cxn modelId="{3FCB1BEF-6907-49D8-A691-6ACC871FFBC4}" srcId="{9AE3F37C-2D84-4C69-8C6B-DC428D88172C}" destId="{9B14E6D2-87BC-4C2F-B204-E1BB2DA040CC}" srcOrd="1" destOrd="0" parTransId="{7196E9F3-07F0-4F5E-877E-D55FD49C205C}" sibTransId="{F8B73AD1-9806-4B00-A558-C1FA68ECE6D0}"/>
    <dgm:cxn modelId="{432A3617-097A-4392-A18D-DCD88DE657FA}" type="presParOf" srcId="{AD1397F7-5465-4661-8B58-357FD1D1EBBB}" destId="{3C1B0633-A699-4239-B731-2325F7C7B6DB}" srcOrd="0" destOrd="0" presId="urn:microsoft.com/office/officeart/2018/2/layout/IconVerticalSolidList"/>
    <dgm:cxn modelId="{83C2A576-3E4B-41D4-92FF-BC8929A5BC4E}" type="presParOf" srcId="{3C1B0633-A699-4239-B731-2325F7C7B6DB}" destId="{79418A9A-C7D8-4319-950A-DBE076979017}" srcOrd="0" destOrd="0" presId="urn:microsoft.com/office/officeart/2018/2/layout/IconVerticalSolidList"/>
    <dgm:cxn modelId="{1BE3A0F2-AF1A-4474-AE94-61C6CF409898}" type="presParOf" srcId="{3C1B0633-A699-4239-B731-2325F7C7B6DB}" destId="{16EF9725-F407-4D5E-BA1B-37E12C58F892}" srcOrd="1" destOrd="0" presId="urn:microsoft.com/office/officeart/2018/2/layout/IconVerticalSolidList"/>
    <dgm:cxn modelId="{7EAB0C71-89AE-4CB4-B239-BB5713734351}" type="presParOf" srcId="{3C1B0633-A699-4239-B731-2325F7C7B6DB}" destId="{4F99EA0B-4994-4B8B-9B9C-721446DD273C}" srcOrd="2" destOrd="0" presId="urn:microsoft.com/office/officeart/2018/2/layout/IconVerticalSolidList"/>
    <dgm:cxn modelId="{4B10FFF2-B7CF-4B57-B78B-5A5626C92ADA}" type="presParOf" srcId="{3C1B0633-A699-4239-B731-2325F7C7B6DB}" destId="{DFAF9E85-B1D0-4444-A796-59F321A569AE}" srcOrd="3" destOrd="0" presId="urn:microsoft.com/office/officeart/2018/2/layout/IconVerticalSolidList"/>
    <dgm:cxn modelId="{FA17299D-DB35-4A06-9AC2-2520642004DB}" type="presParOf" srcId="{AD1397F7-5465-4661-8B58-357FD1D1EBBB}" destId="{E75EA3A1-9188-47C0-9C6C-9376123AD540}" srcOrd="1" destOrd="0" presId="urn:microsoft.com/office/officeart/2018/2/layout/IconVerticalSolidList"/>
    <dgm:cxn modelId="{C33E57ED-7BD5-489A-BB69-FB93E742B6ED}" type="presParOf" srcId="{AD1397F7-5465-4661-8B58-357FD1D1EBBB}" destId="{8409BE7A-D17D-44D4-A357-5FC94DBDD30A}" srcOrd="2" destOrd="0" presId="urn:microsoft.com/office/officeart/2018/2/layout/IconVerticalSolidList"/>
    <dgm:cxn modelId="{8C34AA98-6635-44F2-A336-43448BFAC383}" type="presParOf" srcId="{8409BE7A-D17D-44D4-A357-5FC94DBDD30A}" destId="{667F18C0-09E8-4C81-A69B-5FC97D193FB9}" srcOrd="0" destOrd="0" presId="urn:microsoft.com/office/officeart/2018/2/layout/IconVerticalSolidList"/>
    <dgm:cxn modelId="{9F0737B2-AC8D-484E-AE6D-78B88BB352B1}" type="presParOf" srcId="{8409BE7A-D17D-44D4-A357-5FC94DBDD30A}" destId="{A7905824-A8B7-4E75-8ABC-24923F9B0DDF}" srcOrd="1" destOrd="0" presId="urn:microsoft.com/office/officeart/2018/2/layout/IconVerticalSolidList"/>
    <dgm:cxn modelId="{2E061C8B-411D-4144-9DE3-E42F03038A1C}" type="presParOf" srcId="{8409BE7A-D17D-44D4-A357-5FC94DBDD30A}" destId="{103AB609-CDBC-4D33-A53E-A0E9B1FF0D66}" srcOrd="2" destOrd="0" presId="urn:microsoft.com/office/officeart/2018/2/layout/IconVerticalSolidList"/>
    <dgm:cxn modelId="{53377356-AAB0-4D54-ABF9-957BA14D379C}" type="presParOf" srcId="{8409BE7A-D17D-44D4-A357-5FC94DBDD30A}" destId="{BEA0ECAB-46BC-4502-A7FA-97BEC1763561}" srcOrd="3" destOrd="0" presId="urn:microsoft.com/office/officeart/2018/2/layout/IconVerticalSolidList"/>
    <dgm:cxn modelId="{65DA3871-E997-4026-A624-E7EBAC7F1C81}" type="presParOf" srcId="{AD1397F7-5465-4661-8B58-357FD1D1EBBB}" destId="{53AAA46D-0F79-4EBC-89C2-107F82FE5DF7}" srcOrd="3" destOrd="0" presId="urn:microsoft.com/office/officeart/2018/2/layout/IconVerticalSolidList"/>
    <dgm:cxn modelId="{B5E957ED-FFC2-4C1E-B0D1-7848435F0CCD}" type="presParOf" srcId="{AD1397F7-5465-4661-8B58-357FD1D1EBBB}" destId="{15ABC0B2-92A5-40C2-9EA4-3BC8E5AD5B2E}" srcOrd="4" destOrd="0" presId="urn:microsoft.com/office/officeart/2018/2/layout/IconVerticalSolidList"/>
    <dgm:cxn modelId="{788E5AA2-2338-4670-A8E9-1BEAA323B854}" type="presParOf" srcId="{15ABC0B2-92A5-40C2-9EA4-3BC8E5AD5B2E}" destId="{93BE4C51-F615-4900-9B79-3F213269C372}" srcOrd="0" destOrd="0" presId="urn:microsoft.com/office/officeart/2018/2/layout/IconVerticalSolidList"/>
    <dgm:cxn modelId="{AB29593E-09C0-452C-ADC0-5C474D643859}" type="presParOf" srcId="{15ABC0B2-92A5-40C2-9EA4-3BC8E5AD5B2E}" destId="{36A98E8E-3E1D-468E-8587-472B89C2CD6A}" srcOrd="1" destOrd="0" presId="urn:microsoft.com/office/officeart/2018/2/layout/IconVerticalSolidList"/>
    <dgm:cxn modelId="{6CD234FC-FAED-4872-9D41-C6B7FDFA8A3C}" type="presParOf" srcId="{15ABC0B2-92A5-40C2-9EA4-3BC8E5AD5B2E}" destId="{A6E8955B-4E29-4B44-B544-028260E428C0}" srcOrd="2" destOrd="0" presId="urn:microsoft.com/office/officeart/2018/2/layout/IconVerticalSolidList"/>
    <dgm:cxn modelId="{83563D7C-383E-4F98-A804-01851A67F0F5}" type="presParOf" srcId="{15ABC0B2-92A5-40C2-9EA4-3BC8E5AD5B2E}" destId="{CA24D565-2C8E-4204-B633-72ADFD4C9240}" srcOrd="3" destOrd="0" presId="urn:microsoft.com/office/officeart/2018/2/layout/IconVerticalSolidList"/>
    <dgm:cxn modelId="{4FA42AF1-F038-4543-A735-5BAB89B2FA5B}" type="presParOf" srcId="{AD1397F7-5465-4661-8B58-357FD1D1EBBB}" destId="{E1A9C276-430F-4EAA-A267-63376707E89F}" srcOrd="5" destOrd="0" presId="urn:microsoft.com/office/officeart/2018/2/layout/IconVerticalSolidList"/>
    <dgm:cxn modelId="{48F3CB7E-CEAB-4DA0-AAA5-0276DBDEB906}" type="presParOf" srcId="{AD1397F7-5465-4661-8B58-357FD1D1EBBB}" destId="{80FA5851-3E99-4509-8FF1-28F49BF09A65}" srcOrd="6" destOrd="0" presId="urn:microsoft.com/office/officeart/2018/2/layout/IconVerticalSolidList"/>
    <dgm:cxn modelId="{A5D75A23-D070-4C12-B2A1-37685FB84306}" type="presParOf" srcId="{80FA5851-3E99-4509-8FF1-28F49BF09A65}" destId="{FC8AA534-C395-4C66-8384-6F14C9C3B550}" srcOrd="0" destOrd="0" presId="urn:microsoft.com/office/officeart/2018/2/layout/IconVerticalSolidList"/>
    <dgm:cxn modelId="{9C6C9D35-6CF3-4C6F-B7E8-88F543B64A83}" type="presParOf" srcId="{80FA5851-3E99-4509-8FF1-28F49BF09A65}" destId="{65231CAF-0915-4AE9-9EF2-D0E2760E5550}" srcOrd="1" destOrd="0" presId="urn:microsoft.com/office/officeart/2018/2/layout/IconVerticalSolidList"/>
    <dgm:cxn modelId="{50931E2C-C2AB-4A95-8AE3-DAEC7F53D01B}" type="presParOf" srcId="{80FA5851-3E99-4509-8FF1-28F49BF09A65}" destId="{042ECCFF-C784-4E32-ADE6-FF6F7455F5A5}" srcOrd="2" destOrd="0" presId="urn:microsoft.com/office/officeart/2018/2/layout/IconVerticalSolidList"/>
    <dgm:cxn modelId="{9FD823B6-37F2-4FEC-8AB2-4508FF8F1F60}" type="presParOf" srcId="{80FA5851-3E99-4509-8FF1-28F49BF09A65}" destId="{A3E545C7-5D05-4957-8384-B08D1B98CE6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4DEE808-6DF9-4343-A60E-2FD83BF4D0A3}" type="doc">
      <dgm:prSet loTypeId="urn:microsoft.com/office/officeart/2008/layout/LinedList" loCatId="list" qsTypeId="urn:microsoft.com/office/officeart/2005/8/quickstyle/simple1" qsCatId="simple" csTypeId="urn:microsoft.com/office/officeart/2005/8/colors/accent1_1" csCatId="accent1"/>
      <dgm:spPr/>
      <dgm:t>
        <a:bodyPr/>
        <a:lstStyle/>
        <a:p>
          <a:endParaRPr lang="en-US"/>
        </a:p>
      </dgm:t>
    </dgm:pt>
    <dgm:pt modelId="{F947594C-3F8D-4ABB-A751-76E2E2B90377}">
      <dgm:prSet/>
      <dgm:spPr/>
      <dgm:t>
        <a:bodyPr/>
        <a:lstStyle/>
        <a:p>
          <a:r>
            <a:rPr lang="en-US"/>
            <a:t>Retrieval‑Augmented Generation (RAG) is a method where external documents are retrieved and supplied to the LLM as context before generating an answer.</a:t>
          </a:r>
        </a:p>
      </dgm:t>
    </dgm:pt>
    <dgm:pt modelId="{6062E371-0A14-4997-803C-0AAB82C99394}" type="parTrans" cxnId="{566405E9-76CE-4242-9054-6C51EF3CF518}">
      <dgm:prSet/>
      <dgm:spPr/>
      <dgm:t>
        <a:bodyPr/>
        <a:lstStyle/>
        <a:p>
          <a:endParaRPr lang="en-US"/>
        </a:p>
      </dgm:t>
    </dgm:pt>
    <dgm:pt modelId="{ABB13AF6-4B4B-4CE8-815E-8E30EDC964FF}" type="sibTrans" cxnId="{566405E9-76CE-4242-9054-6C51EF3CF518}">
      <dgm:prSet/>
      <dgm:spPr/>
      <dgm:t>
        <a:bodyPr/>
        <a:lstStyle/>
        <a:p>
          <a:endParaRPr lang="en-US"/>
        </a:p>
      </dgm:t>
    </dgm:pt>
    <dgm:pt modelId="{D9EC22C2-9143-4DD9-8267-AD020337CDF4}">
      <dgm:prSet/>
      <dgm:spPr/>
      <dgm:t>
        <a:bodyPr/>
        <a:lstStyle/>
        <a:p>
          <a:r>
            <a:rPr lang="en-US" b="1"/>
            <a:t>Analogy:</a:t>
          </a:r>
          <a:r>
            <a:rPr lang="en-US"/>
            <a:t> Closed‑book exam (no retrieval) vs Open‑book exam (with retrieval). RAG is the open‑book exam.</a:t>
          </a:r>
        </a:p>
      </dgm:t>
    </dgm:pt>
    <dgm:pt modelId="{4657A899-FBD4-4556-9902-3B7154D4CF12}" type="parTrans" cxnId="{84C56537-9DC9-47F3-A897-B906A90D8BFE}">
      <dgm:prSet/>
      <dgm:spPr/>
      <dgm:t>
        <a:bodyPr/>
        <a:lstStyle/>
        <a:p>
          <a:endParaRPr lang="en-US"/>
        </a:p>
      </dgm:t>
    </dgm:pt>
    <dgm:pt modelId="{F0359F6D-64F6-4114-A8E6-8D36638D145F}" type="sibTrans" cxnId="{84C56537-9DC9-47F3-A897-B906A90D8BFE}">
      <dgm:prSet/>
      <dgm:spPr/>
      <dgm:t>
        <a:bodyPr/>
        <a:lstStyle/>
        <a:p>
          <a:endParaRPr lang="en-US"/>
        </a:p>
      </dgm:t>
    </dgm:pt>
    <dgm:pt modelId="{CEF85D4C-6AF0-49AB-953A-EE2E2C0A7DED}">
      <dgm:prSet/>
      <dgm:spPr/>
      <dgm:t>
        <a:bodyPr/>
        <a:lstStyle/>
        <a:p>
          <a:r>
            <a:rPr lang="en-US" b="1"/>
            <a:t>Key elements:</a:t>
          </a:r>
          <a:r>
            <a:rPr lang="en-US"/>
            <a:t> - Retrieval from an external knowledge base. </a:t>
          </a:r>
        </a:p>
      </dgm:t>
    </dgm:pt>
    <dgm:pt modelId="{066498E5-6595-4600-AF74-979592D57761}" type="parTrans" cxnId="{A84AA429-5016-447A-A9D5-68A9A88F98DD}">
      <dgm:prSet/>
      <dgm:spPr/>
      <dgm:t>
        <a:bodyPr/>
        <a:lstStyle/>
        <a:p>
          <a:endParaRPr lang="en-US"/>
        </a:p>
      </dgm:t>
    </dgm:pt>
    <dgm:pt modelId="{083D8A8B-81D6-4762-B426-1CB94CE14EA3}" type="sibTrans" cxnId="{A84AA429-5016-447A-A9D5-68A9A88F98DD}">
      <dgm:prSet/>
      <dgm:spPr/>
      <dgm:t>
        <a:bodyPr/>
        <a:lstStyle/>
        <a:p>
          <a:endParaRPr lang="en-US"/>
        </a:p>
      </dgm:t>
    </dgm:pt>
    <dgm:pt modelId="{A5611D20-EFEC-4229-9835-29B4E187A969}">
      <dgm:prSet/>
      <dgm:spPr/>
      <dgm:t>
        <a:bodyPr/>
        <a:lstStyle/>
        <a:p>
          <a:r>
            <a:rPr lang="en-US" dirty="0"/>
            <a:t>Augmentation of prompts with context. </a:t>
          </a:r>
        </a:p>
      </dgm:t>
    </dgm:pt>
    <dgm:pt modelId="{2046C9D6-06DC-4AF3-BB49-EA820D014613}" type="parTrans" cxnId="{37AD588A-D28A-47F5-A083-0E333CF75309}">
      <dgm:prSet/>
      <dgm:spPr/>
      <dgm:t>
        <a:bodyPr/>
        <a:lstStyle/>
        <a:p>
          <a:endParaRPr lang="en-US"/>
        </a:p>
      </dgm:t>
    </dgm:pt>
    <dgm:pt modelId="{713A6D37-70BB-4B5C-AD1E-923D1DD78DA2}" type="sibTrans" cxnId="{37AD588A-D28A-47F5-A083-0E333CF75309}">
      <dgm:prSet/>
      <dgm:spPr/>
      <dgm:t>
        <a:bodyPr/>
        <a:lstStyle/>
        <a:p>
          <a:endParaRPr lang="en-US"/>
        </a:p>
      </dgm:t>
    </dgm:pt>
    <dgm:pt modelId="{2ABE759D-0567-42D0-8751-9E50505E63F0}">
      <dgm:prSet/>
      <dgm:spPr/>
      <dgm:t>
        <a:bodyPr/>
        <a:lstStyle/>
        <a:p>
          <a:r>
            <a:rPr lang="en-US" dirty="0"/>
            <a:t>Grounded generation with citations</a:t>
          </a:r>
        </a:p>
      </dgm:t>
    </dgm:pt>
    <dgm:pt modelId="{74A51C58-2A26-4350-974A-EE66D4D5E2B8}" type="parTrans" cxnId="{479DD20F-E0D6-432D-98AC-A55FB6515D12}">
      <dgm:prSet/>
      <dgm:spPr/>
      <dgm:t>
        <a:bodyPr/>
        <a:lstStyle/>
        <a:p>
          <a:endParaRPr lang="en-US"/>
        </a:p>
      </dgm:t>
    </dgm:pt>
    <dgm:pt modelId="{8637AE60-7C40-4C5A-A89F-392720B66C8C}" type="sibTrans" cxnId="{479DD20F-E0D6-432D-98AC-A55FB6515D12}">
      <dgm:prSet/>
      <dgm:spPr/>
      <dgm:t>
        <a:bodyPr/>
        <a:lstStyle/>
        <a:p>
          <a:endParaRPr lang="en-US"/>
        </a:p>
      </dgm:t>
    </dgm:pt>
    <dgm:pt modelId="{512F8397-67A7-4599-A809-B82E824F39E5}" type="pres">
      <dgm:prSet presAssocID="{14DEE808-6DF9-4343-A60E-2FD83BF4D0A3}" presName="vert0" presStyleCnt="0">
        <dgm:presLayoutVars>
          <dgm:dir/>
          <dgm:animOne val="branch"/>
          <dgm:animLvl val="lvl"/>
        </dgm:presLayoutVars>
      </dgm:prSet>
      <dgm:spPr/>
    </dgm:pt>
    <dgm:pt modelId="{C84B1B19-3BB3-4F6B-8035-7D8689CD1625}" type="pres">
      <dgm:prSet presAssocID="{F947594C-3F8D-4ABB-A751-76E2E2B90377}" presName="thickLine" presStyleLbl="alignNode1" presStyleIdx="0" presStyleCnt="5"/>
      <dgm:spPr/>
    </dgm:pt>
    <dgm:pt modelId="{014B6B3E-133B-4B29-89D1-4D6752FB2220}" type="pres">
      <dgm:prSet presAssocID="{F947594C-3F8D-4ABB-A751-76E2E2B90377}" presName="horz1" presStyleCnt="0"/>
      <dgm:spPr/>
    </dgm:pt>
    <dgm:pt modelId="{6598D110-FB86-446F-BF83-A00062285ED5}" type="pres">
      <dgm:prSet presAssocID="{F947594C-3F8D-4ABB-A751-76E2E2B90377}" presName="tx1" presStyleLbl="revTx" presStyleIdx="0" presStyleCnt="5"/>
      <dgm:spPr/>
    </dgm:pt>
    <dgm:pt modelId="{2F341137-DAE4-40B2-B640-02CEC9043BA1}" type="pres">
      <dgm:prSet presAssocID="{F947594C-3F8D-4ABB-A751-76E2E2B90377}" presName="vert1" presStyleCnt="0"/>
      <dgm:spPr/>
    </dgm:pt>
    <dgm:pt modelId="{2A0CB356-06DF-4791-B779-CEA13342D355}" type="pres">
      <dgm:prSet presAssocID="{D9EC22C2-9143-4DD9-8267-AD020337CDF4}" presName="thickLine" presStyleLbl="alignNode1" presStyleIdx="1" presStyleCnt="5"/>
      <dgm:spPr/>
    </dgm:pt>
    <dgm:pt modelId="{8A577518-A5E3-4074-83DF-673069367F16}" type="pres">
      <dgm:prSet presAssocID="{D9EC22C2-9143-4DD9-8267-AD020337CDF4}" presName="horz1" presStyleCnt="0"/>
      <dgm:spPr/>
    </dgm:pt>
    <dgm:pt modelId="{07BB67BA-8759-44B3-BE22-074789B7CA04}" type="pres">
      <dgm:prSet presAssocID="{D9EC22C2-9143-4DD9-8267-AD020337CDF4}" presName="tx1" presStyleLbl="revTx" presStyleIdx="1" presStyleCnt="5"/>
      <dgm:spPr/>
    </dgm:pt>
    <dgm:pt modelId="{F9F4BB6A-E0E6-44B7-8F9A-75BD26E949D8}" type="pres">
      <dgm:prSet presAssocID="{D9EC22C2-9143-4DD9-8267-AD020337CDF4}" presName="vert1" presStyleCnt="0"/>
      <dgm:spPr/>
    </dgm:pt>
    <dgm:pt modelId="{B2931497-903A-4184-8105-2016F75F986A}" type="pres">
      <dgm:prSet presAssocID="{CEF85D4C-6AF0-49AB-953A-EE2E2C0A7DED}" presName="thickLine" presStyleLbl="alignNode1" presStyleIdx="2" presStyleCnt="5"/>
      <dgm:spPr/>
    </dgm:pt>
    <dgm:pt modelId="{49D095AB-F343-4389-A8E1-4F0DC65CE2CF}" type="pres">
      <dgm:prSet presAssocID="{CEF85D4C-6AF0-49AB-953A-EE2E2C0A7DED}" presName="horz1" presStyleCnt="0"/>
      <dgm:spPr/>
    </dgm:pt>
    <dgm:pt modelId="{5F83D57E-BB1F-409F-B89F-E553BBDBBBF9}" type="pres">
      <dgm:prSet presAssocID="{CEF85D4C-6AF0-49AB-953A-EE2E2C0A7DED}" presName="tx1" presStyleLbl="revTx" presStyleIdx="2" presStyleCnt="5"/>
      <dgm:spPr/>
    </dgm:pt>
    <dgm:pt modelId="{04790269-DEB6-401D-92B2-0A76189A02AD}" type="pres">
      <dgm:prSet presAssocID="{CEF85D4C-6AF0-49AB-953A-EE2E2C0A7DED}" presName="vert1" presStyleCnt="0"/>
      <dgm:spPr/>
    </dgm:pt>
    <dgm:pt modelId="{9933DEC2-53F6-4EF2-A096-F4663418BFB2}" type="pres">
      <dgm:prSet presAssocID="{A5611D20-EFEC-4229-9835-29B4E187A969}" presName="thickLine" presStyleLbl="alignNode1" presStyleIdx="3" presStyleCnt="5"/>
      <dgm:spPr/>
    </dgm:pt>
    <dgm:pt modelId="{45DFBBBE-0A6C-4AC8-ACF1-2CFAC33BE21B}" type="pres">
      <dgm:prSet presAssocID="{A5611D20-EFEC-4229-9835-29B4E187A969}" presName="horz1" presStyleCnt="0"/>
      <dgm:spPr/>
    </dgm:pt>
    <dgm:pt modelId="{507073DE-484D-49F8-8155-9A0935A1689D}" type="pres">
      <dgm:prSet presAssocID="{A5611D20-EFEC-4229-9835-29B4E187A969}" presName="tx1" presStyleLbl="revTx" presStyleIdx="3" presStyleCnt="5"/>
      <dgm:spPr/>
    </dgm:pt>
    <dgm:pt modelId="{EF7427D9-F3DA-44C3-AC6C-B697456CBBC8}" type="pres">
      <dgm:prSet presAssocID="{A5611D20-EFEC-4229-9835-29B4E187A969}" presName="vert1" presStyleCnt="0"/>
      <dgm:spPr/>
    </dgm:pt>
    <dgm:pt modelId="{A806144D-ADEE-472A-8905-32BCFCE5C64D}" type="pres">
      <dgm:prSet presAssocID="{2ABE759D-0567-42D0-8751-9E50505E63F0}" presName="thickLine" presStyleLbl="alignNode1" presStyleIdx="4" presStyleCnt="5"/>
      <dgm:spPr/>
    </dgm:pt>
    <dgm:pt modelId="{5C07A2B0-2DFE-4788-B773-78479A0FFAF4}" type="pres">
      <dgm:prSet presAssocID="{2ABE759D-0567-42D0-8751-9E50505E63F0}" presName="horz1" presStyleCnt="0"/>
      <dgm:spPr/>
    </dgm:pt>
    <dgm:pt modelId="{6301FEC0-4A98-49B1-922F-AB7DD8761682}" type="pres">
      <dgm:prSet presAssocID="{2ABE759D-0567-42D0-8751-9E50505E63F0}" presName="tx1" presStyleLbl="revTx" presStyleIdx="4" presStyleCnt="5"/>
      <dgm:spPr/>
    </dgm:pt>
    <dgm:pt modelId="{E15145CC-058A-4ED8-9E3F-94F0EA0BCD75}" type="pres">
      <dgm:prSet presAssocID="{2ABE759D-0567-42D0-8751-9E50505E63F0}" presName="vert1" presStyleCnt="0"/>
      <dgm:spPr/>
    </dgm:pt>
  </dgm:ptLst>
  <dgm:cxnLst>
    <dgm:cxn modelId="{479DD20F-E0D6-432D-98AC-A55FB6515D12}" srcId="{14DEE808-6DF9-4343-A60E-2FD83BF4D0A3}" destId="{2ABE759D-0567-42D0-8751-9E50505E63F0}" srcOrd="4" destOrd="0" parTransId="{74A51C58-2A26-4350-974A-EE66D4D5E2B8}" sibTransId="{8637AE60-7C40-4C5A-A89F-392720B66C8C}"/>
    <dgm:cxn modelId="{A84AA429-5016-447A-A9D5-68A9A88F98DD}" srcId="{14DEE808-6DF9-4343-A60E-2FD83BF4D0A3}" destId="{CEF85D4C-6AF0-49AB-953A-EE2E2C0A7DED}" srcOrd="2" destOrd="0" parTransId="{066498E5-6595-4600-AF74-979592D57761}" sibTransId="{083D8A8B-81D6-4762-B426-1CB94CE14EA3}"/>
    <dgm:cxn modelId="{84C56537-9DC9-47F3-A897-B906A90D8BFE}" srcId="{14DEE808-6DF9-4343-A60E-2FD83BF4D0A3}" destId="{D9EC22C2-9143-4DD9-8267-AD020337CDF4}" srcOrd="1" destOrd="0" parTransId="{4657A899-FBD4-4556-9902-3B7154D4CF12}" sibTransId="{F0359F6D-64F6-4114-A8E6-8D36638D145F}"/>
    <dgm:cxn modelId="{055ABB5B-C6BA-4CF9-A735-D77FD2A71E24}" type="presOf" srcId="{2ABE759D-0567-42D0-8751-9E50505E63F0}" destId="{6301FEC0-4A98-49B1-922F-AB7DD8761682}" srcOrd="0" destOrd="0" presId="urn:microsoft.com/office/officeart/2008/layout/LinedList"/>
    <dgm:cxn modelId="{11E2776C-A731-4F0C-90C0-63593D878E87}" type="presOf" srcId="{CEF85D4C-6AF0-49AB-953A-EE2E2C0A7DED}" destId="{5F83D57E-BB1F-409F-B89F-E553BBDBBBF9}" srcOrd="0" destOrd="0" presId="urn:microsoft.com/office/officeart/2008/layout/LinedList"/>
    <dgm:cxn modelId="{37AD588A-D28A-47F5-A083-0E333CF75309}" srcId="{14DEE808-6DF9-4343-A60E-2FD83BF4D0A3}" destId="{A5611D20-EFEC-4229-9835-29B4E187A969}" srcOrd="3" destOrd="0" parTransId="{2046C9D6-06DC-4AF3-BB49-EA820D014613}" sibTransId="{713A6D37-70BB-4B5C-AD1E-923D1DD78DA2}"/>
    <dgm:cxn modelId="{28B449A0-FBEA-4959-8FBE-4462F2B3952E}" type="presOf" srcId="{D9EC22C2-9143-4DD9-8267-AD020337CDF4}" destId="{07BB67BA-8759-44B3-BE22-074789B7CA04}" srcOrd="0" destOrd="0" presId="urn:microsoft.com/office/officeart/2008/layout/LinedList"/>
    <dgm:cxn modelId="{D305EEBF-1BEF-4407-9C23-AE05FC02170D}" type="presOf" srcId="{14DEE808-6DF9-4343-A60E-2FD83BF4D0A3}" destId="{512F8397-67A7-4599-A809-B82E824F39E5}" srcOrd="0" destOrd="0" presId="urn:microsoft.com/office/officeart/2008/layout/LinedList"/>
    <dgm:cxn modelId="{072D57E0-E7F7-4385-AE84-C682F4BCBD76}" type="presOf" srcId="{A5611D20-EFEC-4229-9835-29B4E187A969}" destId="{507073DE-484D-49F8-8155-9A0935A1689D}" srcOrd="0" destOrd="0" presId="urn:microsoft.com/office/officeart/2008/layout/LinedList"/>
    <dgm:cxn modelId="{566405E9-76CE-4242-9054-6C51EF3CF518}" srcId="{14DEE808-6DF9-4343-A60E-2FD83BF4D0A3}" destId="{F947594C-3F8D-4ABB-A751-76E2E2B90377}" srcOrd="0" destOrd="0" parTransId="{6062E371-0A14-4997-803C-0AAB82C99394}" sibTransId="{ABB13AF6-4B4B-4CE8-815E-8E30EDC964FF}"/>
    <dgm:cxn modelId="{46EC81FD-FBBF-4193-AE93-076E637D29CD}" type="presOf" srcId="{F947594C-3F8D-4ABB-A751-76E2E2B90377}" destId="{6598D110-FB86-446F-BF83-A00062285ED5}" srcOrd="0" destOrd="0" presId="urn:microsoft.com/office/officeart/2008/layout/LinedList"/>
    <dgm:cxn modelId="{29FDD2A4-1164-4908-89F8-792F3FEF6146}" type="presParOf" srcId="{512F8397-67A7-4599-A809-B82E824F39E5}" destId="{C84B1B19-3BB3-4F6B-8035-7D8689CD1625}" srcOrd="0" destOrd="0" presId="urn:microsoft.com/office/officeart/2008/layout/LinedList"/>
    <dgm:cxn modelId="{33D9FBB7-51D7-4693-9DF9-04E97523A9E2}" type="presParOf" srcId="{512F8397-67A7-4599-A809-B82E824F39E5}" destId="{014B6B3E-133B-4B29-89D1-4D6752FB2220}" srcOrd="1" destOrd="0" presId="urn:microsoft.com/office/officeart/2008/layout/LinedList"/>
    <dgm:cxn modelId="{AF167B92-DC30-4550-AC0F-2E9B783712B1}" type="presParOf" srcId="{014B6B3E-133B-4B29-89D1-4D6752FB2220}" destId="{6598D110-FB86-446F-BF83-A00062285ED5}" srcOrd="0" destOrd="0" presId="urn:microsoft.com/office/officeart/2008/layout/LinedList"/>
    <dgm:cxn modelId="{E852EED2-3E5F-4CDB-BDF4-51EB31491B89}" type="presParOf" srcId="{014B6B3E-133B-4B29-89D1-4D6752FB2220}" destId="{2F341137-DAE4-40B2-B640-02CEC9043BA1}" srcOrd="1" destOrd="0" presId="urn:microsoft.com/office/officeart/2008/layout/LinedList"/>
    <dgm:cxn modelId="{26BB767C-9693-4105-BAC4-47C723BD1233}" type="presParOf" srcId="{512F8397-67A7-4599-A809-B82E824F39E5}" destId="{2A0CB356-06DF-4791-B779-CEA13342D355}" srcOrd="2" destOrd="0" presId="urn:microsoft.com/office/officeart/2008/layout/LinedList"/>
    <dgm:cxn modelId="{632888D4-0670-4E19-ACC7-C11599964B58}" type="presParOf" srcId="{512F8397-67A7-4599-A809-B82E824F39E5}" destId="{8A577518-A5E3-4074-83DF-673069367F16}" srcOrd="3" destOrd="0" presId="urn:microsoft.com/office/officeart/2008/layout/LinedList"/>
    <dgm:cxn modelId="{A79F267C-D242-4862-9762-5B2859CDF294}" type="presParOf" srcId="{8A577518-A5E3-4074-83DF-673069367F16}" destId="{07BB67BA-8759-44B3-BE22-074789B7CA04}" srcOrd="0" destOrd="0" presId="urn:microsoft.com/office/officeart/2008/layout/LinedList"/>
    <dgm:cxn modelId="{AC5102B6-0181-4A3A-B269-8EAF03D37D71}" type="presParOf" srcId="{8A577518-A5E3-4074-83DF-673069367F16}" destId="{F9F4BB6A-E0E6-44B7-8F9A-75BD26E949D8}" srcOrd="1" destOrd="0" presId="urn:microsoft.com/office/officeart/2008/layout/LinedList"/>
    <dgm:cxn modelId="{B9611C08-D107-48A1-A4FC-989C56A3F26D}" type="presParOf" srcId="{512F8397-67A7-4599-A809-B82E824F39E5}" destId="{B2931497-903A-4184-8105-2016F75F986A}" srcOrd="4" destOrd="0" presId="urn:microsoft.com/office/officeart/2008/layout/LinedList"/>
    <dgm:cxn modelId="{BFD6C3D4-D1CD-4829-B0A9-7CA0BF0D6610}" type="presParOf" srcId="{512F8397-67A7-4599-A809-B82E824F39E5}" destId="{49D095AB-F343-4389-A8E1-4F0DC65CE2CF}" srcOrd="5" destOrd="0" presId="urn:microsoft.com/office/officeart/2008/layout/LinedList"/>
    <dgm:cxn modelId="{9A8DB506-0651-4D18-8C8F-E406F968064C}" type="presParOf" srcId="{49D095AB-F343-4389-A8E1-4F0DC65CE2CF}" destId="{5F83D57E-BB1F-409F-B89F-E553BBDBBBF9}" srcOrd="0" destOrd="0" presId="urn:microsoft.com/office/officeart/2008/layout/LinedList"/>
    <dgm:cxn modelId="{E1D3E2EC-745C-4A10-9D3E-2F7259055E84}" type="presParOf" srcId="{49D095AB-F343-4389-A8E1-4F0DC65CE2CF}" destId="{04790269-DEB6-401D-92B2-0A76189A02AD}" srcOrd="1" destOrd="0" presId="urn:microsoft.com/office/officeart/2008/layout/LinedList"/>
    <dgm:cxn modelId="{C8F0CC84-FC55-4A7E-B7EC-C7A89F05F8C8}" type="presParOf" srcId="{512F8397-67A7-4599-A809-B82E824F39E5}" destId="{9933DEC2-53F6-4EF2-A096-F4663418BFB2}" srcOrd="6" destOrd="0" presId="urn:microsoft.com/office/officeart/2008/layout/LinedList"/>
    <dgm:cxn modelId="{28E34850-8184-4919-A69A-AE73E522E495}" type="presParOf" srcId="{512F8397-67A7-4599-A809-B82E824F39E5}" destId="{45DFBBBE-0A6C-4AC8-ACF1-2CFAC33BE21B}" srcOrd="7" destOrd="0" presId="urn:microsoft.com/office/officeart/2008/layout/LinedList"/>
    <dgm:cxn modelId="{3F4CFE31-0A72-4D42-B7B5-E58E8952AF4F}" type="presParOf" srcId="{45DFBBBE-0A6C-4AC8-ACF1-2CFAC33BE21B}" destId="{507073DE-484D-49F8-8155-9A0935A1689D}" srcOrd="0" destOrd="0" presId="urn:microsoft.com/office/officeart/2008/layout/LinedList"/>
    <dgm:cxn modelId="{5C986DEB-AF07-44B2-8E42-19E479CFB870}" type="presParOf" srcId="{45DFBBBE-0A6C-4AC8-ACF1-2CFAC33BE21B}" destId="{EF7427D9-F3DA-44C3-AC6C-B697456CBBC8}" srcOrd="1" destOrd="0" presId="urn:microsoft.com/office/officeart/2008/layout/LinedList"/>
    <dgm:cxn modelId="{B626DEA8-A644-4D9B-9EAE-CFCA93EC555B}" type="presParOf" srcId="{512F8397-67A7-4599-A809-B82E824F39E5}" destId="{A806144D-ADEE-472A-8905-32BCFCE5C64D}" srcOrd="8" destOrd="0" presId="urn:microsoft.com/office/officeart/2008/layout/LinedList"/>
    <dgm:cxn modelId="{C6E52920-7F6D-4A5F-85B8-F49329136A04}" type="presParOf" srcId="{512F8397-67A7-4599-A809-B82E824F39E5}" destId="{5C07A2B0-2DFE-4788-B773-78479A0FFAF4}" srcOrd="9" destOrd="0" presId="urn:microsoft.com/office/officeart/2008/layout/LinedList"/>
    <dgm:cxn modelId="{7CAC4D06-0359-4F19-8F54-0071007019E7}" type="presParOf" srcId="{5C07A2B0-2DFE-4788-B773-78479A0FFAF4}" destId="{6301FEC0-4A98-49B1-922F-AB7DD8761682}" srcOrd="0" destOrd="0" presId="urn:microsoft.com/office/officeart/2008/layout/LinedList"/>
    <dgm:cxn modelId="{DCE7545B-5ED7-4BA6-A4A7-59942AA980C8}" type="presParOf" srcId="{5C07A2B0-2DFE-4788-B773-78479A0FFAF4}" destId="{E15145CC-058A-4ED8-9E3F-94F0EA0BCD7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E820D90-41A6-47FE-B96D-3CA3610A99D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EB3929C-1A2C-4086-B90E-B2C3200A88E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LangChain focuses on </a:t>
          </a:r>
          <a:r>
            <a:rPr lang="en-US" b="1"/>
            <a:t>orchestration</a:t>
          </a:r>
          <a:r>
            <a:rPr lang="en-US"/>
            <a:t>: chaining prompts, managing agents, and tool use.</a:t>
          </a:r>
        </a:p>
      </dgm:t>
    </dgm:pt>
    <dgm:pt modelId="{5C0C2A88-3822-44A6-A6DB-64BA39FBC1A9}" type="parTrans" cxnId="{DB82B4D6-E4F3-40FA-A479-B00B9F7A612B}">
      <dgm:prSet/>
      <dgm:spPr/>
      <dgm:t>
        <a:bodyPr/>
        <a:lstStyle/>
        <a:p>
          <a:endParaRPr lang="en-US"/>
        </a:p>
      </dgm:t>
    </dgm:pt>
    <dgm:pt modelId="{002E1BDE-01F6-465F-B2C7-344FF1F8E83B}" type="sibTrans" cxnId="{DB82B4D6-E4F3-40FA-A479-B00B9F7A612B}">
      <dgm:prSet/>
      <dgm:spPr/>
      <dgm:t>
        <a:bodyPr/>
        <a:lstStyle/>
        <a:p>
          <a:endParaRPr lang="en-US"/>
        </a:p>
      </dgm:t>
    </dgm:pt>
    <dgm:pt modelId="{5267BE9E-6100-41E9-AED1-9BC48F2864D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It can store data in vector databases but is limited in:</a:t>
          </a:r>
        </a:p>
      </dgm:t>
    </dgm:pt>
    <dgm:pt modelId="{E69F026C-8E19-49A4-BB4D-E8B1E400C709}" type="parTrans" cxnId="{8D4F80C1-EF10-4A2C-9402-5CB660577D8D}">
      <dgm:prSet/>
      <dgm:spPr/>
      <dgm:t>
        <a:bodyPr/>
        <a:lstStyle/>
        <a:p>
          <a:endParaRPr lang="en-US"/>
        </a:p>
      </dgm:t>
    </dgm:pt>
    <dgm:pt modelId="{DE15D294-129F-4F6E-802E-D7DF4031AEC7}" type="sibTrans" cxnId="{8D4F80C1-EF10-4A2C-9402-5CB660577D8D}">
      <dgm:prSet/>
      <dgm:spPr/>
      <dgm:t>
        <a:bodyPr/>
        <a:lstStyle/>
        <a:p>
          <a:endParaRPr lang="en-US"/>
        </a:p>
      </dgm:t>
    </dgm:pt>
    <dgm:pt modelId="{15E957D2-D310-495D-942E-246953297EA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Rich indexing strategies.</a:t>
          </a:r>
        </a:p>
      </dgm:t>
    </dgm:pt>
    <dgm:pt modelId="{204E18CB-2DEA-47B1-8B6D-5F5986F21B22}" type="parTrans" cxnId="{1AEFC84E-4AF2-482A-8262-5FF223B80800}">
      <dgm:prSet/>
      <dgm:spPr/>
      <dgm:t>
        <a:bodyPr/>
        <a:lstStyle/>
        <a:p>
          <a:endParaRPr lang="en-US"/>
        </a:p>
      </dgm:t>
    </dgm:pt>
    <dgm:pt modelId="{35F39DAD-7677-4483-8E1C-B9D46175384E}" type="sibTrans" cxnId="{1AEFC84E-4AF2-482A-8262-5FF223B80800}">
      <dgm:prSet/>
      <dgm:spPr/>
      <dgm:t>
        <a:bodyPr/>
        <a:lstStyle/>
        <a:p>
          <a:endParaRPr lang="en-US"/>
        </a:p>
      </dgm:t>
    </dgm:pt>
    <dgm:pt modelId="{31602A91-A93A-4D70-ACCE-A488D5E62CF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Document observability.</a:t>
          </a:r>
        </a:p>
      </dgm:t>
    </dgm:pt>
    <dgm:pt modelId="{DB21DCA7-F516-4719-99C7-5859F02E45C0}" type="parTrans" cxnId="{8666E2DD-3AB9-46D6-AED0-2817B786E772}">
      <dgm:prSet/>
      <dgm:spPr/>
      <dgm:t>
        <a:bodyPr/>
        <a:lstStyle/>
        <a:p>
          <a:endParaRPr lang="en-US"/>
        </a:p>
      </dgm:t>
    </dgm:pt>
    <dgm:pt modelId="{9FE2B14C-E3F5-482D-9898-4F5CE615B564}" type="sibTrans" cxnId="{8666E2DD-3AB9-46D6-AED0-2817B786E772}">
      <dgm:prSet/>
      <dgm:spPr/>
      <dgm:t>
        <a:bodyPr/>
        <a:lstStyle/>
        <a:p>
          <a:endParaRPr lang="en-US"/>
        </a:p>
      </dgm:t>
    </dgm:pt>
    <dgm:pt modelId="{5F4B7967-7651-465C-ABA8-BA823DED6A0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Complex retrieval graphs.</a:t>
          </a:r>
        </a:p>
      </dgm:t>
    </dgm:pt>
    <dgm:pt modelId="{0240DB82-584C-4E34-9FE6-6A9391399B95}" type="parTrans" cxnId="{A6A26B0E-974B-40D4-8E98-D14F7F76FA28}">
      <dgm:prSet/>
      <dgm:spPr/>
      <dgm:t>
        <a:bodyPr/>
        <a:lstStyle/>
        <a:p>
          <a:endParaRPr lang="en-US"/>
        </a:p>
      </dgm:t>
    </dgm:pt>
    <dgm:pt modelId="{2732A1D3-C11C-40E9-833F-2BDDCCAA81C7}" type="sibTrans" cxnId="{A6A26B0E-974B-40D4-8E98-D14F7F76FA28}">
      <dgm:prSet/>
      <dgm:spPr/>
      <dgm:t>
        <a:bodyPr/>
        <a:lstStyle/>
        <a:p>
          <a:endParaRPr lang="en-US"/>
        </a:p>
      </dgm:t>
    </dgm:pt>
    <dgm:pt modelId="{02768F6D-9E1F-4FFE-9C4D-311295BC285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Retrieval quality and management require more specialized tools.</a:t>
          </a:r>
        </a:p>
      </dgm:t>
    </dgm:pt>
    <dgm:pt modelId="{9F5354B1-99B9-464E-9B20-40C9087DD815}" type="parTrans" cxnId="{F48796F1-67B4-4326-813F-C8D3D4865C39}">
      <dgm:prSet/>
      <dgm:spPr/>
      <dgm:t>
        <a:bodyPr/>
        <a:lstStyle/>
        <a:p>
          <a:endParaRPr lang="en-US"/>
        </a:p>
      </dgm:t>
    </dgm:pt>
    <dgm:pt modelId="{681F2B51-9BCA-463D-B767-17056CC80399}" type="sibTrans" cxnId="{F48796F1-67B4-4326-813F-C8D3D4865C39}">
      <dgm:prSet/>
      <dgm:spPr/>
      <dgm:t>
        <a:bodyPr/>
        <a:lstStyle/>
        <a:p>
          <a:endParaRPr lang="en-US"/>
        </a:p>
      </dgm:t>
    </dgm:pt>
    <dgm:pt modelId="{39217735-2924-4569-89C9-E64DFAD16237}" type="pres">
      <dgm:prSet presAssocID="{BE820D90-41A6-47FE-B96D-3CA3610A99D8}" presName="root" presStyleCnt="0">
        <dgm:presLayoutVars>
          <dgm:dir/>
          <dgm:resizeHandles val="exact"/>
        </dgm:presLayoutVars>
      </dgm:prSet>
      <dgm:spPr/>
    </dgm:pt>
    <dgm:pt modelId="{7A371B8C-75BA-4A5E-89AC-A64FBEDE8A97}" type="pres">
      <dgm:prSet presAssocID="{9EB3929C-1A2C-4086-B90E-B2C3200A88E0}" presName="compNode" presStyleCnt="0"/>
      <dgm:spPr/>
    </dgm:pt>
    <dgm:pt modelId="{83FA265D-A6AF-477F-AAD0-891E70D82FC1}" type="pres">
      <dgm:prSet presAssocID="{9EB3929C-1A2C-4086-B90E-B2C3200A88E0}" presName="bgRect" presStyleLbl="bgShp" presStyleIdx="0" presStyleCnt="3"/>
      <dgm:spPr/>
    </dgm:pt>
    <dgm:pt modelId="{94CE6DBD-4134-4E52-AC0A-88E41FBED824}" type="pres">
      <dgm:prSet presAssocID="{9EB3929C-1A2C-4086-B90E-B2C3200A88E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72CE4190-BC04-46E3-B426-39B2833EAAED}" type="pres">
      <dgm:prSet presAssocID="{9EB3929C-1A2C-4086-B90E-B2C3200A88E0}" presName="spaceRect" presStyleCnt="0"/>
      <dgm:spPr/>
    </dgm:pt>
    <dgm:pt modelId="{BD35BEDA-9132-4E90-92FF-951FDB90A8DC}" type="pres">
      <dgm:prSet presAssocID="{9EB3929C-1A2C-4086-B90E-B2C3200A88E0}" presName="parTx" presStyleLbl="revTx" presStyleIdx="0" presStyleCnt="4">
        <dgm:presLayoutVars>
          <dgm:chMax val="0"/>
          <dgm:chPref val="0"/>
        </dgm:presLayoutVars>
      </dgm:prSet>
      <dgm:spPr/>
    </dgm:pt>
    <dgm:pt modelId="{8C803DF0-0F43-45BE-8FA1-9D677F0752D2}" type="pres">
      <dgm:prSet presAssocID="{002E1BDE-01F6-465F-B2C7-344FF1F8E83B}" presName="sibTrans" presStyleCnt="0"/>
      <dgm:spPr/>
    </dgm:pt>
    <dgm:pt modelId="{C17A2895-DA4E-4B56-AABD-772A9DDF1E1E}" type="pres">
      <dgm:prSet presAssocID="{5267BE9E-6100-41E9-AED1-9BC48F2864D7}" presName="compNode" presStyleCnt="0"/>
      <dgm:spPr/>
    </dgm:pt>
    <dgm:pt modelId="{E9FE7418-30D6-4C5A-8FD4-F4A493245BFE}" type="pres">
      <dgm:prSet presAssocID="{5267BE9E-6100-41E9-AED1-9BC48F2864D7}" presName="bgRect" presStyleLbl="bgShp" presStyleIdx="1" presStyleCnt="3"/>
      <dgm:spPr/>
    </dgm:pt>
    <dgm:pt modelId="{6FEAF3CC-1E0D-4AC1-9528-E7F57038DCEC}" type="pres">
      <dgm:prSet presAssocID="{5267BE9E-6100-41E9-AED1-9BC48F2864D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27DDD01-D179-4F0C-B2CF-19E0FE17D7E6}" type="pres">
      <dgm:prSet presAssocID="{5267BE9E-6100-41E9-AED1-9BC48F2864D7}" presName="spaceRect" presStyleCnt="0"/>
      <dgm:spPr/>
    </dgm:pt>
    <dgm:pt modelId="{09DE044A-2086-4694-9BDB-0039BCD7F307}" type="pres">
      <dgm:prSet presAssocID="{5267BE9E-6100-41E9-AED1-9BC48F2864D7}" presName="parTx" presStyleLbl="revTx" presStyleIdx="1" presStyleCnt="4">
        <dgm:presLayoutVars>
          <dgm:chMax val="0"/>
          <dgm:chPref val="0"/>
        </dgm:presLayoutVars>
      </dgm:prSet>
      <dgm:spPr/>
    </dgm:pt>
    <dgm:pt modelId="{9ADFF09D-7E8D-439B-969B-32CD81E6219E}" type="pres">
      <dgm:prSet presAssocID="{5267BE9E-6100-41E9-AED1-9BC48F2864D7}" presName="desTx" presStyleLbl="revTx" presStyleIdx="2" presStyleCnt="4">
        <dgm:presLayoutVars/>
      </dgm:prSet>
      <dgm:spPr/>
    </dgm:pt>
    <dgm:pt modelId="{D6E5B2FD-CB19-487F-924F-86727426DEEF}" type="pres">
      <dgm:prSet presAssocID="{DE15D294-129F-4F6E-802E-D7DF4031AEC7}" presName="sibTrans" presStyleCnt="0"/>
      <dgm:spPr/>
    </dgm:pt>
    <dgm:pt modelId="{370A20A1-C6D8-4673-9F9A-3A0F3D808078}" type="pres">
      <dgm:prSet presAssocID="{02768F6D-9E1F-4FFE-9C4D-311295BC285C}" presName="compNode" presStyleCnt="0"/>
      <dgm:spPr/>
    </dgm:pt>
    <dgm:pt modelId="{472788A6-C3EF-43D9-9F11-350CFC150B4C}" type="pres">
      <dgm:prSet presAssocID="{02768F6D-9E1F-4FFE-9C4D-311295BC285C}" presName="bgRect" presStyleLbl="bgShp" presStyleIdx="2" presStyleCnt="3"/>
      <dgm:spPr/>
    </dgm:pt>
    <dgm:pt modelId="{E367EA07-9312-4A62-A702-13192E69795E}" type="pres">
      <dgm:prSet presAssocID="{02768F6D-9E1F-4FFE-9C4D-311295BC285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AF8A8704-5979-4857-87FA-EE21070B06A0}" type="pres">
      <dgm:prSet presAssocID="{02768F6D-9E1F-4FFE-9C4D-311295BC285C}" presName="spaceRect" presStyleCnt="0"/>
      <dgm:spPr/>
    </dgm:pt>
    <dgm:pt modelId="{EFCE4DF3-E928-413D-A4D2-787809BD746D}" type="pres">
      <dgm:prSet presAssocID="{02768F6D-9E1F-4FFE-9C4D-311295BC285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6A26B0E-974B-40D4-8E98-D14F7F76FA28}" srcId="{5267BE9E-6100-41E9-AED1-9BC48F2864D7}" destId="{5F4B7967-7651-465C-ABA8-BA823DED6A03}" srcOrd="2" destOrd="0" parTransId="{0240DB82-584C-4E34-9FE6-6A9391399B95}" sibTransId="{2732A1D3-C11C-40E9-833F-2BDDCCAA81C7}"/>
    <dgm:cxn modelId="{9877C313-C7B3-4E85-9D1E-38C2CA2BFCD5}" type="presOf" srcId="{15E957D2-D310-495D-942E-246953297EAA}" destId="{9ADFF09D-7E8D-439B-969B-32CD81E6219E}" srcOrd="0" destOrd="0" presId="urn:microsoft.com/office/officeart/2018/2/layout/IconVerticalSolidList"/>
    <dgm:cxn modelId="{77D5F622-1457-4F19-9D5E-93D5C230BB07}" type="presOf" srcId="{5267BE9E-6100-41E9-AED1-9BC48F2864D7}" destId="{09DE044A-2086-4694-9BDB-0039BCD7F307}" srcOrd="0" destOrd="0" presId="urn:microsoft.com/office/officeart/2018/2/layout/IconVerticalSolidList"/>
    <dgm:cxn modelId="{D91FB426-FB26-45A7-A65C-396540C9D1ED}" type="presOf" srcId="{02768F6D-9E1F-4FFE-9C4D-311295BC285C}" destId="{EFCE4DF3-E928-413D-A4D2-787809BD746D}" srcOrd="0" destOrd="0" presId="urn:microsoft.com/office/officeart/2018/2/layout/IconVerticalSolidList"/>
    <dgm:cxn modelId="{CE43FE29-181A-486B-A3D5-5EFDF2A557A3}" type="presOf" srcId="{BE820D90-41A6-47FE-B96D-3CA3610A99D8}" destId="{39217735-2924-4569-89C9-E64DFAD16237}" srcOrd="0" destOrd="0" presId="urn:microsoft.com/office/officeart/2018/2/layout/IconVerticalSolidList"/>
    <dgm:cxn modelId="{966D5F3B-04FB-44BD-88FC-5F3E0ED2E897}" type="presOf" srcId="{31602A91-A93A-4D70-ACCE-A488D5E62CF6}" destId="{9ADFF09D-7E8D-439B-969B-32CD81E6219E}" srcOrd="0" destOrd="1" presId="urn:microsoft.com/office/officeart/2018/2/layout/IconVerticalSolidList"/>
    <dgm:cxn modelId="{1AEFC84E-4AF2-482A-8262-5FF223B80800}" srcId="{5267BE9E-6100-41E9-AED1-9BC48F2864D7}" destId="{15E957D2-D310-495D-942E-246953297EAA}" srcOrd="0" destOrd="0" parTransId="{204E18CB-2DEA-47B1-8B6D-5F5986F21B22}" sibTransId="{35F39DAD-7677-4483-8E1C-B9D46175384E}"/>
    <dgm:cxn modelId="{F5803578-A684-4E3F-8C4A-55FABECB73F1}" type="presOf" srcId="{5F4B7967-7651-465C-ABA8-BA823DED6A03}" destId="{9ADFF09D-7E8D-439B-969B-32CD81E6219E}" srcOrd="0" destOrd="2" presId="urn:microsoft.com/office/officeart/2018/2/layout/IconVerticalSolidList"/>
    <dgm:cxn modelId="{8D4F80C1-EF10-4A2C-9402-5CB660577D8D}" srcId="{BE820D90-41A6-47FE-B96D-3CA3610A99D8}" destId="{5267BE9E-6100-41E9-AED1-9BC48F2864D7}" srcOrd="1" destOrd="0" parTransId="{E69F026C-8E19-49A4-BB4D-E8B1E400C709}" sibTransId="{DE15D294-129F-4F6E-802E-D7DF4031AEC7}"/>
    <dgm:cxn modelId="{6060F5D0-6D06-4059-B522-0C379C699643}" type="presOf" srcId="{9EB3929C-1A2C-4086-B90E-B2C3200A88E0}" destId="{BD35BEDA-9132-4E90-92FF-951FDB90A8DC}" srcOrd="0" destOrd="0" presId="urn:microsoft.com/office/officeart/2018/2/layout/IconVerticalSolidList"/>
    <dgm:cxn modelId="{DB82B4D6-E4F3-40FA-A479-B00B9F7A612B}" srcId="{BE820D90-41A6-47FE-B96D-3CA3610A99D8}" destId="{9EB3929C-1A2C-4086-B90E-B2C3200A88E0}" srcOrd="0" destOrd="0" parTransId="{5C0C2A88-3822-44A6-A6DB-64BA39FBC1A9}" sibTransId="{002E1BDE-01F6-465F-B2C7-344FF1F8E83B}"/>
    <dgm:cxn modelId="{8666E2DD-3AB9-46D6-AED0-2817B786E772}" srcId="{5267BE9E-6100-41E9-AED1-9BC48F2864D7}" destId="{31602A91-A93A-4D70-ACCE-A488D5E62CF6}" srcOrd="1" destOrd="0" parTransId="{DB21DCA7-F516-4719-99C7-5859F02E45C0}" sibTransId="{9FE2B14C-E3F5-482D-9898-4F5CE615B564}"/>
    <dgm:cxn modelId="{F48796F1-67B4-4326-813F-C8D3D4865C39}" srcId="{BE820D90-41A6-47FE-B96D-3CA3610A99D8}" destId="{02768F6D-9E1F-4FFE-9C4D-311295BC285C}" srcOrd="2" destOrd="0" parTransId="{9F5354B1-99B9-464E-9B20-40C9087DD815}" sibTransId="{681F2B51-9BCA-463D-B767-17056CC80399}"/>
    <dgm:cxn modelId="{F1329663-0A5C-4808-9103-0809E6D88CE6}" type="presParOf" srcId="{39217735-2924-4569-89C9-E64DFAD16237}" destId="{7A371B8C-75BA-4A5E-89AC-A64FBEDE8A97}" srcOrd="0" destOrd="0" presId="urn:microsoft.com/office/officeart/2018/2/layout/IconVerticalSolidList"/>
    <dgm:cxn modelId="{497B6E3F-2AEF-4FFD-BF73-C05F616742CA}" type="presParOf" srcId="{7A371B8C-75BA-4A5E-89AC-A64FBEDE8A97}" destId="{83FA265D-A6AF-477F-AAD0-891E70D82FC1}" srcOrd="0" destOrd="0" presId="urn:microsoft.com/office/officeart/2018/2/layout/IconVerticalSolidList"/>
    <dgm:cxn modelId="{5167058E-952A-417D-80A9-620B268DE774}" type="presParOf" srcId="{7A371B8C-75BA-4A5E-89AC-A64FBEDE8A97}" destId="{94CE6DBD-4134-4E52-AC0A-88E41FBED824}" srcOrd="1" destOrd="0" presId="urn:microsoft.com/office/officeart/2018/2/layout/IconVerticalSolidList"/>
    <dgm:cxn modelId="{19765509-B264-49F1-84E5-8FF7F6E911FB}" type="presParOf" srcId="{7A371B8C-75BA-4A5E-89AC-A64FBEDE8A97}" destId="{72CE4190-BC04-46E3-B426-39B2833EAAED}" srcOrd="2" destOrd="0" presId="urn:microsoft.com/office/officeart/2018/2/layout/IconVerticalSolidList"/>
    <dgm:cxn modelId="{BE05B653-7C76-4714-8173-AB0CB6C8AE3C}" type="presParOf" srcId="{7A371B8C-75BA-4A5E-89AC-A64FBEDE8A97}" destId="{BD35BEDA-9132-4E90-92FF-951FDB90A8DC}" srcOrd="3" destOrd="0" presId="urn:microsoft.com/office/officeart/2018/2/layout/IconVerticalSolidList"/>
    <dgm:cxn modelId="{6175F9A9-DEC3-4DEB-B057-50AFF67EDB16}" type="presParOf" srcId="{39217735-2924-4569-89C9-E64DFAD16237}" destId="{8C803DF0-0F43-45BE-8FA1-9D677F0752D2}" srcOrd="1" destOrd="0" presId="urn:microsoft.com/office/officeart/2018/2/layout/IconVerticalSolidList"/>
    <dgm:cxn modelId="{38966205-3193-4CA1-9B36-FE913D3CA115}" type="presParOf" srcId="{39217735-2924-4569-89C9-E64DFAD16237}" destId="{C17A2895-DA4E-4B56-AABD-772A9DDF1E1E}" srcOrd="2" destOrd="0" presId="urn:microsoft.com/office/officeart/2018/2/layout/IconVerticalSolidList"/>
    <dgm:cxn modelId="{B229628F-B6A9-4F76-A939-41D3344667F9}" type="presParOf" srcId="{C17A2895-DA4E-4B56-AABD-772A9DDF1E1E}" destId="{E9FE7418-30D6-4C5A-8FD4-F4A493245BFE}" srcOrd="0" destOrd="0" presId="urn:microsoft.com/office/officeart/2018/2/layout/IconVerticalSolidList"/>
    <dgm:cxn modelId="{37D32532-2256-4813-83A1-C384A16A2BEA}" type="presParOf" srcId="{C17A2895-DA4E-4B56-AABD-772A9DDF1E1E}" destId="{6FEAF3CC-1E0D-4AC1-9528-E7F57038DCEC}" srcOrd="1" destOrd="0" presId="urn:microsoft.com/office/officeart/2018/2/layout/IconVerticalSolidList"/>
    <dgm:cxn modelId="{D41418A4-4544-46B8-A55E-02770AC62402}" type="presParOf" srcId="{C17A2895-DA4E-4B56-AABD-772A9DDF1E1E}" destId="{B27DDD01-D179-4F0C-B2CF-19E0FE17D7E6}" srcOrd="2" destOrd="0" presId="urn:microsoft.com/office/officeart/2018/2/layout/IconVerticalSolidList"/>
    <dgm:cxn modelId="{5D5CC200-2B78-4868-A50E-B8118AAF6C23}" type="presParOf" srcId="{C17A2895-DA4E-4B56-AABD-772A9DDF1E1E}" destId="{09DE044A-2086-4694-9BDB-0039BCD7F307}" srcOrd="3" destOrd="0" presId="urn:microsoft.com/office/officeart/2018/2/layout/IconVerticalSolidList"/>
    <dgm:cxn modelId="{6A6EEE7D-6540-494F-8B1C-6372211A6923}" type="presParOf" srcId="{C17A2895-DA4E-4B56-AABD-772A9DDF1E1E}" destId="{9ADFF09D-7E8D-439B-969B-32CD81E6219E}" srcOrd="4" destOrd="0" presId="urn:microsoft.com/office/officeart/2018/2/layout/IconVerticalSolidList"/>
    <dgm:cxn modelId="{B87C0325-BFAB-4E07-8EB9-5A66D0329CDB}" type="presParOf" srcId="{39217735-2924-4569-89C9-E64DFAD16237}" destId="{D6E5B2FD-CB19-487F-924F-86727426DEEF}" srcOrd="3" destOrd="0" presId="urn:microsoft.com/office/officeart/2018/2/layout/IconVerticalSolidList"/>
    <dgm:cxn modelId="{3FF6C377-772C-4C85-B233-5880E78DFBD3}" type="presParOf" srcId="{39217735-2924-4569-89C9-E64DFAD16237}" destId="{370A20A1-C6D8-4673-9F9A-3A0F3D808078}" srcOrd="4" destOrd="0" presId="urn:microsoft.com/office/officeart/2018/2/layout/IconVerticalSolidList"/>
    <dgm:cxn modelId="{933CBC21-02CB-450E-8B6F-F079D184738D}" type="presParOf" srcId="{370A20A1-C6D8-4673-9F9A-3A0F3D808078}" destId="{472788A6-C3EF-43D9-9F11-350CFC150B4C}" srcOrd="0" destOrd="0" presId="urn:microsoft.com/office/officeart/2018/2/layout/IconVerticalSolidList"/>
    <dgm:cxn modelId="{2DACC958-1633-453B-929B-F0023F0D75C0}" type="presParOf" srcId="{370A20A1-C6D8-4673-9F9A-3A0F3D808078}" destId="{E367EA07-9312-4A62-A702-13192E69795E}" srcOrd="1" destOrd="0" presId="urn:microsoft.com/office/officeart/2018/2/layout/IconVerticalSolidList"/>
    <dgm:cxn modelId="{5A258B27-51D7-4277-A161-46012609D0B2}" type="presParOf" srcId="{370A20A1-C6D8-4673-9F9A-3A0F3D808078}" destId="{AF8A8704-5979-4857-87FA-EE21070B06A0}" srcOrd="2" destOrd="0" presId="urn:microsoft.com/office/officeart/2018/2/layout/IconVerticalSolidList"/>
    <dgm:cxn modelId="{5DDD2AF4-B680-4684-81A6-5CAC7BE61009}" type="presParOf" srcId="{370A20A1-C6D8-4673-9F9A-3A0F3D808078}" destId="{EFCE4DF3-E928-413D-A4D2-787809BD746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FCB7F0F-1301-4A29-85F7-CEA6C02BF06C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E6DB718-AC72-4DC3-8DC3-D96FD1E950FC}">
      <dgm:prSet/>
      <dgm:spPr/>
      <dgm:t>
        <a:bodyPr/>
        <a:lstStyle/>
        <a:p>
          <a:r>
            <a:rPr lang="en-US" dirty="0"/>
            <a:t>Purpose‑built for </a:t>
          </a:r>
          <a:r>
            <a:rPr lang="en-US" b="1" dirty="0"/>
            <a:t>data ingestion, indexing, and retrieval</a:t>
          </a:r>
          <a:r>
            <a:rPr lang="en-US" dirty="0"/>
            <a:t>.</a:t>
          </a:r>
        </a:p>
      </dgm:t>
    </dgm:pt>
    <dgm:pt modelId="{640DEBA3-040E-45DA-A24E-1C7B78A2C37B}" type="parTrans" cxnId="{0F9DD993-780D-4C80-A122-E0F0EF62BFEB}">
      <dgm:prSet/>
      <dgm:spPr/>
      <dgm:t>
        <a:bodyPr/>
        <a:lstStyle/>
        <a:p>
          <a:endParaRPr lang="en-US"/>
        </a:p>
      </dgm:t>
    </dgm:pt>
    <dgm:pt modelId="{FC6039B5-1206-4FD7-8A51-D14E3D69D420}" type="sibTrans" cxnId="{0F9DD993-780D-4C80-A122-E0F0EF62BFEB}">
      <dgm:prSet/>
      <dgm:spPr/>
      <dgm:t>
        <a:bodyPr/>
        <a:lstStyle/>
        <a:p>
          <a:endParaRPr lang="en-US"/>
        </a:p>
      </dgm:t>
    </dgm:pt>
    <dgm:pt modelId="{B5C4C828-AAF9-409E-9C6E-4E486757C1D1}">
      <dgm:prSet/>
      <dgm:spPr/>
      <dgm:t>
        <a:bodyPr/>
        <a:lstStyle/>
        <a:p>
          <a:r>
            <a:rPr lang="en-US"/>
            <a:t>Provides multiple index types:</a:t>
          </a:r>
        </a:p>
      </dgm:t>
    </dgm:pt>
    <dgm:pt modelId="{15DDCFC8-2A65-4AB4-9CD3-BBCFA600786D}" type="parTrans" cxnId="{677EF122-66AA-4293-BD1F-34E002519E4A}">
      <dgm:prSet/>
      <dgm:spPr/>
      <dgm:t>
        <a:bodyPr/>
        <a:lstStyle/>
        <a:p>
          <a:endParaRPr lang="en-US"/>
        </a:p>
      </dgm:t>
    </dgm:pt>
    <dgm:pt modelId="{35ADCFE9-8E08-43AB-A68B-EFB644960C6B}" type="sibTrans" cxnId="{677EF122-66AA-4293-BD1F-34E002519E4A}">
      <dgm:prSet/>
      <dgm:spPr/>
      <dgm:t>
        <a:bodyPr/>
        <a:lstStyle/>
        <a:p>
          <a:endParaRPr lang="en-US"/>
        </a:p>
      </dgm:t>
    </dgm:pt>
    <dgm:pt modelId="{61FAE580-470F-486E-8FEE-99E85F2B755E}">
      <dgm:prSet/>
      <dgm:spPr/>
      <dgm:t>
        <a:bodyPr/>
        <a:lstStyle/>
        <a:p>
          <a:r>
            <a:rPr lang="en-US" b="1"/>
            <a:t>Vector Index</a:t>
          </a:r>
          <a:r>
            <a:rPr lang="en-US"/>
            <a:t> (embedding‑based similarity search).</a:t>
          </a:r>
        </a:p>
      </dgm:t>
    </dgm:pt>
    <dgm:pt modelId="{C357F6DE-D808-4351-A7B8-F5F8C267B2E5}" type="parTrans" cxnId="{A04BDD49-33F1-40C5-99F0-AC0EDFDA6192}">
      <dgm:prSet/>
      <dgm:spPr/>
      <dgm:t>
        <a:bodyPr/>
        <a:lstStyle/>
        <a:p>
          <a:endParaRPr lang="en-US"/>
        </a:p>
      </dgm:t>
    </dgm:pt>
    <dgm:pt modelId="{A54E1AE9-D072-4F0C-A9BC-9CC5191E1341}" type="sibTrans" cxnId="{A04BDD49-33F1-40C5-99F0-AC0EDFDA6192}">
      <dgm:prSet/>
      <dgm:spPr/>
      <dgm:t>
        <a:bodyPr/>
        <a:lstStyle/>
        <a:p>
          <a:endParaRPr lang="en-US"/>
        </a:p>
      </dgm:t>
    </dgm:pt>
    <dgm:pt modelId="{5D780BED-1A9A-424D-BC3F-E5E6F2629B69}">
      <dgm:prSet/>
      <dgm:spPr/>
      <dgm:t>
        <a:bodyPr/>
        <a:lstStyle/>
        <a:p>
          <a:r>
            <a:rPr lang="en-US" b="1"/>
            <a:t>Tree Index</a:t>
          </a:r>
          <a:r>
            <a:rPr lang="en-US"/>
            <a:t> (hierarchical summarization).</a:t>
          </a:r>
        </a:p>
      </dgm:t>
    </dgm:pt>
    <dgm:pt modelId="{C3F28FF4-AAA6-450C-84ED-0EAD55AD2AD6}" type="parTrans" cxnId="{DAC9B3C3-B921-4444-862C-8E7C376497E1}">
      <dgm:prSet/>
      <dgm:spPr/>
      <dgm:t>
        <a:bodyPr/>
        <a:lstStyle/>
        <a:p>
          <a:endParaRPr lang="en-US"/>
        </a:p>
      </dgm:t>
    </dgm:pt>
    <dgm:pt modelId="{CB3565B1-FC23-442C-98E3-CD3447820879}" type="sibTrans" cxnId="{DAC9B3C3-B921-4444-862C-8E7C376497E1}">
      <dgm:prSet/>
      <dgm:spPr/>
      <dgm:t>
        <a:bodyPr/>
        <a:lstStyle/>
        <a:p>
          <a:endParaRPr lang="en-US"/>
        </a:p>
      </dgm:t>
    </dgm:pt>
    <dgm:pt modelId="{193E7DF8-BC3B-4B97-B3E2-5335D697F06B}">
      <dgm:prSet/>
      <dgm:spPr/>
      <dgm:t>
        <a:bodyPr/>
        <a:lstStyle/>
        <a:p>
          <a:r>
            <a:rPr lang="en-US" b="1"/>
            <a:t>Keyword Table</a:t>
          </a:r>
          <a:r>
            <a:rPr lang="en-US"/>
            <a:t> (fast keyword lookups).</a:t>
          </a:r>
        </a:p>
      </dgm:t>
    </dgm:pt>
    <dgm:pt modelId="{A24AD95A-00D4-456A-BCC5-513E7BC5726A}" type="parTrans" cxnId="{11D04446-AF1D-4D0C-934C-C04DD8D82CFE}">
      <dgm:prSet/>
      <dgm:spPr/>
      <dgm:t>
        <a:bodyPr/>
        <a:lstStyle/>
        <a:p>
          <a:endParaRPr lang="en-US"/>
        </a:p>
      </dgm:t>
    </dgm:pt>
    <dgm:pt modelId="{78383235-CDD2-408A-BE9B-C6BEEE3394E0}" type="sibTrans" cxnId="{11D04446-AF1D-4D0C-934C-C04DD8D82CFE}">
      <dgm:prSet/>
      <dgm:spPr/>
      <dgm:t>
        <a:bodyPr/>
        <a:lstStyle/>
        <a:p>
          <a:endParaRPr lang="en-US"/>
        </a:p>
      </dgm:t>
    </dgm:pt>
    <dgm:pt modelId="{BB2F2F3F-5B46-4F05-8331-F86EB9C9C1EF}">
      <dgm:prSet/>
      <dgm:spPr/>
      <dgm:t>
        <a:bodyPr/>
        <a:lstStyle/>
        <a:p>
          <a:r>
            <a:rPr lang="en-US" b="1"/>
            <a:t>List Index</a:t>
          </a:r>
          <a:r>
            <a:rPr lang="en-US"/>
            <a:t> (linear sequential documents).</a:t>
          </a:r>
        </a:p>
      </dgm:t>
    </dgm:pt>
    <dgm:pt modelId="{DA0FAB03-FD9D-4482-9E6C-13CF084BC81B}" type="parTrans" cxnId="{FFC927B5-A5BC-4E9E-863E-6FD04D1B7027}">
      <dgm:prSet/>
      <dgm:spPr/>
      <dgm:t>
        <a:bodyPr/>
        <a:lstStyle/>
        <a:p>
          <a:endParaRPr lang="en-US"/>
        </a:p>
      </dgm:t>
    </dgm:pt>
    <dgm:pt modelId="{85C2B77C-EFCA-47B7-9FCC-5BD31965BC7D}" type="sibTrans" cxnId="{FFC927B5-A5BC-4E9E-863E-6FD04D1B7027}">
      <dgm:prSet/>
      <dgm:spPr/>
      <dgm:t>
        <a:bodyPr/>
        <a:lstStyle/>
        <a:p>
          <a:endParaRPr lang="en-US"/>
        </a:p>
      </dgm:t>
    </dgm:pt>
    <dgm:pt modelId="{710DE9EC-17C8-4F37-89CE-C89484D8CAC7}">
      <dgm:prSet/>
      <dgm:spPr/>
      <dgm:t>
        <a:bodyPr/>
        <a:lstStyle/>
        <a:p>
          <a:r>
            <a:rPr lang="en-US"/>
            <a:t>Query engines: retrieval, reranking, synthesis.</a:t>
          </a:r>
        </a:p>
      </dgm:t>
    </dgm:pt>
    <dgm:pt modelId="{66107A01-66DA-41B6-9C80-691D6C890F55}" type="parTrans" cxnId="{02B1D493-6134-4CCC-A9CE-261E556B327A}">
      <dgm:prSet/>
      <dgm:spPr/>
      <dgm:t>
        <a:bodyPr/>
        <a:lstStyle/>
        <a:p>
          <a:endParaRPr lang="en-US"/>
        </a:p>
      </dgm:t>
    </dgm:pt>
    <dgm:pt modelId="{F5346F78-EF32-4147-82BD-267293EA175B}" type="sibTrans" cxnId="{02B1D493-6134-4CCC-A9CE-261E556B327A}">
      <dgm:prSet/>
      <dgm:spPr/>
      <dgm:t>
        <a:bodyPr/>
        <a:lstStyle/>
        <a:p>
          <a:endParaRPr lang="en-US"/>
        </a:p>
      </dgm:t>
    </dgm:pt>
    <dgm:pt modelId="{74D0467C-26CB-4986-AFC7-4890C2F05D92}">
      <dgm:prSet/>
      <dgm:spPr/>
      <dgm:t>
        <a:bodyPr/>
        <a:lstStyle/>
        <a:p>
          <a:r>
            <a:rPr lang="en-US"/>
            <a:t>Observability: inspect retrieved nodes, track provenance, debug easily.</a:t>
          </a:r>
        </a:p>
      </dgm:t>
    </dgm:pt>
    <dgm:pt modelId="{657BB6FF-C3D8-4128-927F-BA460B1C823C}" type="parTrans" cxnId="{9CE08BEB-0489-4076-B646-DD4AC6CAA130}">
      <dgm:prSet/>
      <dgm:spPr/>
      <dgm:t>
        <a:bodyPr/>
        <a:lstStyle/>
        <a:p>
          <a:endParaRPr lang="en-US"/>
        </a:p>
      </dgm:t>
    </dgm:pt>
    <dgm:pt modelId="{94B4EA32-EFFC-42AC-920C-3C8E8F218B19}" type="sibTrans" cxnId="{9CE08BEB-0489-4076-B646-DD4AC6CAA130}">
      <dgm:prSet/>
      <dgm:spPr/>
      <dgm:t>
        <a:bodyPr/>
        <a:lstStyle/>
        <a:p>
          <a:endParaRPr lang="en-US"/>
        </a:p>
      </dgm:t>
    </dgm:pt>
    <dgm:pt modelId="{461C9875-FFBA-4237-9A70-781A17438AAB}" type="pres">
      <dgm:prSet presAssocID="{CFCB7F0F-1301-4A29-85F7-CEA6C02BF06C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64BE97A8-05D5-4647-9106-9865EBC212C5}" type="pres">
      <dgm:prSet presAssocID="{AE6DB718-AC72-4DC3-8DC3-D96FD1E950FC}" presName="hierRoot1" presStyleCnt="0">
        <dgm:presLayoutVars>
          <dgm:hierBranch val="init"/>
        </dgm:presLayoutVars>
      </dgm:prSet>
      <dgm:spPr/>
    </dgm:pt>
    <dgm:pt modelId="{1CA54A5F-8CA3-4C6A-B6CF-671CBEF0CA7B}" type="pres">
      <dgm:prSet presAssocID="{AE6DB718-AC72-4DC3-8DC3-D96FD1E950FC}" presName="rootComposite1" presStyleCnt="0"/>
      <dgm:spPr/>
    </dgm:pt>
    <dgm:pt modelId="{EF632375-A5B2-4C70-84D1-7A3B0E9DE6AB}" type="pres">
      <dgm:prSet presAssocID="{AE6DB718-AC72-4DC3-8DC3-D96FD1E950FC}" presName="rootText1" presStyleLbl="node0" presStyleIdx="0" presStyleCnt="4">
        <dgm:presLayoutVars>
          <dgm:chPref val="3"/>
        </dgm:presLayoutVars>
      </dgm:prSet>
      <dgm:spPr/>
    </dgm:pt>
    <dgm:pt modelId="{BF3BFE03-8FA3-438D-AE3E-157484E6A0D3}" type="pres">
      <dgm:prSet presAssocID="{AE6DB718-AC72-4DC3-8DC3-D96FD1E950FC}" presName="rootConnector1" presStyleLbl="node1" presStyleIdx="0" presStyleCnt="0"/>
      <dgm:spPr/>
    </dgm:pt>
    <dgm:pt modelId="{EBABA3E9-F330-4659-9162-59C0636BC542}" type="pres">
      <dgm:prSet presAssocID="{AE6DB718-AC72-4DC3-8DC3-D96FD1E950FC}" presName="hierChild2" presStyleCnt="0"/>
      <dgm:spPr/>
    </dgm:pt>
    <dgm:pt modelId="{FBD70A4B-77AF-4894-8CCB-5BBD958DA044}" type="pres">
      <dgm:prSet presAssocID="{AE6DB718-AC72-4DC3-8DC3-D96FD1E950FC}" presName="hierChild3" presStyleCnt="0"/>
      <dgm:spPr/>
    </dgm:pt>
    <dgm:pt modelId="{EE762DCE-2715-46B8-BE66-E1F458CA4A8C}" type="pres">
      <dgm:prSet presAssocID="{B5C4C828-AAF9-409E-9C6E-4E486757C1D1}" presName="hierRoot1" presStyleCnt="0">
        <dgm:presLayoutVars>
          <dgm:hierBranch val="init"/>
        </dgm:presLayoutVars>
      </dgm:prSet>
      <dgm:spPr/>
    </dgm:pt>
    <dgm:pt modelId="{FF90F9FF-3B85-4B80-BA1A-FD3D45887B67}" type="pres">
      <dgm:prSet presAssocID="{B5C4C828-AAF9-409E-9C6E-4E486757C1D1}" presName="rootComposite1" presStyleCnt="0"/>
      <dgm:spPr/>
    </dgm:pt>
    <dgm:pt modelId="{AC9A1757-1DAB-497D-B3C8-141644004CCA}" type="pres">
      <dgm:prSet presAssocID="{B5C4C828-AAF9-409E-9C6E-4E486757C1D1}" presName="rootText1" presStyleLbl="node0" presStyleIdx="1" presStyleCnt="4">
        <dgm:presLayoutVars>
          <dgm:chPref val="3"/>
        </dgm:presLayoutVars>
      </dgm:prSet>
      <dgm:spPr/>
    </dgm:pt>
    <dgm:pt modelId="{3A33D2AA-F4E0-4867-9B32-EB6B48068D92}" type="pres">
      <dgm:prSet presAssocID="{B5C4C828-AAF9-409E-9C6E-4E486757C1D1}" presName="rootConnector1" presStyleLbl="node1" presStyleIdx="0" presStyleCnt="0"/>
      <dgm:spPr/>
    </dgm:pt>
    <dgm:pt modelId="{9A797C00-B28A-4F5A-805A-BDF28707EFED}" type="pres">
      <dgm:prSet presAssocID="{B5C4C828-AAF9-409E-9C6E-4E486757C1D1}" presName="hierChild2" presStyleCnt="0"/>
      <dgm:spPr/>
    </dgm:pt>
    <dgm:pt modelId="{C8331E45-F2C2-4329-8B5E-7953AA389DC4}" type="pres">
      <dgm:prSet presAssocID="{C357F6DE-D808-4351-A7B8-F5F8C267B2E5}" presName="Name64" presStyleLbl="parChTrans1D2" presStyleIdx="0" presStyleCnt="4"/>
      <dgm:spPr/>
    </dgm:pt>
    <dgm:pt modelId="{6248AB42-851F-4301-9E32-B87D5E2A985D}" type="pres">
      <dgm:prSet presAssocID="{61FAE580-470F-486E-8FEE-99E85F2B755E}" presName="hierRoot2" presStyleCnt="0">
        <dgm:presLayoutVars>
          <dgm:hierBranch val="init"/>
        </dgm:presLayoutVars>
      </dgm:prSet>
      <dgm:spPr/>
    </dgm:pt>
    <dgm:pt modelId="{0049447D-6A9C-48EC-B6A4-568715CB34BA}" type="pres">
      <dgm:prSet presAssocID="{61FAE580-470F-486E-8FEE-99E85F2B755E}" presName="rootComposite" presStyleCnt="0"/>
      <dgm:spPr/>
    </dgm:pt>
    <dgm:pt modelId="{3E7D19B2-7E28-4FD3-B3FE-96D0DEFF225F}" type="pres">
      <dgm:prSet presAssocID="{61FAE580-470F-486E-8FEE-99E85F2B755E}" presName="rootText" presStyleLbl="node2" presStyleIdx="0" presStyleCnt="4">
        <dgm:presLayoutVars>
          <dgm:chPref val="3"/>
        </dgm:presLayoutVars>
      </dgm:prSet>
      <dgm:spPr/>
    </dgm:pt>
    <dgm:pt modelId="{7CE62039-CBDE-4978-8083-615D31690C62}" type="pres">
      <dgm:prSet presAssocID="{61FAE580-470F-486E-8FEE-99E85F2B755E}" presName="rootConnector" presStyleLbl="node2" presStyleIdx="0" presStyleCnt="4"/>
      <dgm:spPr/>
    </dgm:pt>
    <dgm:pt modelId="{81584FA3-C3D7-4905-9517-58450EE9FA50}" type="pres">
      <dgm:prSet presAssocID="{61FAE580-470F-486E-8FEE-99E85F2B755E}" presName="hierChild4" presStyleCnt="0"/>
      <dgm:spPr/>
    </dgm:pt>
    <dgm:pt modelId="{2140FA3D-CE57-4C80-BAF4-B39809F5252E}" type="pres">
      <dgm:prSet presAssocID="{61FAE580-470F-486E-8FEE-99E85F2B755E}" presName="hierChild5" presStyleCnt="0"/>
      <dgm:spPr/>
    </dgm:pt>
    <dgm:pt modelId="{63A3B4C4-A020-4D40-A8FC-1B2CC6D6CFC4}" type="pres">
      <dgm:prSet presAssocID="{C3F28FF4-AAA6-450C-84ED-0EAD55AD2AD6}" presName="Name64" presStyleLbl="parChTrans1D2" presStyleIdx="1" presStyleCnt="4"/>
      <dgm:spPr/>
    </dgm:pt>
    <dgm:pt modelId="{F2B8F594-E329-4E67-B789-AB489C90502D}" type="pres">
      <dgm:prSet presAssocID="{5D780BED-1A9A-424D-BC3F-E5E6F2629B69}" presName="hierRoot2" presStyleCnt="0">
        <dgm:presLayoutVars>
          <dgm:hierBranch val="init"/>
        </dgm:presLayoutVars>
      </dgm:prSet>
      <dgm:spPr/>
    </dgm:pt>
    <dgm:pt modelId="{8E1D6208-1631-44C4-A768-A50D81DB83A3}" type="pres">
      <dgm:prSet presAssocID="{5D780BED-1A9A-424D-BC3F-E5E6F2629B69}" presName="rootComposite" presStyleCnt="0"/>
      <dgm:spPr/>
    </dgm:pt>
    <dgm:pt modelId="{FDB278AB-ADC2-4FEF-A0B1-16A85A292244}" type="pres">
      <dgm:prSet presAssocID="{5D780BED-1A9A-424D-BC3F-E5E6F2629B69}" presName="rootText" presStyleLbl="node2" presStyleIdx="1" presStyleCnt="4">
        <dgm:presLayoutVars>
          <dgm:chPref val="3"/>
        </dgm:presLayoutVars>
      </dgm:prSet>
      <dgm:spPr/>
    </dgm:pt>
    <dgm:pt modelId="{2C04CB42-5B69-4951-8984-B6D386CAC270}" type="pres">
      <dgm:prSet presAssocID="{5D780BED-1A9A-424D-BC3F-E5E6F2629B69}" presName="rootConnector" presStyleLbl="node2" presStyleIdx="1" presStyleCnt="4"/>
      <dgm:spPr/>
    </dgm:pt>
    <dgm:pt modelId="{AEB5B88D-ACE3-4479-A7FF-A8E8FA2251B2}" type="pres">
      <dgm:prSet presAssocID="{5D780BED-1A9A-424D-BC3F-E5E6F2629B69}" presName="hierChild4" presStyleCnt="0"/>
      <dgm:spPr/>
    </dgm:pt>
    <dgm:pt modelId="{186B9439-5852-4F44-9709-F667EF1903C4}" type="pres">
      <dgm:prSet presAssocID="{5D780BED-1A9A-424D-BC3F-E5E6F2629B69}" presName="hierChild5" presStyleCnt="0"/>
      <dgm:spPr/>
    </dgm:pt>
    <dgm:pt modelId="{EA10C4BD-26F0-403E-B06E-40DE98024326}" type="pres">
      <dgm:prSet presAssocID="{A24AD95A-00D4-456A-BCC5-513E7BC5726A}" presName="Name64" presStyleLbl="parChTrans1D2" presStyleIdx="2" presStyleCnt="4"/>
      <dgm:spPr/>
    </dgm:pt>
    <dgm:pt modelId="{B0651F55-0668-4F7F-ABC6-7DAF17535633}" type="pres">
      <dgm:prSet presAssocID="{193E7DF8-BC3B-4B97-B3E2-5335D697F06B}" presName="hierRoot2" presStyleCnt="0">
        <dgm:presLayoutVars>
          <dgm:hierBranch val="init"/>
        </dgm:presLayoutVars>
      </dgm:prSet>
      <dgm:spPr/>
    </dgm:pt>
    <dgm:pt modelId="{9B76B28F-0D00-4014-A26A-4994932EA7CC}" type="pres">
      <dgm:prSet presAssocID="{193E7DF8-BC3B-4B97-B3E2-5335D697F06B}" presName="rootComposite" presStyleCnt="0"/>
      <dgm:spPr/>
    </dgm:pt>
    <dgm:pt modelId="{E75F7B56-4112-4571-B2FB-C498100FC514}" type="pres">
      <dgm:prSet presAssocID="{193E7DF8-BC3B-4B97-B3E2-5335D697F06B}" presName="rootText" presStyleLbl="node2" presStyleIdx="2" presStyleCnt="4">
        <dgm:presLayoutVars>
          <dgm:chPref val="3"/>
        </dgm:presLayoutVars>
      </dgm:prSet>
      <dgm:spPr/>
    </dgm:pt>
    <dgm:pt modelId="{800C9E23-CAA6-4B3D-AFA4-D40F7F1340AC}" type="pres">
      <dgm:prSet presAssocID="{193E7DF8-BC3B-4B97-B3E2-5335D697F06B}" presName="rootConnector" presStyleLbl="node2" presStyleIdx="2" presStyleCnt="4"/>
      <dgm:spPr/>
    </dgm:pt>
    <dgm:pt modelId="{6621F238-A991-43B5-8B22-BC293510993B}" type="pres">
      <dgm:prSet presAssocID="{193E7DF8-BC3B-4B97-B3E2-5335D697F06B}" presName="hierChild4" presStyleCnt="0"/>
      <dgm:spPr/>
    </dgm:pt>
    <dgm:pt modelId="{9B088842-6FED-4CFD-97FB-C34BBF2CE4F0}" type="pres">
      <dgm:prSet presAssocID="{193E7DF8-BC3B-4B97-B3E2-5335D697F06B}" presName="hierChild5" presStyleCnt="0"/>
      <dgm:spPr/>
    </dgm:pt>
    <dgm:pt modelId="{6AECD10C-46C8-4796-8482-DB5C59F424C4}" type="pres">
      <dgm:prSet presAssocID="{DA0FAB03-FD9D-4482-9E6C-13CF084BC81B}" presName="Name64" presStyleLbl="parChTrans1D2" presStyleIdx="3" presStyleCnt="4"/>
      <dgm:spPr/>
    </dgm:pt>
    <dgm:pt modelId="{A5F6206F-E1B6-4A08-8538-7DDCE7F5F3B0}" type="pres">
      <dgm:prSet presAssocID="{BB2F2F3F-5B46-4F05-8331-F86EB9C9C1EF}" presName="hierRoot2" presStyleCnt="0">
        <dgm:presLayoutVars>
          <dgm:hierBranch val="init"/>
        </dgm:presLayoutVars>
      </dgm:prSet>
      <dgm:spPr/>
    </dgm:pt>
    <dgm:pt modelId="{F603E41E-697F-4B11-A09C-38825879E95B}" type="pres">
      <dgm:prSet presAssocID="{BB2F2F3F-5B46-4F05-8331-F86EB9C9C1EF}" presName="rootComposite" presStyleCnt="0"/>
      <dgm:spPr/>
    </dgm:pt>
    <dgm:pt modelId="{888C3FCF-398B-4D95-A1B7-4788B1912FBA}" type="pres">
      <dgm:prSet presAssocID="{BB2F2F3F-5B46-4F05-8331-F86EB9C9C1EF}" presName="rootText" presStyleLbl="node2" presStyleIdx="3" presStyleCnt="4">
        <dgm:presLayoutVars>
          <dgm:chPref val="3"/>
        </dgm:presLayoutVars>
      </dgm:prSet>
      <dgm:spPr/>
    </dgm:pt>
    <dgm:pt modelId="{B7AA1A97-A705-485E-8A85-4131A2E9CAE3}" type="pres">
      <dgm:prSet presAssocID="{BB2F2F3F-5B46-4F05-8331-F86EB9C9C1EF}" presName="rootConnector" presStyleLbl="node2" presStyleIdx="3" presStyleCnt="4"/>
      <dgm:spPr/>
    </dgm:pt>
    <dgm:pt modelId="{9D817249-CB99-4706-A0FD-24A81E538CF1}" type="pres">
      <dgm:prSet presAssocID="{BB2F2F3F-5B46-4F05-8331-F86EB9C9C1EF}" presName="hierChild4" presStyleCnt="0"/>
      <dgm:spPr/>
    </dgm:pt>
    <dgm:pt modelId="{590BF572-8700-40CD-98C7-A6CF204719F6}" type="pres">
      <dgm:prSet presAssocID="{BB2F2F3F-5B46-4F05-8331-F86EB9C9C1EF}" presName="hierChild5" presStyleCnt="0"/>
      <dgm:spPr/>
    </dgm:pt>
    <dgm:pt modelId="{D1722705-4C48-4D10-BC6E-C7C4A25C585E}" type="pres">
      <dgm:prSet presAssocID="{B5C4C828-AAF9-409E-9C6E-4E486757C1D1}" presName="hierChild3" presStyleCnt="0"/>
      <dgm:spPr/>
    </dgm:pt>
    <dgm:pt modelId="{39C358F3-C5C8-4BE8-A648-DCD54A17ADC9}" type="pres">
      <dgm:prSet presAssocID="{710DE9EC-17C8-4F37-89CE-C89484D8CAC7}" presName="hierRoot1" presStyleCnt="0">
        <dgm:presLayoutVars>
          <dgm:hierBranch val="init"/>
        </dgm:presLayoutVars>
      </dgm:prSet>
      <dgm:spPr/>
    </dgm:pt>
    <dgm:pt modelId="{01F7E6A8-615A-49F4-8338-5AC0CE05A9CE}" type="pres">
      <dgm:prSet presAssocID="{710DE9EC-17C8-4F37-89CE-C89484D8CAC7}" presName="rootComposite1" presStyleCnt="0"/>
      <dgm:spPr/>
    </dgm:pt>
    <dgm:pt modelId="{F9BF29F1-6D9C-4068-A513-B049DBC84BBC}" type="pres">
      <dgm:prSet presAssocID="{710DE9EC-17C8-4F37-89CE-C89484D8CAC7}" presName="rootText1" presStyleLbl="node0" presStyleIdx="2" presStyleCnt="4">
        <dgm:presLayoutVars>
          <dgm:chPref val="3"/>
        </dgm:presLayoutVars>
      </dgm:prSet>
      <dgm:spPr/>
    </dgm:pt>
    <dgm:pt modelId="{86CDFCF9-2F31-41E2-93CB-A67AEDCF0457}" type="pres">
      <dgm:prSet presAssocID="{710DE9EC-17C8-4F37-89CE-C89484D8CAC7}" presName="rootConnector1" presStyleLbl="node1" presStyleIdx="0" presStyleCnt="0"/>
      <dgm:spPr/>
    </dgm:pt>
    <dgm:pt modelId="{4EB5983D-BC37-4D89-A57C-4DD19279367F}" type="pres">
      <dgm:prSet presAssocID="{710DE9EC-17C8-4F37-89CE-C89484D8CAC7}" presName="hierChild2" presStyleCnt="0"/>
      <dgm:spPr/>
    </dgm:pt>
    <dgm:pt modelId="{BDD5F10B-8642-4B8C-BC0B-17C9CCC85F40}" type="pres">
      <dgm:prSet presAssocID="{710DE9EC-17C8-4F37-89CE-C89484D8CAC7}" presName="hierChild3" presStyleCnt="0"/>
      <dgm:spPr/>
    </dgm:pt>
    <dgm:pt modelId="{D9CE4E46-808D-442E-B4B9-E427062F5AE4}" type="pres">
      <dgm:prSet presAssocID="{74D0467C-26CB-4986-AFC7-4890C2F05D92}" presName="hierRoot1" presStyleCnt="0">
        <dgm:presLayoutVars>
          <dgm:hierBranch val="init"/>
        </dgm:presLayoutVars>
      </dgm:prSet>
      <dgm:spPr/>
    </dgm:pt>
    <dgm:pt modelId="{517FAF04-C3DA-4B94-B24B-38E06BE90758}" type="pres">
      <dgm:prSet presAssocID="{74D0467C-26CB-4986-AFC7-4890C2F05D92}" presName="rootComposite1" presStyleCnt="0"/>
      <dgm:spPr/>
    </dgm:pt>
    <dgm:pt modelId="{B0294C3D-B8AE-40F7-A9F8-4AC185479845}" type="pres">
      <dgm:prSet presAssocID="{74D0467C-26CB-4986-AFC7-4890C2F05D92}" presName="rootText1" presStyleLbl="node0" presStyleIdx="3" presStyleCnt="4">
        <dgm:presLayoutVars>
          <dgm:chPref val="3"/>
        </dgm:presLayoutVars>
      </dgm:prSet>
      <dgm:spPr/>
    </dgm:pt>
    <dgm:pt modelId="{23F3FE40-6600-485E-99D5-ADF4D894DB8A}" type="pres">
      <dgm:prSet presAssocID="{74D0467C-26CB-4986-AFC7-4890C2F05D92}" presName="rootConnector1" presStyleLbl="node1" presStyleIdx="0" presStyleCnt="0"/>
      <dgm:spPr/>
    </dgm:pt>
    <dgm:pt modelId="{09D7D354-EF1C-41C7-B8ED-5D23D1634174}" type="pres">
      <dgm:prSet presAssocID="{74D0467C-26CB-4986-AFC7-4890C2F05D92}" presName="hierChild2" presStyleCnt="0"/>
      <dgm:spPr/>
    </dgm:pt>
    <dgm:pt modelId="{0A4AB13C-0A1A-482E-94C6-104FCE2E46F0}" type="pres">
      <dgm:prSet presAssocID="{74D0467C-26CB-4986-AFC7-4890C2F05D92}" presName="hierChild3" presStyleCnt="0"/>
      <dgm:spPr/>
    </dgm:pt>
  </dgm:ptLst>
  <dgm:cxnLst>
    <dgm:cxn modelId="{BA881005-C288-46CA-8248-EE0743D86E42}" type="presOf" srcId="{BB2F2F3F-5B46-4F05-8331-F86EB9C9C1EF}" destId="{B7AA1A97-A705-485E-8A85-4131A2E9CAE3}" srcOrd="1" destOrd="0" presId="urn:microsoft.com/office/officeart/2009/3/layout/HorizontalOrganizationChart"/>
    <dgm:cxn modelId="{00396F0D-1126-4FD8-974C-7EA1CB3E35AB}" type="presOf" srcId="{61FAE580-470F-486E-8FEE-99E85F2B755E}" destId="{3E7D19B2-7E28-4FD3-B3FE-96D0DEFF225F}" srcOrd="0" destOrd="0" presId="urn:microsoft.com/office/officeart/2009/3/layout/HorizontalOrganizationChart"/>
    <dgm:cxn modelId="{F3C3F50F-9424-436C-9E19-FE1BBEB3978B}" type="presOf" srcId="{DA0FAB03-FD9D-4482-9E6C-13CF084BC81B}" destId="{6AECD10C-46C8-4796-8482-DB5C59F424C4}" srcOrd="0" destOrd="0" presId="urn:microsoft.com/office/officeart/2009/3/layout/HorizontalOrganizationChart"/>
    <dgm:cxn modelId="{2CB78F20-1F1A-4B05-B548-A397BD800888}" type="presOf" srcId="{74D0467C-26CB-4986-AFC7-4890C2F05D92}" destId="{23F3FE40-6600-485E-99D5-ADF4D894DB8A}" srcOrd="1" destOrd="0" presId="urn:microsoft.com/office/officeart/2009/3/layout/HorizontalOrganizationChart"/>
    <dgm:cxn modelId="{677EF122-66AA-4293-BD1F-34E002519E4A}" srcId="{CFCB7F0F-1301-4A29-85F7-CEA6C02BF06C}" destId="{B5C4C828-AAF9-409E-9C6E-4E486757C1D1}" srcOrd="1" destOrd="0" parTransId="{15DDCFC8-2A65-4AB4-9CD3-BBCFA600786D}" sibTransId="{35ADCFE9-8E08-43AB-A68B-EFB644960C6B}"/>
    <dgm:cxn modelId="{B7463840-77BC-492B-B4FA-BA0F707FEC2C}" type="presOf" srcId="{193E7DF8-BC3B-4B97-B3E2-5335D697F06B}" destId="{E75F7B56-4112-4571-B2FB-C498100FC514}" srcOrd="0" destOrd="0" presId="urn:microsoft.com/office/officeart/2009/3/layout/HorizontalOrganizationChart"/>
    <dgm:cxn modelId="{DF62055E-7AD5-4B94-AB41-13D1FCF145D2}" type="presOf" srcId="{5D780BED-1A9A-424D-BC3F-E5E6F2629B69}" destId="{FDB278AB-ADC2-4FEF-A0B1-16A85A292244}" srcOrd="0" destOrd="0" presId="urn:microsoft.com/office/officeart/2009/3/layout/HorizontalOrganizationChart"/>
    <dgm:cxn modelId="{33450A5F-2B8D-4CC5-9AF2-BC30355BD018}" type="presOf" srcId="{61FAE580-470F-486E-8FEE-99E85F2B755E}" destId="{7CE62039-CBDE-4978-8083-615D31690C62}" srcOrd="1" destOrd="0" presId="urn:microsoft.com/office/officeart/2009/3/layout/HorizontalOrganizationChart"/>
    <dgm:cxn modelId="{04790A5F-173D-47EC-BC74-149A999AE7EF}" type="presOf" srcId="{AE6DB718-AC72-4DC3-8DC3-D96FD1E950FC}" destId="{BF3BFE03-8FA3-438D-AE3E-157484E6A0D3}" srcOrd="1" destOrd="0" presId="urn:microsoft.com/office/officeart/2009/3/layout/HorizontalOrganizationChart"/>
    <dgm:cxn modelId="{AF26BA5F-EF4B-46B3-BF80-41342A4E21A7}" type="presOf" srcId="{74D0467C-26CB-4986-AFC7-4890C2F05D92}" destId="{B0294C3D-B8AE-40F7-A9F8-4AC185479845}" srcOrd="0" destOrd="0" presId="urn:microsoft.com/office/officeart/2009/3/layout/HorizontalOrganizationChart"/>
    <dgm:cxn modelId="{612DCB64-8C84-4AE9-9560-AE40DF825E8C}" type="presOf" srcId="{B5C4C828-AAF9-409E-9C6E-4E486757C1D1}" destId="{3A33D2AA-F4E0-4867-9B32-EB6B48068D92}" srcOrd="1" destOrd="0" presId="urn:microsoft.com/office/officeart/2009/3/layout/HorizontalOrganizationChart"/>
    <dgm:cxn modelId="{11D04446-AF1D-4D0C-934C-C04DD8D82CFE}" srcId="{B5C4C828-AAF9-409E-9C6E-4E486757C1D1}" destId="{193E7DF8-BC3B-4B97-B3E2-5335D697F06B}" srcOrd="2" destOrd="0" parTransId="{A24AD95A-00D4-456A-BCC5-513E7BC5726A}" sibTransId="{78383235-CDD2-408A-BE9B-C6BEEE3394E0}"/>
    <dgm:cxn modelId="{A04BDD49-33F1-40C5-99F0-AC0EDFDA6192}" srcId="{B5C4C828-AAF9-409E-9C6E-4E486757C1D1}" destId="{61FAE580-470F-486E-8FEE-99E85F2B755E}" srcOrd="0" destOrd="0" parTransId="{C357F6DE-D808-4351-A7B8-F5F8C267B2E5}" sibTransId="{A54E1AE9-D072-4F0C-A9BC-9CC5191E1341}"/>
    <dgm:cxn modelId="{7DF72D75-1DAE-4630-BF10-782355D2D2F1}" type="presOf" srcId="{710DE9EC-17C8-4F37-89CE-C89484D8CAC7}" destId="{F9BF29F1-6D9C-4068-A513-B049DBC84BBC}" srcOrd="0" destOrd="0" presId="urn:microsoft.com/office/officeart/2009/3/layout/HorizontalOrganizationChart"/>
    <dgm:cxn modelId="{E29D5688-5501-4DCC-AB04-9A6A95F54442}" type="presOf" srcId="{AE6DB718-AC72-4DC3-8DC3-D96FD1E950FC}" destId="{EF632375-A5B2-4C70-84D1-7A3B0E9DE6AB}" srcOrd="0" destOrd="0" presId="urn:microsoft.com/office/officeart/2009/3/layout/HorizontalOrganizationChart"/>
    <dgm:cxn modelId="{02B1D493-6134-4CCC-A9CE-261E556B327A}" srcId="{CFCB7F0F-1301-4A29-85F7-CEA6C02BF06C}" destId="{710DE9EC-17C8-4F37-89CE-C89484D8CAC7}" srcOrd="2" destOrd="0" parTransId="{66107A01-66DA-41B6-9C80-691D6C890F55}" sibTransId="{F5346F78-EF32-4147-82BD-267293EA175B}"/>
    <dgm:cxn modelId="{0F9DD993-780D-4C80-A122-E0F0EF62BFEB}" srcId="{CFCB7F0F-1301-4A29-85F7-CEA6C02BF06C}" destId="{AE6DB718-AC72-4DC3-8DC3-D96FD1E950FC}" srcOrd="0" destOrd="0" parTransId="{640DEBA3-040E-45DA-A24E-1C7B78A2C37B}" sibTransId="{FC6039B5-1206-4FD7-8A51-D14E3D69D420}"/>
    <dgm:cxn modelId="{2C4A299A-8750-46EF-BA41-3DD5833DA9D7}" type="presOf" srcId="{CFCB7F0F-1301-4A29-85F7-CEA6C02BF06C}" destId="{461C9875-FFBA-4237-9A70-781A17438AAB}" srcOrd="0" destOrd="0" presId="urn:microsoft.com/office/officeart/2009/3/layout/HorizontalOrganizationChart"/>
    <dgm:cxn modelId="{29FC80A0-0A68-4C50-8996-5F23CBF79BE6}" type="presOf" srcId="{C357F6DE-D808-4351-A7B8-F5F8C267B2E5}" destId="{C8331E45-F2C2-4329-8B5E-7953AA389DC4}" srcOrd="0" destOrd="0" presId="urn:microsoft.com/office/officeart/2009/3/layout/HorizontalOrganizationChart"/>
    <dgm:cxn modelId="{1FACA4A8-EBC1-4F71-89FA-5A2F892EB2D0}" type="presOf" srcId="{C3F28FF4-AAA6-450C-84ED-0EAD55AD2AD6}" destId="{63A3B4C4-A020-4D40-A8FC-1B2CC6D6CFC4}" srcOrd="0" destOrd="0" presId="urn:microsoft.com/office/officeart/2009/3/layout/HorizontalOrganizationChart"/>
    <dgm:cxn modelId="{FFC927B5-A5BC-4E9E-863E-6FD04D1B7027}" srcId="{B5C4C828-AAF9-409E-9C6E-4E486757C1D1}" destId="{BB2F2F3F-5B46-4F05-8331-F86EB9C9C1EF}" srcOrd="3" destOrd="0" parTransId="{DA0FAB03-FD9D-4482-9E6C-13CF084BC81B}" sibTransId="{85C2B77C-EFCA-47B7-9FCC-5BD31965BC7D}"/>
    <dgm:cxn modelId="{67F059BE-69CC-438C-BAE1-0659416E6835}" type="presOf" srcId="{A24AD95A-00D4-456A-BCC5-513E7BC5726A}" destId="{EA10C4BD-26F0-403E-B06E-40DE98024326}" srcOrd="0" destOrd="0" presId="urn:microsoft.com/office/officeart/2009/3/layout/HorizontalOrganizationChart"/>
    <dgm:cxn modelId="{B308CABE-6B8E-41AB-9157-DE23330EC1C2}" type="presOf" srcId="{710DE9EC-17C8-4F37-89CE-C89484D8CAC7}" destId="{86CDFCF9-2F31-41E2-93CB-A67AEDCF0457}" srcOrd="1" destOrd="0" presId="urn:microsoft.com/office/officeart/2009/3/layout/HorizontalOrganizationChart"/>
    <dgm:cxn modelId="{5F723ABF-918D-4237-AE06-83C35777479D}" type="presOf" srcId="{B5C4C828-AAF9-409E-9C6E-4E486757C1D1}" destId="{AC9A1757-1DAB-497D-B3C8-141644004CCA}" srcOrd="0" destOrd="0" presId="urn:microsoft.com/office/officeart/2009/3/layout/HorizontalOrganizationChart"/>
    <dgm:cxn modelId="{DAC9B3C3-B921-4444-862C-8E7C376497E1}" srcId="{B5C4C828-AAF9-409E-9C6E-4E486757C1D1}" destId="{5D780BED-1A9A-424D-BC3F-E5E6F2629B69}" srcOrd="1" destOrd="0" parTransId="{C3F28FF4-AAA6-450C-84ED-0EAD55AD2AD6}" sibTransId="{CB3565B1-FC23-442C-98E3-CD3447820879}"/>
    <dgm:cxn modelId="{0194D2DC-30FE-417B-B524-CFA0308C0259}" type="presOf" srcId="{193E7DF8-BC3B-4B97-B3E2-5335D697F06B}" destId="{800C9E23-CAA6-4B3D-AFA4-D40F7F1340AC}" srcOrd="1" destOrd="0" presId="urn:microsoft.com/office/officeart/2009/3/layout/HorizontalOrganizationChart"/>
    <dgm:cxn modelId="{9CE08BEB-0489-4076-B646-DD4AC6CAA130}" srcId="{CFCB7F0F-1301-4A29-85F7-CEA6C02BF06C}" destId="{74D0467C-26CB-4986-AFC7-4890C2F05D92}" srcOrd="3" destOrd="0" parTransId="{657BB6FF-C3D8-4128-927F-BA460B1C823C}" sibTransId="{94B4EA32-EFFC-42AC-920C-3C8E8F218B19}"/>
    <dgm:cxn modelId="{BC6DF3F5-A69F-4A9A-91CE-3366407AC805}" type="presOf" srcId="{BB2F2F3F-5B46-4F05-8331-F86EB9C9C1EF}" destId="{888C3FCF-398B-4D95-A1B7-4788B1912FBA}" srcOrd="0" destOrd="0" presId="urn:microsoft.com/office/officeart/2009/3/layout/HorizontalOrganizationChart"/>
    <dgm:cxn modelId="{DC6B28FE-9204-488C-8B61-AE6D4FF4EA4A}" type="presOf" srcId="{5D780BED-1A9A-424D-BC3F-E5E6F2629B69}" destId="{2C04CB42-5B69-4951-8984-B6D386CAC270}" srcOrd="1" destOrd="0" presId="urn:microsoft.com/office/officeart/2009/3/layout/HorizontalOrganizationChart"/>
    <dgm:cxn modelId="{F5EDC021-5E7E-4A61-A92D-C3EA3618C92B}" type="presParOf" srcId="{461C9875-FFBA-4237-9A70-781A17438AAB}" destId="{64BE97A8-05D5-4647-9106-9865EBC212C5}" srcOrd="0" destOrd="0" presId="urn:microsoft.com/office/officeart/2009/3/layout/HorizontalOrganizationChart"/>
    <dgm:cxn modelId="{315DE54A-9C99-48E6-ABA9-32B215828FB9}" type="presParOf" srcId="{64BE97A8-05D5-4647-9106-9865EBC212C5}" destId="{1CA54A5F-8CA3-4C6A-B6CF-671CBEF0CA7B}" srcOrd="0" destOrd="0" presId="urn:microsoft.com/office/officeart/2009/3/layout/HorizontalOrganizationChart"/>
    <dgm:cxn modelId="{B226AAC4-E952-4C9A-884D-E420C7510E02}" type="presParOf" srcId="{1CA54A5F-8CA3-4C6A-B6CF-671CBEF0CA7B}" destId="{EF632375-A5B2-4C70-84D1-7A3B0E9DE6AB}" srcOrd="0" destOrd="0" presId="urn:microsoft.com/office/officeart/2009/3/layout/HorizontalOrganizationChart"/>
    <dgm:cxn modelId="{2C82F059-3CFA-448F-A9CE-9E2054B48ADF}" type="presParOf" srcId="{1CA54A5F-8CA3-4C6A-B6CF-671CBEF0CA7B}" destId="{BF3BFE03-8FA3-438D-AE3E-157484E6A0D3}" srcOrd="1" destOrd="0" presId="urn:microsoft.com/office/officeart/2009/3/layout/HorizontalOrganizationChart"/>
    <dgm:cxn modelId="{8FE5F3D0-60CF-4676-86E9-0524365E6418}" type="presParOf" srcId="{64BE97A8-05D5-4647-9106-9865EBC212C5}" destId="{EBABA3E9-F330-4659-9162-59C0636BC542}" srcOrd="1" destOrd="0" presId="urn:microsoft.com/office/officeart/2009/3/layout/HorizontalOrganizationChart"/>
    <dgm:cxn modelId="{48198C91-CFB2-436C-BF9B-162F5F14DE6F}" type="presParOf" srcId="{64BE97A8-05D5-4647-9106-9865EBC212C5}" destId="{FBD70A4B-77AF-4894-8CCB-5BBD958DA044}" srcOrd="2" destOrd="0" presId="urn:microsoft.com/office/officeart/2009/3/layout/HorizontalOrganizationChart"/>
    <dgm:cxn modelId="{F07035AE-6DCA-46B1-9703-251D9437AFBB}" type="presParOf" srcId="{461C9875-FFBA-4237-9A70-781A17438AAB}" destId="{EE762DCE-2715-46B8-BE66-E1F458CA4A8C}" srcOrd="1" destOrd="0" presId="urn:microsoft.com/office/officeart/2009/3/layout/HorizontalOrganizationChart"/>
    <dgm:cxn modelId="{0A3306CA-A57A-4546-A398-792D52A7AF33}" type="presParOf" srcId="{EE762DCE-2715-46B8-BE66-E1F458CA4A8C}" destId="{FF90F9FF-3B85-4B80-BA1A-FD3D45887B67}" srcOrd="0" destOrd="0" presId="urn:microsoft.com/office/officeart/2009/3/layout/HorizontalOrganizationChart"/>
    <dgm:cxn modelId="{958C6DCE-D7CB-4B33-8FF0-17862BAEA9E9}" type="presParOf" srcId="{FF90F9FF-3B85-4B80-BA1A-FD3D45887B67}" destId="{AC9A1757-1DAB-497D-B3C8-141644004CCA}" srcOrd="0" destOrd="0" presId="urn:microsoft.com/office/officeart/2009/3/layout/HorizontalOrganizationChart"/>
    <dgm:cxn modelId="{5A10935B-350D-4C54-BE6C-9C8169AFB0C7}" type="presParOf" srcId="{FF90F9FF-3B85-4B80-BA1A-FD3D45887B67}" destId="{3A33D2AA-F4E0-4867-9B32-EB6B48068D92}" srcOrd="1" destOrd="0" presId="urn:microsoft.com/office/officeart/2009/3/layout/HorizontalOrganizationChart"/>
    <dgm:cxn modelId="{C9417795-672B-433D-A1CD-9D8E39F594B1}" type="presParOf" srcId="{EE762DCE-2715-46B8-BE66-E1F458CA4A8C}" destId="{9A797C00-B28A-4F5A-805A-BDF28707EFED}" srcOrd="1" destOrd="0" presId="urn:microsoft.com/office/officeart/2009/3/layout/HorizontalOrganizationChart"/>
    <dgm:cxn modelId="{E270D93D-BDB4-459A-A161-14EB465CD096}" type="presParOf" srcId="{9A797C00-B28A-4F5A-805A-BDF28707EFED}" destId="{C8331E45-F2C2-4329-8B5E-7953AA389DC4}" srcOrd="0" destOrd="0" presId="urn:microsoft.com/office/officeart/2009/3/layout/HorizontalOrganizationChart"/>
    <dgm:cxn modelId="{F0C543E9-E5FE-42C8-AE21-E47EC72694DF}" type="presParOf" srcId="{9A797C00-B28A-4F5A-805A-BDF28707EFED}" destId="{6248AB42-851F-4301-9E32-B87D5E2A985D}" srcOrd="1" destOrd="0" presId="urn:microsoft.com/office/officeart/2009/3/layout/HorizontalOrganizationChart"/>
    <dgm:cxn modelId="{1223C19B-94C1-482E-9782-D402D969AC4B}" type="presParOf" srcId="{6248AB42-851F-4301-9E32-B87D5E2A985D}" destId="{0049447D-6A9C-48EC-B6A4-568715CB34BA}" srcOrd="0" destOrd="0" presId="urn:microsoft.com/office/officeart/2009/3/layout/HorizontalOrganizationChart"/>
    <dgm:cxn modelId="{3E526CA8-94A9-4E3D-992E-E9C937AF7789}" type="presParOf" srcId="{0049447D-6A9C-48EC-B6A4-568715CB34BA}" destId="{3E7D19B2-7E28-4FD3-B3FE-96D0DEFF225F}" srcOrd="0" destOrd="0" presId="urn:microsoft.com/office/officeart/2009/3/layout/HorizontalOrganizationChart"/>
    <dgm:cxn modelId="{81C77BF3-A354-47C2-8C04-E81744DF9908}" type="presParOf" srcId="{0049447D-6A9C-48EC-B6A4-568715CB34BA}" destId="{7CE62039-CBDE-4978-8083-615D31690C62}" srcOrd="1" destOrd="0" presId="urn:microsoft.com/office/officeart/2009/3/layout/HorizontalOrganizationChart"/>
    <dgm:cxn modelId="{C7FF943E-2CC1-491A-A560-5488C0B5255A}" type="presParOf" srcId="{6248AB42-851F-4301-9E32-B87D5E2A985D}" destId="{81584FA3-C3D7-4905-9517-58450EE9FA50}" srcOrd="1" destOrd="0" presId="urn:microsoft.com/office/officeart/2009/3/layout/HorizontalOrganizationChart"/>
    <dgm:cxn modelId="{993AB291-AFAD-4A7C-978A-47097813C100}" type="presParOf" srcId="{6248AB42-851F-4301-9E32-B87D5E2A985D}" destId="{2140FA3D-CE57-4C80-BAF4-B39809F5252E}" srcOrd="2" destOrd="0" presId="urn:microsoft.com/office/officeart/2009/3/layout/HorizontalOrganizationChart"/>
    <dgm:cxn modelId="{98E81ECD-0A47-4BFD-972C-1FD7E120190E}" type="presParOf" srcId="{9A797C00-B28A-4F5A-805A-BDF28707EFED}" destId="{63A3B4C4-A020-4D40-A8FC-1B2CC6D6CFC4}" srcOrd="2" destOrd="0" presId="urn:microsoft.com/office/officeart/2009/3/layout/HorizontalOrganizationChart"/>
    <dgm:cxn modelId="{EA91F039-C762-4925-BE19-68744DF8904E}" type="presParOf" srcId="{9A797C00-B28A-4F5A-805A-BDF28707EFED}" destId="{F2B8F594-E329-4E67-B789-AB489C90502D}" srcOrd="3" destOrd="0" presId="urn:microsoft.com/office/officeart/2009/3/layout/HorizontalOrganizationChart"/>
    <dgm:cxn modelId="{E9036D8A-2231-439B-9D95-583AEAF31FA3}" type="presParOf" srcId="{F2B8F594-E329-4E67-B789-AB489C90502D}" destId="{8E1D6208-1631-44C4-A768-A50D81DB83A3}" srcOrd="0" destOrd="0" presId="urn:microsoft.com/office/officeart/2009/3/layout/HorizontalOrganizationChart"/>
    <dgm:cxn modelId="{CE201256-4582-4E03-B49E-ED6647A96882}" type="presParOf" srcId="{8E1D6208-1631-44C4-A768-A50D81DB83A3}" destId="{FDB278AB-ADC2-4FEF-A0B1-16A85A292244}" srcOrd="0" destOrd="0" presId="urn:microsoft.com/office/officeart/2009/3/layout/HorizontalOrganizationChart"/>
    <dgm:cxn modelId="{928A85A3-417B-40D4-A12A-174E8218B6FC}" type="presParOf" srcId="{8E1D6208-1631-44C4-A768-A50D81DB83A3}" destId="{2C04CB42-5B69-4951-8984-B6D386CAC270}" srcOrd="1" destOrd="0" presId="urn:microsoft.com/office/officeart/2009/3/layout/HorizontalOrganizationChart"/>
    <dgm:cxn modelId="{42B35C49-0367-4702-90E5-570173E637B1}" type="presParOf" srcId="{F2B8F594-E329-4E67-B789-AB489C90502D}" destId="{AEB5B88D-ACE3-4479-A7FF-A8E8FA2251B2}" srcOrd="1" destOrd="0" presId="urn:microsoft.com/office/officeart/2009/3/layout/HorizontalOrganizationChart"/>
    <dgm:cxn modelId="{34E5CD50-7A17-49C9-8F29-527EF00DD50E}" type="presParOf" srcId="{F2B8F594-E329-4E67-B789-AB489C90502D}" destId="{186B9439-5852-4F44-9709-F667EF1903C4}" srcOrd="2" destOrd="0" presId="urn:microsoft.com/office/officeart/2009/3/layout/HorizontalOrganizationChart"/>
    <dgm:cxn modelId="{C0585EBE-0BB7-40B5-9B30-B511AA9A84DA}" type="presParOf" srcId="{9A797C00-B28A-4F5A-805A-BDF28707EFED}" destId="{EA10C4BD-26F0-403E-B06E-40DE98024326}" srcOrd="4" destOrd="0" presId="urn:microsoft.com/office/officeart/2009/3/layout/HorizontalOrganizationChart"/>
    <dgm:cxn modelId="{1E0AFC63-5A4B-4189-9A12-8EE86DCCC619}" type="presParOf" srcId="{9A797C00-B28A-4F5A-805A-BDF28707EFED}" destId="{B0651F55-0668-4F7F-ABC6-7DAF17535633}" srcOrd="5" destOrd="0" presId="urn:microsoft.com/office/officeart/2009/3/layout/HorizontalOrganizationChart"/>
    <dgm:cxn modelId="{044EE3FD-7748-4BAD-812B-A706C27BF1C6}" type="presParOf" srcId="{B0651F55-0668-4F7F-ABC6-7DAF17535633}" destId="{9B76B28F-0D00-4014-A26A-4994932EA7CC}" srcOrd="0" destOrd="0" presId="urn:microsoft.com/office/officeart/2009/3/layout/HorizontalOrganizationChart"/>
    <dgm:cxn modelId="{F51D8832-4F25-4D9E-B376-500124E97EB5}" type="presParOf" srcId="{9B76B28F-0D00-4014-A26A-4994932EA7CC}" destId="{E75F7B56-4112-4571-B2FB-C498100FC514}" srcOrd="0" destOrd="0" presId="urn:microsoft.com/office/officeart/2009/3/layout/HorizontalOrganizationChart"/>
    <dgm:cxn modelId="{3E47779F-D419-4CD1-A848-3BCEFB0A5568}" type="presParOf" srcId="{9B76B28F-0D00-4014-A26A-4994932EA7CC}" destId="{800C9E23-CAA6-4B3D-AFA4-D40F7F1340AC}" srcOrd="1" destOrd="0" presId="urn:microsoft.com/office/officeart/2009/3/layout/HorizontalOrganizationChart"/>
    <dgm:cxn modelId="{D9142C86-FC29-4CE3-8583-468A4E7C0B65}" type="presParOf" srcId="{B0651F55-0668-4F7F-ABC6-7DAF17535633}" destId="{6621F238-A991-43B5-8B22-BC293510993B}" srcOrd="1" destOrd="0" presId="urn:microsoft.com/office/officeart/2009/3/layout/HorizontalOrganizationChart"/>
    <dgm:cxn modelId="{668F24DC-920B-4F9C-9CDD-C56490450E16}" type="presParOf" srcId="{B0651F55-0668-4F7F-ABC6-7DAF17535633}" destId="{9B088842-6FED-4CFD-97FB-C34BBF2CE4F0}" srcOrd="2" destOrd="0" presId="urn:microsoft.com/office/officeart/2009/3/layout/HorizontalOrganizationChart"/>
    <dgm:cxn modelId="{4E84ACFF-2DFC-42E6-8A5F-6536DAB0D5FF}" type="presParOf" srcId="{9A797C00-B28A-4F5A-805A-BDF28707EFED}" destId="{6AECD10C-46C8-4796-8482-DB5C59F424C4}" srcOrd="6" destOrd="0" presId="urn:microsoft.com/office/officeart/2009/3/layout/HorizontalOrganizationChart"/>
    <dgm:cxn modelId="{CA51D363-F2F7-456B-B8B8-25130321B34A}" type="presParOf" srcId="{9A797C00-B28A-4F5A-805A-BDF28707EFED}" destId="{A5F6206F-E1B6-4A08-8538-7DDCE7F5F3B0}" srcOrd="7" destOrd="0" presId="urn:microsoft.com/office/officeart/2009/3/layout/HorizontalOrganizationChart"/>
    <dgm:cxn modelId="{55601592-BBC4-4945-898A-F644D7B43FE8}" type="presParOf" srcId="{A5F6206F-E1B6-4A08-8538-7DDCE7F5F3B0}" destId="{F603E41E-697F-4B11-A09C-38825879E95B}" srcOrd="0" destOrd="0" presId="urn:microsoft.com/office/officeart/2009/3/layout/HorizontalOrganizationChart"/>
    <dgm:cxn modelId="{62F586AF-0A07-4C1F-A1E0-D4510B028F9E}" type="presParOf" srcId="{F603E41E-697F-4B11-A09C-38825879E95B}" destId="{888C3FCF-398B-4D95-A1B7-4788B1912FBA}" srcOrd="0" destOrd="0" presId="urn:microsoft.com/office/officeart/2009/3/layout/HorizontalOrganizationChart"/>
    <dgm:cxn modelId="{D6DDEEF1-E55D-4BD1-940E-A52403A9955E}" type="presParOf" srcId="{F603E41E-697F-4B11-A09C-38825879E95B}" destId="{B7AA1A97-A705-485E-8A85-4131A2E9CAE3}" srcOrd="1" destOrd="0" presId="urn:microsoft.com/office/officeart/2009/3/layout/HorizontalOrganizationChart"/>
    <dgm:cxn modelId="{53BD7CBA-C79B-43D7-9B81-EA2E7087FBAB}" type="presParOf" srcId="{A5F6206F-E1B6-4A08-8538-7DDCE7F5F3B0}" destId="{9D817249-CB99-4706-A0FD-24A81E538CF1}" srcOrd="1" destOrd="0" presId="urn:microsoft.com/office/officeart/2009/3/layout/HorizontalOrganizationChart"/>
    <dgm:cxn modelId="{C34C1E02-CF1C-430A-95FB-C2495E7106D2}" type="presParOf" srcId="{A5F6206F-E1B6-4A08-8538-7DDCE7F5F3B0}" destId="{590BF572-8700-40CD-98C7-A6CF204719F6}" srcOrd="2" destOrd="0" presId="urn:microsoft.com/office/officeart/2009/3/layout/HorizontalOrganizationChart"/>
    <dgm:cxn modelId="{B9D9EDAE-38AF-4F57-8E02-E614D5482C48}" type="presParOf" srcId="{EE762DCE-2715-46B8-BE66-E1F458CA4A8C}" destId="{D1722705-4C48-4D10-BC6E-C7C4A25C585E}" srcOrd="2" destOrd="0" presId="urn:microsoft.com/office/officeart/2009/3/layout/HorizontalOrganizationChart"/>
    <dgm:cxn modelId="{80D73464-45AD-408C-883B-64E6AFB45DAD}" type="presParOf" srcId="{461C9875-FFBA-4237-9A70-781A17438AAB}" destId="{39C358F3-C5C8-4BE8-A648-DCD54A17ADC9}" srcOrd="2" destOrd="0" presId="urn:microsoft.com/office/officeart/2009/3/layout/HorizontalOrganizationChart"/>
    <dgm:cxn modelId="{8B0BFC87-91FF-4980-8995-258DEFBE039B}" type="presParOf" srcId="{39C358F3-C5C8-4BE8-A648-DCD54A17ADC9}" destId="{01F7E6A8-615A-49F4-8338-5AC0CE05A9CE}" srcOrd="0" destOrd="0" presId="urn:microsoft.com/office/officeart/2009/3/layout/HorizontalOrganizationChart"/>
    <dgm:cxn modelId="{D0088327-2BB1-40D3-85E1-4A6C37834B26}" type="presParOf" srcId="{01F7E6A8-615A-49F4-8338-5AC0CE05A9CE}" destId="{F9BF29F1-6D9C-4068-A513-B049DBC84BBC}" srcOrd="0" destOrd="0" presId="urn:microsoft.com/office/officeart/2009/3/layout/HorizontalOrganizationChart"/>
    <dgm:cxn modelId="{AB2F842B-5D44-49A9-9AFD-8FBD7EF2F47F}" type="presParOf" srcId="{01F7E6A8-615A-49F4-8338-5AC0CE05A9CE}" destId="{86CDFCF9-2F31-41E2-93CB-A67AEDCF0457}" srcOrd="1" destOrd="0" presId="urn:microsoft.com/office/officeart/2009/3/layout/HorizontalOrganizationChart"/>
    <dgm:cxn modelId="{02126FBE-D01C-400E-A5CF-44E85F55837C}" type="presParOf" srcId="{39C358F3-C5C8-4BE8-A648-DCD54A17ADC9}" destId="{4EB5983D-BC37-4D89-A57C-4DD19279367F}" srcOrd="1" destOrd="0" presId="urn:microsoft.com/office/officeart/2009/3/layout/HorizontalOrganizationChart"/>
    <dgm:cxn modelId="{E1DF6CC8-EF21-4C08-AD7B-1629FA94840A}" type="presParOf" srcId="{39C358F3-C5C8-4BE8-A648-DCD54A17ADC9}" destId="{BDD5F10B-8642-4B8C-BC0B-17C9CCC85F40}" srcOrd="2" destOrd="0" presId="urn:microsoft.com/office/officeart/2009/3/layout/HorizontalOrganizationChart"/>
    <dgm:cxn modelId="{7F960A7C-D8B1-4629-93EA-0FE1B87FC02C}" type="presParOf" srcId="{461C9875-FFBA-4237-9A70-781A17438AAB}" destId="{D9CE4E46-808D-442E-B4B9-E427062F5AE4}" srcOrd="3" destOrd="0" presId="urn:microsoft.com/office/officeart/2009/3/layout/HorizontalOrganizationChart"/>
    <dgm:cxn modelId="{596EAFD0-87C2-4F8E-9D2F-8FFD7A09A74A}" type="presParOf" srcId="{D9CE4E46-808D-442E-B4B9-E427062F5AE4}" destId="{517FAF04-C3DA-4B94-B24B-38E06BE90758}" srcOrd="0" destOrd="0" presId="urn:microsoft.com/office/officeart/2009/3/layout/HorizontalOrganizationChart"/>
    <dgm:cxn modelId="{F8BBB922-EF38-4DBB-A4AA-07E4870F37D9}" type="presParOf" srcId="{517FAF04-C3DA-4B94-B24B-38E06BE90758}" destId="{B0294C3D-B8AE-40F7-A9F8-4AC185479845}" srcOrd="0" destOrd="0" presId="urn:microsoft.com/office/officeart/2009/3/layout/HorizontalOrganizationChart"/>
    <dgm:cxn modelId="{C704589E-4016-4DA7-A9C6-2A10ECCF7A60}" type="presParOf" srcId="{517FAF04-C3DA-4B94-B24B-38E06BE90758}" destId="{23F3FE40-6600-485E-99D5-ADF4D894DB8A}" srcOrd="1" destOrd="0" presId="urn:microsoft.com/office/officeart/2009/3/layout/HorizontalOrganizationChart"/>
    <dgm:cxn modelId="{33E7AC39-3762-47C6-AA2D-12749929AF9B}" type="presParOf" srcId="{D9CE4E46-808D-442E-B4B9-E427062F5AE4}" destId="{09D7D354-EF1C-41C7-B8ED-5D23D1634174}" srcOrd="1" destOrd="0" presId="urn:microsoft.com/office/officeart/2009/3/layout/HorizontalOrganizationChart"/>
    <dgm:cxn modelId="{275D56AD-D61F-4851-BE05-8CEC3376F5AA}" type="presParOf" srcId="{D9CE4E46-808D-442E-B4B9-E427062F5AE4}" destId="{0A4AB13C-0A1A-482E-94C6-104FCE2E46F0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1F5F685-1775-4479-A8AA-B9EE32F7B4F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F636DF1-D3B5-4968-927A-49BB0F362D9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Strong </a:t>
          </a:r>
          <a:r>
            <a:rPr lang="en-US" b="1"/>
            <a:t>data connectors</a:t>
          </a:r>
          <a:r>
            <a:rPr lang="en-US"/>
            <a:t> (databases, file formats, web sources).</a:t>
          </a:r>
        </a:p>
      </dgm:t>
    </dgm:pt>
    <dgm:pt modelId="{FFBC6315-E8E8-4A11-92BB-BACE3706E071}" type="parTrans" cxnId="{2A33C87B-F2B8-4DC5-A370-8F3C056180DC}">
      <dgm:prSet/>
      <dgm:spPr/>
      <dgm:t>
        <a:bodyPr/>
        <a:lstStyle/>
        <a:p>
          <a:endParaRPr lang="en-US"/>
        </a:p>
      </dgm:t>
    </dgm:pt>
    <dgm:pt modelId="{FA9E6EDA-BD2A-416D-9DF5-77E2B4778837}" type="sibTrans" cxnId="{2A33C87B-F2B8-4DC5-A370-8F3C056180DC}">
      <dgm:prSet/>
      <dgm:spPr/>
      <dgm:t>
        <a:bodyPr/>
        <a:lstStyle/>
        <a:p>
          <a:endParaRPr lang="en-US"/>
        </a:p>
      </dgm:t>
    </dgm:pt>
    <dgm:pt modelId="{5B8C253B-6EE5-425D-B428-F4F608C9DF2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Multiple retrieval strategies</a:t>
          </a:r>
          <a:r>
            <a:rPr lang="en-US"/>
            <a:t>: dense, sparse, hybrid, reranking.</a:t>
          </a:r>
        </a:p>
      </dgm:t>
    </dgm:pt>
    <dgm:pt modelId="{3AA84E67-F7AC-41A0-87E0-84830BBF6519}" type="parTrans" cxnId="{BA51BD22-997E-42C9-BF62-C3944DD776F0}">
      <dgm:prSet/>
      <dgm:spPr/>
      <dgm:t>
        <a:bodyPr/>
        <a:lstStyle/>
        <a:p>
          <a:endParaRPr lang="en-US"/>
        </a:p>
      </dgm:t>
    </dgm:pt>
    <dgm:pt modelId="{FFE4ECD5-4E38-4DA4-8471-8A4BAC57FB88}" type="sibTrans" cxnId="{BA51BD22-997E-42C9-BF62-C3944DD776F0}">
      <dgm:prSet/>
      <dgm:spPr/>
      <dgm:t>
        <a:bodyPr/>
        <a:lstStyle/>
        <a:p>
          <a:endParaRPr lang="en-US"/>
        </a:p>
      </dgm:t>
    </dgm:pt>
    <dgm:pt modelId="{E7038BEA-5B64-4065-98C4-CB372380852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Composable retrieval graphs</a:t>
          </a:r>
          <a:r>
            <a:rPr lang="en-US"/>
            <a:t> for multi‑corpus queries.</a:t>
          </a:r>
        </a:p>
      </dgm:t>
    </dgm:pt>
    <dgm:pt modelId="{144CDC8C-5561-42E1-BBCB-7451E8207E39}" type="parTrans" cxnId="{E52327A7-007C-4DA6-90D3-AF96CFE6C47E}">
      <dgm:prSet/>
      <dgm:spPr/>
      <dgm:t>
        <a:bodyPr/>
        <a:lstStyle/>
        <a:p>
          <a:endParaRPr lang="en-US"/>
        </a:p>
      </dgm:t>
    </dgm:pt>
    <dgm:pt modelId="{18287840-5EC9-429A-81FE-75AC97915FFA}" type="sibTrans" cxnId="{E52327A7-007C-4DA6-90D3-AF96CFE6C47E}">
      <dgm:prSet/>
      <dgm:spPr/>
      <dgm:t>
        <a:bodyPr/>
        <a:lstStyle/>
        <a:p>
          <a:endParaRPr lang="en-US"/>
        </a:p>
      </dgm:t>
    </dgm:pt>
    <dgm:pt modelId="{A2735342-8639-4AEC-9104-5CA1219AA3E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Observability tools</a:t>
          </a:r>
          <a:r>
            <a:rPr lang="en-US"/>
            <a:t> to see why certain chunks were retrieved.</a:t>
          </a:r>
        </a:p>
      </dgm:t>
    </dgm:pt>
    <dgm:pt modelId="{C29FD88E-DFEA-4809-A33E-62822E7328BC}" type="parTrans" cxnId="{6CDDE2BE-7396-4358-96AA-5F48C245403C}">
      <dgm:prSet/>
      <dgm:spPr/>
      <dgm:t>
        <a:bodyPr/>
        <a:lstStyle/>
        <a:p>
          <a:endParaRPr lang="en-US"/>
        </a:p>
      </dgm:t>
    </dgm:pt>
    <dgm:pt modelId="{F9F0C32B-4267-48A7-9CF5-6A9F7ED7B64F}" type="sibTrans" cxnId="{6CDDE2BE-7396-4358-96AA-5F48C245403C}">
      <dgm:prSet/>
      <dgm:spPr/>
      <dgm:t>
        <a:bodyPr/>
        <a:lstStyle/>
        <a:p>
          <a:endParaRPr lang="en-US"/>
        </a:p>
      </dgm:t>
    </dgm:pt>
    <dgm:pt modelId="{ACDA011B-8AD2-46B1-97E1-46CB2371E51A}" type="pres">
      <dgm:prSet presAssocID="{71F5F685-1775-4479-A8AA-B9EE32F7B4F0}" presName="root" presStyleCnt="0">
        <dgm:presLayoutVars>
          <dgm:dir/>
          <dgm:resizeHandles val="exact"/>
        </dgm:presLayoutVars>
      </dgm:prSet>
      <dgm:spPr/>
    </dgm:pt>
    <dgm:pt modelId="{212C1FD1-1249-406A-9113-B5D2B707969F}" type="pres">
      <dgm:prSet presAssocID="{DF636DF1-D3B5-4968-927A-49BB0F362D9B}" presName="compNode" presStyleCnt="0"/>
      <dgm:spPr/>
    </dgm:pt>
    <dgm:pt modelId="{6A8D7315-A24A-4A14-9081-B062DA7F3693}" type="pres">
      <dgm:prSet presAssocID="{DF636DF1-D3B5-4968-927A-49BB0F362D9B}" presName="bgRect" presStyleLbl="bgShp" presStyleIdx="0" presStyleCnt="4"/>
      <dgm:spPr/>
    </dgm:pt>
    <dgm:pt modelId="{5475A4B4-8F5D-486B-9ED1-FAFCCC4EBD17}" type="pres">
      <dgm:prSet presAssocID="{DF636DF1-D3B5-4968-927A-49BB0F362D9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055A302-A608-4448-91C4-7B6702DB996B}" type="pres">
      <dgm:prSet presAssocID="{DF636DF1-D3B5-4968-927A-49BB0F362D9B}" presName="spaceRect" presStyleCnt="0"/>
      <dgm:spPr/>
    </dgm:pt>
    <dgm:pt modelId="{66390E09-B258-4615-9AE9-25013144DB1F}" type="pres">
      <dgm:prSet presAssocID="{DF636DF1-D3B5-4968-927A-49BB0F362D9B}" presName="parTx" presStyleLbl="revTx" presStyleIdx="0" presStyleCnt="4">
        <dgm:presLayoutVars>
          <dgm:chMax val="0"/>
          <dgm:chPref val="0"/>
        </dgm:presLayoutVars>
      </dgm:prSet>
      <dgm:spPr/>
    </dgm:pt>
    <dgm:pt modelId="{42EFC2FB-352C-4950-ABDA-BA47D6880873}" type="pres">
      <dgm:prSet presAssocID="{FA9E6EDA-BD2A-416D-9DF5-77E2B4778837}" presName="sibTrans" presStyleCnt="0"/>
      <dgm:spPr/>
    </dgm:pt>
    <dgm:pt modelId="{88288404-D5C6-4672-9867-B6B7C305E9E5}" type="pres">
      <dgm:prSet presAssocID="{5B8C253B-6EE5-425D-B428-F4F608C9DF22}" presName="compNode" presStyleCnt="0"/>
      <dgm:spPr/>
    </dgm:pt>
    <dgm:pt modelId="{169EABA3-6C2B-4E3F-9694-E54C37161A11}" type="pres">
      <dgm:prSet presAssocID="{5B8C253B-6EE5-425D-B428-F4F608C9DF22}" presName="bgRect" presStyleLbl="bgShp" presStyleIdx="1" presStyleCnt="4"/>
      <dgm:spPr/>
    </dgm:pt>
    <dgm:pt modelId="{B6E8A855-C30B-4EA4-966A-4E08B891CADB}" type="pres">
      <dgm:prSet presAssocID="{5B8C253B-6EE5-425D-B428-F4F608C9DF2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7AF33CEA-89FF-47B2-944C-AF8AF6C2F185}" type="pres">
      <dgm:prSet presAssocID="{5B8C253B-6EE5-425D-B428-F4F608C9DF22}" presName="spaceRect" presStyleCnt="0"/>
      <dgm:spPr/>
    </dgm:pt>
    <dgm:pt modelId="{212B0B0A-FB9E-433B-AC2E-E4FD95CD09F0}" type="pres">
      <dgm:prSet presAssocID="{5B8C253B-6EE5-425D-B428-F4F608C9DF22}" presName="parTx" presStyleLbl="revTx" presStyleIdx="1" presStyleCnt="4">
        <dgm:presLayoutVars>
          <dgm:chMax val="0"/>
          <dgm:chPref val="0"/>
        </dgm:presLayoutVars>
      </dgm:prSet>
      <dgm:spPr/>
    </dgm:pt>
    <dgm:pt modelId="{CAAF3BBD-EF44-48BF-85E2-B7A3C5FD2A8B}" type="pres">
      <dgm:prSet presAssocID="{FFE4ECD5-4E38-4DA4-8471-8A4BAC57FB88}" presName="sibTrans" presStyleCnt="0"/>
      <dgm:spPr/>
    </dgm:pt>
    <dgm:pt modelId="{E430D88C-E70B-4B45-B96D-5EA23D43CA07}" type="pres">
      <dgm:prSet presAssocID="{E7038BEA-5B64-4065-98C4-CB3723808526}" presName="compNode" presStyleCnt="0"/>
      <dgm:spPr/>
    </dgm:pt>
    <dgm:pt modelId="{F891BBC0-662C-42FB-A0D5-8C9F02755928}" type="pres">
      <dgm:prSet presAssocID="{E7038BEA-5B64-4065-98C4-CB3723808526}" presName="bgRect" presStyleLbl="bgShp" presStyleIdx="2" presStyleCnt="4"/>
      <dgm:spPr/>
    </dgm:pt>
    <dgm:pt modelId="{EE060744-89DE-4B7C-886A-C3C147FAF409}" type="pres">
      <dgm:prSet presAssocID="{E7038BEA-5B64-4065-98C4-CB372380852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FD4DD184-94E0-4592-95B8-B4D5F3200938}" type="pres">
      <dgm:prSet presAssocID="{E7038BEA-5B64-4065-98C4-CB3723808526}" presName="spaceRect" presStyleCnt="0"/>
      <dgm:spPr/>
    </dgm:pt>
    <dgm:pt modelId="{8D8B0E2A-5216-4BBD-A7DB-86DFA38CEB05}" type="pres">
      <dgm:prSet presAssocID="{E7038BEA-5B64-4065-98C4-CB3723808526}" presName="parTx" presStyleLbl="revTx" presStyleIdx="2" presStyleCnt="4">
        <dgm:presLayoutVars>
          <dgm:chMax val="0"/>
          <dgm:chPref val="0"/>
        </dgm:presLayoutVars>
      </dgm:prSet>
      <dgm:spPr/>
    </dgm:pt>
    <dgm:pt modelId="{C36050D5-F99E-4A5B-B786-ECD4C0A86CF7}" type="pres">
      <dgm:prSet presAssocID="{18287840-5EC9-429A-81FE-75AC97915FFA}" presName="sibTrans" presStyleCnt="0"/>
      <dgm:spPr/>
    </dgm:pt>
    <dgm:pt modelId="{48EDDB1E-2D1C-4746-A07A-9E0DA259B7A3}" type="pres">
      <dgm:prSet presAssocID="{A2735342-8639-4AEC-9104-5CA1219AA3EC}" presName="compNode" presStyleCnt="0"/>
      <dgm:spPr/>
    </dgm:pt>
    <dgm:pt modelId="{EAAFE8C0-376E-44A3-9A12-7575EC4A1D03}" type="pres">
      <dgm:prSet presAssocID="{A2735342-8639-4AEC-9104-5CA1219AA3EC}" presName="bgRect" presStyleLbl="bgShp" presStyleIdx="3" presStyleCnt="4"/>
      <dgm:spPr/>
    </dgm:pt>
    <dgm:pt modelId="{E1DE2281-211B-4800-9472-84EAA099F5E8}" type="pres">
      <dgm:prSet presAssocID="{A2735342-8639-4AEC-9104-5CA1219AA3E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ax"/>
        </a:ext>
      </dgm:extLst>
    </dgm:pt>
    <dgm:pt modelId="{E58728AD-6160-4897-ABCC-070D364B9171}" type="pres">
      <dgm:prSet presAssocID="{A2735342-8639-4AEC-9104-5CA1219AA3EC}" presName="spaceRect" presStyleCnt="0"/>
      <dgm:spPr/>
    </dgm:pt>
    <dgm:pt modelId="{23E203C6-3B53-4F2C-8474-99FF0A057C71}" type="pres">
      <dgm:prSet presAssocID="{A2735342-8639-4AEC-9104-5CA1219AA3E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6C7F00A-C800-42D4-A8AB-CE95EC0002E1}" type="presOf" srcId="{71F5F685-1775-4479-A8AA-B9EE32F7B4F0}" destId="{ACDA011B-8AD2-46B1-97E1-46CB2371E51A}" srcOrd="0" destOrd="0" presId="urn:microsoft.com/office/officeart/2018/2/layout/IconVerticalSolidList"/>
    <dgm:cxn modelId="{BA51BD22-997E-42C9-BF62-C3944DD776F0}" srcId="{71F5F685-1775-4479-A8AA-B9EE32F7B4F0}" destId="{5B8C253B-6EE5-425D-B428-F4F608C9DF22}" srcOrd="1" destOrd="0" parTransId="{3AA84E67-F7AC-41A0-87E0-84830BBF6519}" sibTransId="{FFE4ECD5-4E38-4DA4-8471-8A4BAC57FB88}"/>
    <dgm:cxn modelId="{390CF734-5549-4BDF-9407-D35D24768EE0}" type="presOf" srcId="{E7038BEA-5B64-4065-98C4-CB3723808526}" destId="{8D8B0E2A-5216-4BBD-A7DB-86DFA38CEB05}" srcOrd="0" destOrd="0" presId="urn:microsoft.com/office/officeart/2018/2/layout/IconVerticalSolidList"/>
    <dgm:cxn modelId="{A98DF339-234A-438D-8762-33C3946A7EDE}" type="presOf" srcId="{5B8C253B-6EE5-425D-B428-F4F608C9DF22}" destId="{212B0B0A-FB9E-433B-AC2E-E4FD95CD09F0}" srcOrd="0" destOrd="0" presId="urn:microsoft.com/office/officeart/2018/2/layout/IconVerticalSolidList"/>
    <dgm:cxn modelId="{2A33C87B-F2B8-4DC5-A370-8F3C056180DC}" srcId="{71F5F685-1775-4479-A8AA-B9EE32F7B4F0}" destId="{DF636DF1-D3B5-4968-927A-49BB0F362D9B}" srcOrd="0" destOrd="0" parTransId="{FFBC6315-E8E8-4A11-92BB-BACE3706E071}" sibTransId="{FA9E6EDA-BD2A-416D-9DF5-77E2B4778837}"/>
    <dgm:cxn modelId="{32C26B7F-2758-4C02-A2BE-E4C8CDACB66E}" type="presOf" srcId="{A2735342-8639-4AEC-9104-5CA1219AA3EC}" destId="{23E203C6-3B53-4F2C-8474-99FF0A057C71}" srcOrd="0" destOrd="0" presId="urn:microsoft.com/office/officeart/2018/2/layout/IconVerticalSolidList"/>
    <dgm:cxn modelId="{E52327A7-007C-4DA6-90D3-AF96CFE6C47E}" srcId="{71F5F685-1775-4479-A8AA-B9EE32F7B4F0}" destId="{E7038BEA-5B64-4065-98C4-CB3723808526}" srcOrd="2" destOrd="0" parTransId="{144CDC8C-5561-42E1-BBCB-7451E8207E39}" sibTransId="{18287840-5EC9-429A-81FE-75AC97915FFA}"/>
    <dgm:cxn modelId="{61735CAC-51BB-4FBD-B4C9-90946D028F8A}" type="presOf" srcId="{DF636DF1-D3B5-4968-927A-49BB0F362D9B}" destId="{66390E09-B258-4615-9AE9-25013144DB1F}" srcOrd="0" destOrd="0" presId="urn:microsoft.com/office/officeart/2018/2/layout/IconVerticalSolidList"/>
    <dgm:cxn modelId="{6CDDE2BE-7396-4358-96AA-5F48C245403C}" srcId="{71F5F685-1775-4479-A8AA-B9EE32F7B4F0}" destId="{A2735342-8639-4AEC-9104-5CA1219AA3EC}" srcOrd="3" destOrd="0" parTransId="{C29FD88E-DFEA-4809-A33E-62822E7328BC}" sibTransId="{F9F0C32B-4267-48A7-9CF5-6A9F7ED7B64F}"/>
    <dgm:cxn modelId="{9089A13E-9F66-4BFD-B097-752DF99EC9F8}" type="presParOf" srcId="{ACDA011B-8AD2-46B1-97E1-46CB2371E51A}" destId="{212C1FD1-1249-406A-9113-B5D2B707969F}" srcOrd="0" destOrd="0" presId="urn:microsoft.com/office/officeart/2018/2/layout/IconVerticalSolidList"/>
    <dgm:cxn modelId="{106B199A-1AFC-4982-AC4C-B4FCA0B5432D}" type="presParOf" srcId="{212C1FD1-1249-406A-9113-B5D2B707969F}" destId="{6A8D7315-A24A-4A14-9081-B062DA7F3693}" srcOrd="0" destOrd="0" presId="urn:microsoft.com/office/officeart/2018/2/layout/IconVerticalSolidList"/>
    <dgm:cxn modelId="{449337A3-8CF0-4F93-9BB1-ED3AB85C4C47}" type="presParOf" srcId="{212C1FD1-1249-406A-9113-B5D2B707969F}" destId="{5475A4B4-8F5D-486B-9ED1-FAFCCC4EBD17}" srcOrd="1" destOrd="0" presId="urn:microsoft.com/office/officeart/2018/2/layout/IconVerticalSolidList"/>
    <dgm:cxn modelId="{D99B9930-AC86-49C8-8675-E87C854DE34C}" type="presParOf" srcId="{212C1FD1-1249-406A-9113-B5D2B707969F}" destId="{8055A302-A608-4448-91C4-7B6702DB996B}" srcOrd="2" destOrd="0" presId="urn:microsoft.com/office/officeart/2018/2/layout/IconVerticalSolidList"/>
    <dgm:cxn modelId="{0E5B55A4-4669-497C-9A1B-8CA8832F486B}" type="presParOf" srcId="{212C1FD1-1249-406A-9113-B5D2B707969F}" destId="{66390E09-B258-4615-9AE9-25013144DB1F}" srcOrd="3" destOrd="0" presId="urn:microsoft.com/office/officeart/2018/2/layout/IconVerticalSolidList"/>
    <dgm:cxn modelId="{99C05B1F-1EEA-401E-BE86-0301B696471C}" type="presParOf" srcId="{ACDA011B-8AD2-46B1-97E1-46CB2371E51A}" destId="{42EFC2FB-352C-4950-ABDA-BA47D6880873}" srcOrd="1" destOrd="0" presId="urn:microsoft.com/office/officeart/2018/2/layout/IconVerticalSolidList"/>
    <dgm:cxn modelId="{478011FC-4BE6-4D89-BDFA-5867640AC26B}" type="presParOf" srcId="{ACDA011B-8AD2-46B1-97E1-46CB2371E51A}" destId="{88288404-D5C6-4672-9867-B6B7C305E9E5}" srcOrd="2" destOrd="0" presId="urn:microsoft.com/office/officeart/2018/2/layout/IconVerticalSolidList"/>
    <dgm:cxn modelId="{C256B6A4-F83C-49E7-A6A7-AF325487E28B}" type="presParOf" srcId="{88288404-D5C6-4672-9867-B6B7C305E9E5}" destId="{169EABA3-6C2B-4E3F-9694-E54C37161A11}" srcOrd="0" destOrd="0" presId="urn:microsoft.com/office/officeart/2018/2/layout/IconVerticalSolidList"/>
    <dgm:cxn modelId="{7297CA8E-9F7E-4B83-ADB3-2164AA9892AA}" type="presParOf" srcId="{88288404-D5C6-4672-9867-B6B7C305E9E5}" destId="{B6E8A855-C30B-4EA4-966A-4E08B891CADB}" srcOrd="1" destOrd="0" presId="urn:microsoft.com/office/officeart/2018/2/layout/IconVerticalSolidList"/>
    <dgm:cxn modelId="{0D1E72F5-B98A-4ABB-B819-2E2EAC691500}" type="presParOf" srcId="{88288404-D5C6-4672-9867-B6B7C305E9E5}" destId="{7AF33CEA-89FF-47B2-944C-AF8AF6C2F185}" srcOrd="2" destOrd="0" presId="urn:microsoft.com/office/officeart/2018/2/layout/IconVerticalSolidList"/>
    <dgm:cxn modelId="{C6DD4F1E-4B0B-4A75-9BCA-D74C751341D4}" type="presParOf" srcId="{88288404-D5C6-4672-9867-B6B7C305E9E5}" destId="{212B0B0A-FB9E-433B-AC2E-E4FD95CD09F0}" srcOrd="3" destOrd="0" presId="urn:microsoft.com/office/officeart/2018/2/layout/IconVerticalSolidList"/>
    <dgm:cxn modelId="{06B2EF64-6359-4000-9B40-87DA4F37648E}" type="presParOf" srcId="{ACDA011B-8AD2-46B1-97E1-46CB2371E51A}" destId="{CAAF3BBD-EF44-48BF-85E2-B7A3C5FD2A8B}" srcOrd="3" destOrd="0" presId="urn:microsoft.com/office/officeart/2018/2/layout/IconVerticalSolidList"/>
    <dgm:cxn modelId="{89077146-1ED4-4D39-A944-FFF707B585A9}" type="presParOf" srcId="{ACDA011B-8AD2-46B1-97E1-46CB2371E51A}" destId="{E430D88C-E70B-4B45-B96D-5EA23D43CA07}" srcOrd="4" destOrd="0" presId="urn:microsoft.com/office/officeart/2018/2/layout/IconVerticalSolidList"/>
    <dgm:cxn modelId="{473F9F58-131B-484B-AFC9-EE3EA3C91AF9}" type="presParOf" srcId="{E430D88C-E70B-4B45-B96D-5EA23D43CA07}" destId="{F891BBC0-662C-42FB-A0D5-8C9F02755928}" srcOrd="0" destOrd="0" presId="urn:microsoft.com/office/officeart/2018/2/layout/IconVerticalSolidList"/>
    <dgm:cxn modelId="{D981295C-E697-4B03-802F-054D346C5F70}" type="presParOf" srcId="{E430D88C-E70B-4B45-B96D-5EA23D43CA07}" destId="{EE060744-89DE-4B7C-886A-C3C147FAF409}" srcOrd="1" destOrd="0" presId="urn:microsoft.com/office/officeart/2018/2/layout/IconVerticalSolidList"/>
    <dgm:cxn modelId="{3C62EED4-9914-4A6E-8044-B514541EAF06}" type="presParOf" srcId="{E430D88C-E70B-4B45-B96D-5EA23D43CA07}" destId="{FD4DD184-94E0-4592-95B8-B4D5F3200938}" srcOrd="2" destOrd="0" presId="urn:microsoft.com/office/officeart/2018/2/layout/IconVerticalSolidList"/>
    <dgm:cxn modelId="{A549012B-29D0-40F9-857C-D117D9D38482}" type="presParOf" srcId="{E430D88C-E70B-4B45-B96D-5EA23D43CA07}" destId="{8D8B0E2A-5216-4BBD-A7DB-86DFA38CEB05}" srcOrd="3" destOrd="0" presId="urn:microsoft.com/office/officeart/2018/2/layout/IconVerticalSolidList"/>
    <dgm:cxn modelId="{6EE9987F-E74D-496E-B3CB-86CA610BB70F}" type="presParOf" srcId="{ACDA011B-8AD2-46B1-97E1-46CB2371E51A}" destId="{C36050D5-F99E-4A5B-B786-ECD4C0A86CF7}" srcOrd="5" destOrd="0" presId="urn:microsoft.com/office/officeart/2018/2/layout/IconVerticalSolidList"/>
    <dgm:cxn modelId="{1E6A91B2-858C-40E1-9AB2-98BD9A801F80}" type="presParOf" srcId="{ACDA011B-8AD2-46B1-97E1-46CB2371E51A}" destId="{48EDDB1E-2D1C-4746-A07A-9E0DA259B7A3}" srcOrd="6" destOrd="0" presId="urn:microsoft.com/office/officeart/2018/2/layout/IconVerticalSolidList"/>
    <dgm:cxn modelId="{5763B722-EF7B-41C4-92FB-E69C322BD9AD}" type="presParOf" srcId="{48EDDB1E-2D1C-4746-A07A-9E0DA259B7A3}" destId="{EAAFE8C0-376E-44A3-9A12-7575EC4A1D03}" srcOrd="0" destOrd="0" presId="urn:microsoft.com/office/officeart/2018/2/layout/IconVerticalSolidList"/>
    <dgm:cxn modelId="{A54EE19B-12EA-417B-9171-DA5A477FD6ED}" type="presParOf" srcId="{48EDDB1E-2D1C-4746-A07A-9E0DA259B7A3}" destId="{E1DE2281-211B-4800-9472-84EAA099F5E8}" srcOrd="1" destOrd="0" presId="urn:microsoft.com/office/officeart/2018/2/layout/IconVerticalSolidList"/>
    <dgm:cxn modelId="{3C25F094-0221-435D-A042-D8F8FEDF5448}" type="presParOf" srcId="{48EDDB1E-2D1C-4746-A07A-9E0DA259B7A3}" destId="{E58728AD-6160-4897-ABCC-070D364B9171}" srcOrd="2" destOrd="0" presId="urn:microsoft.com/office/officeart/2018/2/layout/IconVerticalSolidList"/>
    <dgm:cxn modelId="{70F2AB13-BB6D-4FC3-9E14-5CAB4435CB29}" type="presParOf" srcId="{48EDDB1E-2D1C-4746-A07A-9E0DA259B7A3}" destId="{23E203C6-3B53-4F2C-8474-99FF0A057C7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35EF20D-A051-4C2D-B200-A9F75FD1091C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FC65337-3DDE-41C0-AA29-3679941DEDDE}">
      <dgm:prSet/>
      <dgm:spPr/>
      <dgm:t>
        <a:bodyPr/>
        <a:lstStyle/>
        <a:p>
          <a:r>
            <a:rPr lang="en-US"/>
            <a:t>Retrieval adds extra latency.</a:t>
          </a:r>
        </a:p>
      </dgm:t>
    </dgm:pt>
    <dgm:pt modelId="{AE5E4E2A-C9B2-44E2-973D-F3D6B6C52C65}" type="parTrans" cxnId="{9A273845-DE3B-4AE2-9642-7E774EACE6D5}">
      <dgm:prSet/>
      <dgm:spPr/>
      <dgm:t>
        <a:bodyPr/>
        <a:lstStyle/>
        <a:p>
          <a:endParaRPr lang="en-US"/>
        </a:p>
      </dgm:t>
    </dgm:pt>
    <dgm:pt modelId="{5EE1C4D1-F5AD-4524-BA9A-3742045A892C}" type="sibTrans" cxnId="{9A273845-DE3B-4AE2-9642-7E774EACE6D5}">
      <dgm:prSet/>
      <dgm:spPr/>
      <dgm:t>
        <a:bodyPr/>
        <a:lstStyle/>
        <a:p>
          <a:endParaRPr lang="en-US"/>
        </a:p>
      </dgm:t>
    </dgm:pt>
    <dgm:pt modelId="{7D8E16DD-EDBD-41AE-A7AB-57C22195CDB1}">
      <dgm:prSet/>
      <dgm:spPr/>
      <dgm:t>
        <a:bodyPr/>
        <a:lstStyle/>
        <a:p>
          <a:r>
            <a:rPr lang="en-US"/>
            <a:t>Index maintenance (updates, storage) can be costly.</a:t>
          </a:r>
        </a:p>
      </dgm:t>
    </dgm:pt>
    <dgm:pt modelId="{9F7DDBD4-3E27-4BCC-8362-1EC563EE5C8B}" type="parTrans" cxnId="{6BF4C96F-595F-43A9-8F33-671F8C5A7812}">
      <dgm:prSet/>
      <dgm:spPr/>
      <dgm:t>
        <a:bodyPr/>
        <a:lstStyle/>
        <a:p>
          <a:endParaRPr lang="en-US"/>
        </a:p>
      </dgm:t>
    </dgm:pt>
    <dgm:pt modelId="{437282D8-48CB-41EA-B325-37CCF7DB7AE0}" type="sibTrans" cxnId="{6BF4C96F-595F-43A9-8F33-671F8C5A7812}">
      <dgm:prSet/>
      <dgm:spPr/>
      <dgm:t>
        <a:bodyPr/>
        <a:lstStyle/>
        <a:p>
          <a:endParaRPr lang="en-US"/>
        </a:p>
      </dgm:t>
    </dgm:pt>
    <dgm:pt modelId="{DCC84069-9205-4EC8-AA0B-C5BCF0A01359}">
      <dgm:prSet/>
      <dgm:spPr/>
      <dgm:t>
        <a:bodyPr/>
        <a:lstStyle/>
        <a:p>
          <a:r>
            <a:rPr lang="en-US"/>
            <a:t>More focused on retrieval → less flexible for arbitrary tool use.</a:t>
          </a:r>
        </a:p>
      </dgm:t>
    </dgm:pt>
    <dgm:pt modelId="{8A3DE139-D504-44C0-8DF3-4622713C7B37}" type="parTrans" cxnId="{2AE3E019-9348-4467-A709-4C81C1C50C77}">
      <dgm:prSet/>
      <dgm:spPr/>
      <dgm:t>
        <a:bodyPr/>
        <a:lstStyle/>
        <a:p>
          <a:endParaRPr lang="en-US"/>
        </a:p>
      </dgm:t>
    </dgm:pt>
    <dgm:pt modelId="{C86197B5-EDB5-46BD-9D4F-FA550BC52254}" type="sibTrans" cxnId="{2AE3E019-9348-4467-A709-4C81C1C50C77}">
      <dgm:prSet/>
      <dgm:spPr/>
      <dgm:t>
        <a:bodyPr/>
        <a:lstStyle/>
        <a:p>
          <a:endParaRPr lang="en-US"/>
        </a:p>
      </dgm:t>
    </dgm:pt>
    <dgm:pt modelId="{A13B1A31-8AF1-4B1C-A502-C71613E6BA86}" type="pres">
      <dgm:prSet presAssocID="{635EF20D-A051-4C2D-B200-A9F75FD1091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18CC2F8-B7EB-4D40-A2C8-1F24ECEF10EB}" type="pres">
      <dgm:prSet presAssocID="{3FC65337-3DDE-41C0-AA29-3679941DEDDE}" presName="hierRoot1" presStyleCnt="0"/>
      <dgm:spPr/>
    </dgm:pt>
    <dgm:pt modelId="{BD10CB35-1F4B-4FAE-8222-FEA79C8424CD}" type="pres">
      <dgm:prSet presAssocID="{3FC65337-3DDE-41C0-AA29-3679941DEDDE}" presName="composite" presStyleCnt="0"/>
      <dgm:spPr/>
    </dgm:pt>
    <dgm:pt modelId="{5AC325C2-5A98-4B67-B456-B9D42AE6A932}" type="pres">
      <dgm:prSet presAssocID="{3FC65337-3DDE-41C0-AA29-3679941DEDDE}" presName="background" presStyleLbl="node0" presStyleIdx="0" presStyleCnt="3"/>
      <dgm:spPr/>
    </dgm:pt>
    <dgm:pt modelId="{21F30521-8786-4C99-AEEB-2A64624B4438}" type="pres">
      <dgm:prSet presAssocID="{3FC65337-3DDE-41C0-AA29-3679941DEDDE}" presName="text" presStyleLbl="fgAcc0" presStyleIdx="0" presStyleCnt="3">
        <dgm:presLayoutVars>
          <dgm:chPref val="3"/>
        </dgm:presLayoutVars>
      </dgm:prSet>
      <dgm:spPr/>
    </dgm:pt>
    <dgm:pt modelId="{1752FD7C-6F96-4B64-A8CB-E0C4839F6E4E}" type="pres">
      <dgm:prSet presAssocID="{3FC65337-3DDE-41C0-AA29-3679941DEDDE}" presName="hierChild2" presStyleCnt="0"/>
      <dgm:spPr/>
    </dgm:pt>
    <dgm:pt modelId="{DF8B8345-18C8-494D-9A2F-0E2E229E74DC}" type="pres">
      <dgm:prSet presAssocID="{7D8E16DD-EDBD-41AE-A7AB-57C22195CDB1}" presName="hierRoot1" presStyleCnt="0"/>
      <dgm:spPr/>
    </dgm:pt>
    <dgm:pt modelId="{D1100ACA-88B3-4D0A-9A1B-97534FF803B7}" type="pres">
      <dgm:prSet presAssocID="{7D8E16DD-EDBD-41AE-A7AB-57C22195CDB1}" presName="composite" presStyleCnt="0"/>
      <dgm:spPr/>
    </dgm:pt>
    <dgm:pt modelId="{492CA034-55EB-4034-ACF4-22EEE0BB0D1C}" type="pres">
      <dgm:prSet presAssocID="{7D8E16DD-EDBD-41AE-A7AB-57C22195CDB1}" presName="background" presStyleLbl="node0" presStyleIdx="1" presStyleCnt="3"/>
      <dgm:spPr/>
    </dgm:pt>
    <dgm:pt modelId="{AE921D66-8960-475F-B2AA-427840B488E0}" type="pres">
      <dgm:prSet presAssocID="{7D8E16DD-EDBD-41AE-A7AB-57C22195CDB1}" presName="text" presStyleLbl="fgAcc0" presStyleIdx="1" presStyleCnt="3">
        <dgm:presLayoutVars>
          <dgm:chPref val="3"/>
        </dgm:presLayoutVars>
      </dgm:prSet>
      <dgm:spPr/>
    </dgm:pt>
    <dgm:pt modelId="{B9185847-D03D-428D-8A9F-A7F404710A0E}" type="pres">
      <dgm:prSet presAssocID="{7D8E16DD-EDBD-41AE-A7AB-57C22195CDB1}" presName="hierChild2" presStyleCnt="0"/>
      <dgm:spPr/>
    </dgm:pt>
    <dgm:pt modelId="{3BE6BB11-3C5B-4CD5-80C9-5057E47945AB}" type="pres">
      <dgm:prSet presAssocID="{DCC84069-9205-4EC8-AA0B-C5BCF0A01359}" presName="hierRoot1" presStyleCnt="0"/>
      <dgm:spPr/>
    </dgm:pt>
    <dgm:pt modelId="{15494796-98D4-4D21-8450-4DD88269A67C}" type="pres">
      <dgm:prSet presAssocID="{DCC84069-9205-4EC8-AA0B-C5BCF0A01359}" presName="composite" presStyleCnt="0"/>
      <dgm:spPr/>
    </dgm:pt>
    <dgm:pt modelId="{BB130691-E40E-4A92-94D2-00997A06709B}" type="pres">
      <dgm:prSet presAssocID="{DCC84069-9205-4EC8-AA0B-C5BCF0A01359}" presName="background" presStyleLbl="node0" presStyleIdx="2" presStyleCnt="3"/>
      <dgm:spPr/>
    </dgm:pt>
    <dgm:pt modelId="{1DA3E4A3-20EF-4D44-AEB7-CB29EAF26A33}" type="pres">
      <dgm:prSet presAssocID="{DCC84069-9205-4EC8-AA0B-C5BCF0A01359}" presName="text" presStyleLbl="fgAcc0" presStyleIdx="2" presStyleCnt="3">
        <dgm:presLayoutVars>
          <dgm:chPref val="3"/>
        </dgm:presLayoutVars>
      </dgm:prSet>
      <dgm:spPr/>
    </dgm:pt>
    <dgm:pt modelId="{49697432-D3E8-48DF-A659-46BE78D39BCB}" type="pres">
      <dgm:prSet presAssocID="{DCC84069-9205-4EC8-AA0B-C5BCF0A01359}" presName="hierChild2" presStyleCnt="0"/>
      <dgm:spPr/>
    </dgm:pt>
  </dgm:ptLst>
  <dgm:cxnLst>
    <dgm:cxn modelId="{2AE3E019-9348-4467-A709-4C81C1C50C77}" srcId="{635EF20D-A051-4C2D-B200-A9F75FD1091C}" destId="{DCC84069-9205-4EC8-AA0B-C5BCF0A01359}" srcOrd="2" destOrd="0" parTransId="{8A3DE139-D504-44C0-8DF3-4622713C7B37}" sibTransId="{C86197B5-EDB5-46BD-9D4F-FA550BC52254}"/>
    <dgm:cxn modelId="{9D986924-3BF3-415F-9D04-90B43B710C24}" type="presOf" srcId="{7D8E16DD-EDBD-41AE-A7AB-57C22195CDB1}" destId="{AE921D66-8960-475F-B2AA-427840B488E0}" srcOrd="0" destOrd="0" presId="urn:microsoft.com/office/officeart/2005/8/layout/hierarchy1"/>
    <dgm:cxn modelId="{9A273845-DE3B-4AE2-9642-7E774EACE6D5}" srcId="{635EF20D-A051-4C2D-B200-A9F75FD1091C}" destId="{3FC65337-3DDE-41C0-AA29-3679941DEDDE}" srcOrd="0" destOrd="0" parTransId="{AE5E4E2A-C9B2-44E2-973D-F3D6B6C52C65}" sibTransId="{5EE1C4D1-F5AD-4524-BA9A-3742045A892C}"/>
    <dgm:cxn modelId="{954ED767-B7E1-4F3E-8F7B-615FE82F91A7}" type="presOf" srcId="{DCC84069-9205-4EC8-AA0B-C5BCF0A01359}" destId="{1DA3E4A3-20EF-4D44-AEB7-CB29EAF26A33}" srcOrd="0" destOrd="0" presId="urn:microsoft.com/office/officeart/2005/8/layout/hierarchy1"/>
    <dgm:cxn modelId="{6BF4C96F-595F-43A9-8F33-671F8C5A7812}" srcId="{635EF20D-A051-4C2D-B200-A9F75FD1091C}" destId="{7D8E16DD-EDBD-41AE-A7AB-57C22195CDB1}" srcOrd="1" destOrd="0" parTransId="{9F7DDBD4-3E27-4BCC-8362-1EC563EE5C8B}" sibTransId="{437282D8-48CB-41EA-B325-37CCF7DB7AE0}"/>
    <dgm:cxn modelId="{71DCF557-1C49-4FDD-B2AB-792B2C9B5CEE}" type="presOf" srcId="{3FC65337-3DDE-41C0-AA29-3679941DEDDE}" destId="{21F30521-8786-4C99-AEEB-2A64624B4438}" srcOrd="0" destOrd="0" presId="urn:microsoft.com/office/officeart/2005/8/layout/hierarchy1"/>
    <dgm:cxn modelId="{0F9B059B-3275-455A-8378-03FB52890424}" type="presOf" srcId="{635EF20D-A051-4C2D-B200-A9F75FD1091C}" destId="{A13B1A31-8AF1-4B1C-A502-C71613E6BA86}" srcOrd="0" destOrd="0" presId="urn:microsoft.com/office/officeart/2005/8/layout/hierarchy1"/>
    <dgm:cxn modelId="{86BAC2C8-F242-43DB-8BF8-FA1AB3777F11}" type="presParOf" srcId="{A13B1A31-8AF1-4B1C-A502-C71613E6BA86}" destId="{018CC2F8-B7EB-4D40-A2C8-1F24ECEF10EB}" srcOrd="0" destOrd="0" presId="urn:microsoft.com/office/officeart/2005/8/layout/hierarchy1"/>
    <dgm:cxn modelId="{CE839C9F-F987-4E33-BF90-7E83E3F3807C}" type="presParOf" srcId="{018CC2F8-B7EB-4D40-A2C8-1F24ECEF10EB}" destId="{BD10CB35-1F4B-4FAE-8222-FEA79C8424CD}" srcOrd="0" destOrd="0" presId="urn:microsoft.com/office/officeart/2005/8/layout/hierarchy1"/>
    <dgm:cxn modelId="{220A76CF-455F-4718-8355-99C727209332}" type="presParOf" srcId="{BD10CB35-1F4B-4FAE-8222-FEA79C8424CD}" destId="{5AC325C2-5A98-4B67-B456-B9D42AE6A932}" srcOrd="0" destOrd="0" presId="urn:microsoft.com/office/officeart/2005/8/layout/hierarchy1"/>
    <dgm:cxn modelId="{90B93593-2E7E-4CE9-9CA2-1BF2FAB5C92C}" type="presParOf" srcId="{BD10CB35-1F4B-4FAE-8222-FEA79C8424CD}" destId="{21F30521-8786-4C99-AEEB-2A64624B4438}" srcOrd="1" destOrd="0" presId="urn:microsoft.com/office/officeart/2005/8/layout/hierarchy1"/>
    <dgm:cxn modelId="{607D940A-8349-4C37-B9FC-72FACB2E0793}" type="presParOf" srcId="{018CC2F8-B7EB-4D40-A2C8-1F24ECEF10EB}" destId="{1752FD7C-6F96-4B64-A8CB-E0C4839F6E4E}" srcOrd="1" destOrd="0" presId="urn:microsoft.com/office/officeart/2005/8/layout/hierarchy1"/>
    <dgm:cxn modelId="{97B18A50-9E33-4F4E-B3C6-633F864DCDCC}" type="presParOf" srcId="{A13B1A31-8AF1-4B1C-A502-C71613E6BA86}" destId="{DF8B8345-18C8-494D-9A2F-0E2E229E74DC}" srcOrd="1" destOrd="0" presId="urn:microsoft.com/office/officeart/2005/8/layout/hierarchy1"/>
    <dgm:cxn modelId="{90CAD2B8-23DD-4385-9AA4-C7E683D52361}" type="presParOf" srcId="{DF8B8345-18C8-494D-9A2F-0E2E229E74DC}" destId="{D1100ACA-88B3-4D0A-9A1B-97534FF803B7}" srcOrd="0" destOrd="0" presId="urn:microsoft.com/office/officeart/2005/8/layout/hierarchy1"/>
    <dgm:cxn modelId="{159DA8A5-C655-4079-9B5B-B4F3E27D721A}" type="presParOf" srcId="{D1100ACA-88B3-4D0A-9A1B-97534FF803B7}" destId="{492CA034-55EB-4034-ACF4-22EEE0BB0D1C}" srcOrd="0" destOrd="0" presId="urn:microsoft.com/office/officeart/2005/8/layout/hierarchy1"/>
    <dgm:cxn modelId="{59E1D3A4-5EDB-48DE-B88E-B9E32813B50B}" type="presParOf" srcId="{D1100ACA-88B3-4D0A-9A1B-97534FF803B7}" destId="{AE921D66-8960-475F-B2AA-427840B488E0}" srcOrd="1" destOrd="0" presId="urn:microsoft.com/office/officeart/2005/8/layout/hierarchy1"/>
    <dgm:cxn modelId="{84080CCB-82AF-4200-A719-8873A5C33B84}" type="presParOf" srcId="{DF8B8345-18C8-494D-9A2F-0E2E229E74DC}" destId="{B9185847-D03D-428D-8A9F-A7F404710A0E}" srcOrd="1" destOrd="0" presId="urn:microsoft.com/office/officeart/2005/8/layout/hierarchy1"/>
    <dgm:cxn modelId="{E4C4E078-01B9-4F9D-A11B-4E97F4C41C1A}" type="presParOf" srcId="{A13B1A31-8AF1-4B1C-A502-C71613E6BA86}" destId="{3BE6BB11-3C5B-4CD5-80C9-5057E47945AB}" srcOrd="2" destOrd="0" presId="urn:microsoft.com/office/officeart/2005/8/layout/hierarchy1"/>
    <dgm:cxn modelId="{A3B514A0-5C69-4EBE-AA7E-1078E372278B}" type="presParOf" srcId="{3BE6BB11-3C5B-4CD5-80C9-5057E47945AB}" destId="{15494796-98D4-4D21-8450-4DD88269A67C}" srcOrd="0" destOrd="0" presId="urn:microsoft.com/office/officeart/2005/8/layout/hierarchy1"/>
    <dgm:cxn modelId="{1F400313-45D2-470A-A342-1D576008C0B4}" type="presParOf" srcId="{15494796-98D4-4D21-8450-4DD88269A67C}" destId="{BB130691-E40E-4A92-94D2-00997A06709B}" srcOrd="0" destOrd="0" presId="urn:microsoft.com/office/officeart/2005/8/layout/hierarchy1"/>
    <dgm:cxn modelId="{4B755AD2-4E55-4EEA-9B2F-CA5322318BFF}" type="presParOf" srcId="{15494796-98D4-4D21-8450-4DD88269A67C}" destId="{1DA3E4A3-20EF-4D44-AEB7-CB29EAF26A33}" srcOrd="1" destOrd="0" presId="urn:microsoft.com/office/officeart/2005/8/layout/hierarchy1"/>
    <dgm:cxn modelId="{2CA76F5A-FED8-4E60-941D-A890538811FE}" type="presParOf" srcId="{3BE6BB11-3C5B-4CD5-80C9-5057E47945AB}" destId="{49697432-D3E8-48DF-A659-46BE78D39BC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447C093-F811-48F7-9848-309D1C5DE8E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E344400-CACE-4278-A499-2B3D781CE41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Integration complexity: connecting both stacks needs engineering effort.</a:t>
          </a:r>
        </a:p>
      </dgm:t>
    </dgm:pt>
    <dgm:pt modelId="{6F732617-D244-4961-9B71-1207A2983476}" type="parTrans" cxnId="{0A10AEF7-183C-4D20-84B9-FDEA4C2C2650}">
      <dgm:prSet/>
      <dgm:spPr/>
      <dgm:t>
        <a:bodyPr/>
        <a:lstStyle/>
        <a:p>
          <a:endParaRPr lang="en-US"/>
        </a:p>
      </dgm:t>
    </dgm:pt>
    <dgm:pt modelId="{ECB16BA5-F902-486C-8801-DE5CA4428FF6}" type="sibTrans" cxnId="{0A10AEF7-183C-4D20-84B9-FDEA4C2C2650}">
      <dgm:prSet/>
      <dgm:spPr/>
      <dgm:t>
        <a:bodyPr/>
        <a:lstStyle/>
        <a:p>
          <a:endParaRPr lang="en-US"/>
        </a:p>
      </dgm:t>
    </dgm:pt>
    <dgm:pt modelId="{1D2ADDB2-476E-4CB3-8438-5ADE172B17D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Higher resource usage (two frameworks + vector DB).</a:t>
          </a:r>
        </a:p>
      </dgm:t>
    </dgm:pt>
    <dgm:pt modelId="{000827BA-4DED-4C46-AE76-D593EB40BFE9}" type="parTrans" cxnId="{B47DCC4D-6C8D-45C6-8771-4AAED6590287}">
      <dgm:prSet/>
      <dgm:spPr/>
      <dgm:t>
        <a:bodyPr/>
        <a:lstStyle/>
        <a:p>
          <a:endParaRPr lang="en-US"/>
        </a:p>
      </dgm:t>
    </dgm:pt>
    <dgm:pt modelId="{E69B4D4D-CF98-46D5-97B9-A91F8D0F47DD}" type="sibTrans" cxnId="{B47DCC4D-6C8D-45C6-8771-4AAED6590287}">
      <dgm:prSet/>
      <dgm:spPr/>
      <dgm:t>
        <a:bodyPr/>
        <a:lstStyle/>
        <a:p>
          <a:endParaRPr lang="en-US"/>
        </a:p>
      </dgm:t>
    </dgm:pt>
    <dgm:pt modelId="{D6A51EDF-006D-47AD-90EE-D32B73D77AF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Monitoring must span across both systems.</a:t>
          </a:r>
        </a:p>
      </dgm:t>
    </dgm:pt>
    <dgm:pt modelId="{85C21001-64EB-4387-A779-872F7784A48A}" type="parTrans" cxnId="{32DC2F57-811A-432B-8A0C-55BFB2255FCB}">
      <dgm:prSet/>
      <dgm:spPr/>
      <dgm:t>
        <a:bodyPr/>
        <a:lstStyle/>
        <a:p>
          <a:endParaRPr lang="en-US"/>
        </a:p>
      </dgm:t>
    </dgm:pt>
    <dgm:pt modelId="{A1FC28CF-1D7B-4E14-95AF-01D1E35A4029}" type="sibTrans" cxnId="{32DC2F57-811A-432B-8A0C-55BFB2255FCB}">
      <dgm:prSet/>
      <dgm:spPr/>
      <dgm:t>
        <a:bodyPr/>
        <a:lstStyle/>
        <a:p>
          <a:endParaRPr lang="en-US"/>
        </a:p>
      </dgm:t>
    </dgm:pt>
    <dgm:pt modelId="{FFE1863D-8DD6-4D09-9EB5-14BC045CC9BE}" type="pres">
      <dgm:prSet presAssocID="{9447C093-F811-48F7-9848-309D1C5DE8EC}" presName="root" presStyleCnt="0">
        <dgm:presLayoutVars>
          <dgm:dir/>
          <dgm:resizeHandles val="exact"/>
        </dgm:presLayoutVars>
      </dgm:prSet>
      <dgm:spPr/>
    </dgm:pt>
    <dgm:pt modelId="{A0A8C4F5-D7BC-47DB-979B-64D7C81971C8}" type="pres">
      <dgm:prSet presAssocID="{AE344400-CACE-4278-A499-2B3D781CE419}" presName="compNode" presStyleCnt="0"/>
      <dgm:spPr/>
    </dgm:pt>
    <dgm:pt modelId="{564E57C0-C565-4E3B-A8A6-184E0455D3D3}" type="pres">
      <dgm:prSet presAssocID="{AE344400-CACE-4278-A499-2B3D781CE419}" presName="bgRect" presStyleLbl="bgShp" presStyleIdx="0" presStyleCnt="3"/>
      <dgm:spPr/>
    </dgm:pt>
    <dgm:pt modelId="{63C6104E-AB69-4221-BA05-5809E0C252F5}" type="pres">
      <dgm:prSet presAssocID="{AE344400-CACE-4278-A499-2B3D781CE41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50BDB5A6-2DD6-45F9-98C5-6939F39E023A}" type="pres">
      <dgm:prSet presAssocID="{AE344400-CACE-4278-A499-2B3D781CE419}" presName="spaceRect" presStyleCnt="0"/>
      <dgm:spPr/>
    </dgm:pt>
    <dgm:pt modelId="{BD87CA95-AA35-4BE8-AD62-F6F7C7E6C818}" type="pres">
      <dgm:prSet presAssocID="{AE344400-CACE-4278-A499-2B3D781CE419}" presName="parTx" presStyleLbl="revTx" presStyleIdx="0" presStyleCnt="3">
        <dgm:presLayoutVars>
          <dgm:chMax val="0"/>
          <dgm:chPref val="0"/>
        </dgm:presLayoutVars>
      </dgm:prSet>
      <dgm:spPr/>
    </dgm:pt>
    <dgm:pt modelId="{630EC3CC-96C7-4DF6-8457-CAFC832A9908}" type="pres">
      <dgm:prSet presAssocID="{ECB16BA5-F902-486C-8801-DE5CA4428FF6}" presName="sibTrans" presStyleCnt="0"/>
      <dgm:spPr/>
    </dgm:pt>
    <dgm:pt modelId="{3BF1537E-6DC4-4E90-81C6-A7582CF4858D}" type="pres">
      <dgm:prSet presAssocID="{1D2ADDB2-476E-4CB3-8438-5ADE172B17DE}" presName="compNode" presStyleCnt="0"/>
      <dgm:spPr/>
    </dgm:pt>
    <dgm:pt modelId="{8E6966E5-D734-44FD-BFDD-3FBD8F76FFA9}" type="pres">
      <dgm:prSet presAssocID="{1D2ADDB2-476E-4CB3-8438-5ADE172B17DE}" presName="bgRect" presStyleLbl="bgShp" presStyleIdx="1" presStyleCnt="3"/>
      <dgm:spPr/>
    </dgm:pt>
    <dgm:pt modelId="{74F5222C-4DA4-4D9B-9156-DCE96A040D61}" type="pres">
      <dgm:prSet presAssocID="{1D2ADDB2-476E-4CB3-8438-5ADE172B17D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A873A60-B31B-49C3-9B5B-8DE1D025E9AF}" type="pres">
      <dgm:prSet presAssocID="{1D2ADDB2-476E-4CB3-8438-5ADE172B17DE}" presName="spaceRect" presStyleCnt="0"/>
      <dgm:spPr/>
    </dgm:pt>
    <dgm:pt modelId="{9F9E33BA-406F-4AC3-8700-C4B4269BFC52}" type="pres">
      <dgm:prSet presAssocID="{1D2ADDB2-476E-4CB3-8438-5ADE172B17DE}" presName="parTx" presStyleLbl="revTx" presStyleIdx="1" presStyleCnt="3">
        <dgm:presLayoutVars>
          <dgm:chMax val="0"/>
          <dgm:chPref val="0"/>
        </dgm:presLayoutVars>
      </dgm:prSet>
      <dgm:spPr/>
    </dgm:pt>
    <dgm:pt modelId="{A4C36460-11CB-4780-9DF8-30BC2A699049}" type="pres">
      <dgm:prSet presAssocID="{E69B4D4D-CF98-46D5-97B9-A91F8D0F47DD}" presName="sibTrans" presStyleCnt="0"/>
      <dgm:spPr/>
    </dgm:pt>
    <dgm:pt modelId="{E054925D-9661-4A1C-B75F-6BF9C05A5C58}" type="pres">
      <dgm:prSet presAssocID="{D6A51EDF-006D-47AD-90EE-D32B73D77AF2}" presName="compNode" presStyleCnt="0"/>
      <dgm:spPr/>
    </dgm:pt>
    <dgm:pt modelId="{CD6A42F0-E0FD-4F18-955D-6184373A2921}" type="pres">
      <dgm:prSet presAssocID="{D6A51EDF-006D-47AD-90EE-D32B73D77AF2}" presName="bgRect" presStyleLbl="bgShp" presStyleIdx="2" presStyleCnt="3"/>
      <dgm:spPr/>
    </dgm:pt>
    <dgm:pt modelId="{A933620F-56CC-47C1-AF68-23B7DD089045}" type="pres">
      <dgm:prSet presAssocID="{D6A51EDF-006D-47AD-90EE-D32B73D77AF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50AA1E32-C682-48CA-9CB1-D8F98981F401}" type="pres">
      <dgm:prSet presAssocID="{D6A51EDF-006D-47AD-90EE-D32B73D77AF2}" presName="spaceRect" presStyleCnt="0"/>
      <dgm:spPr/>
    </dgm:pt>
    <dgm:pt modelId="{5195FF75-D797-4A19-A06B-F8FEAE2214EF}" type="pres">
      <dgm:prSet presAssocID="{D6A51EDF-006D-47AD-90EE-D32B73D77AF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3E6F104-7B03-41BE-80E2-65B4DC0AE3B9}" type="presOf" srcId="{D6A51EDF-006D-47AD-90EE-D32B73D77AF2}" destId="{5195FF75-D797-4A19-A06B-F8FEAE2214EF}" srcOrd="0" destOrd="0" presId="urn:microsoft.com/office/officeart/2018/2/layout/IconVerticalSolidList"/>
    <dgm:cxn modelId="{B47DCC4D-6C8D-45C6-8771-4AAED6590287}" srcId="{9447C093-F811-48F7-9848-309D1C5DE8EC}" destId="{1D2ADDB2-476E-4CB3-8438-5ADE172B17DE}" srcOrd="1" destOrd="0" parTransId="{000827BA-4DED-4C46-AE76-D593EB40BFE9}" sibTransId="{E69B4D4D-CF98-46D5-97B9-A91F8D0F47DD}"/>
    <dgm:cxn modelId="{C8FCF373-2154-4C42-A983-4E6A157ED3F6}" type="presOf" srcId="{9447C093-F811-48F7-9848-309D1C5DE8EC}" destId="{FFE1863D-8DD6-4D09-9EB5-14BC045CC9BE}" srcOrd="0" destOrd="0" presId="urn:microsoft.com/office/officeart/2018/2/layout/IconVerticalSolidList"/>
    <dgm:cxn modelId="{EB0D8156-6F9C-4AFE-B916-CB206E8A77E0}" type="presOf" srcId="{AE344400-CACE-4278-A499-2B3D781CE419}" destId="{BD87CA95-AA35-4BE8-AD62-F6F7C7E6C818}" srcOrd="0" destOrd="0" presId="urn:microsoft.com/office/officeart/2018/2/layout/IconVerticalSolidList"/>
    <dgm:cxn modelId="{A6460777-A40E-4635-B0AB-5E534D1EBE38}" type="presOf" srcId="{1D2ADDB2-476E-4CB3-8438-5ADE172B17DE}" destId="{9F9E33BA-406F-4AC3-8700-C4B4269BFC52}" srcOrd="0" destOrd="0" presId="urn:microsoft.com/office/officeart/2018/2/layout/IconVerticalSolidList"/>
    <dgm:cxn modelId="{32DC2F57-811A-432B-8A0C-55BFB2255FCB}" srcId="{9447C093-F811-48F7-9848-309D1C5DE8EC}" destId="{D6A51EDF-006D-47AD-90EE-D32B73D77AF2}" srcOrd="2" destOrd="0" parTransId="{85C21001-64EB-4387-A779-872F7784A48A}" sibTransId="{A1FC28CF-1D7B-4E14-95AF-01D1E35A4029}"/>
    <dgm:cxn modelId="{0A10AEF7-183C-4D20-84B9-FDEA4C2C2650}" srcId="{9447C093-F811-48F7-9848-309D1C5DE8EC}" destId="{AE344400-CACE-4278-A499-2B3D781CE419}" srcOrd="0" destOrd="0" parTransId="{6F732617-D244-4961-9B71-1207A2983476}" sibTransId="{ECB16BA5-F902-486C-8801-DE5CA4428FF6}"/>
    <dgm:cxn modelId="{C63893B0-E9A3-42F4-85E0-A709A92EA938}" type="presParOf" srcId="{FFE1863D-8DD6-4D09-9EB5-14BC045CC9BE}" destId="{A0A8C4F5-D7BC-47DB-979B-64D7C81971C8}" srcOrd="0" destOrd="0" presId="urn:microsoft.com/office/officeart/2018/2/layout/IconVerticalSolidList"/>
    <dgm:cxn modelId="{4A901B60-10D7-4317-AA35-C43B315E07FD}" type="presParOf" srcId="{A0A8C4F5-D7BC-47DB-979B-64D7C81971C8}" destId="{564E57C0-C565-4E3B-A8A6-184E0455D3D3}" srcOrd="0" destOrd="0" presId="urn:microsoft.com/office/officeart/2018/2/layout/IconVerticalSolidList"/>
    <dgm:cxn modelId="{56024BDF-DC92-4533-8664-010E1EF32E75}" type="presParOf" srcId="{A0A8C4F5-D7BC-47DB-979B-64D7C81971C8}" destId="{63C6104E-AB69-4221-BA05-5809E0C252F5}" srcOrd="1" destOrd="0" presId="urn:microsoft.com/office/officeart/2018/2/layout/IconVerticalSolidList"/>
    <dgm:cxn modelId="{A9785D28-DE26-4DEA-BF26-CE3D7AEC8CB7}" type="presParOf" srcId="{A0A8C4F5-D7BC-47DB-979B-64D7C81971C8}" destId="{50BDB5A6-2DD6-45F9-98C5-6939F39E023A}" srcOrd="2" destOrd="0" presId="urn:microsoft.com/office/officeart/2018/2/layout/IconVerticalSolidList"/>
    <dgm:cxn modelId="{6EA6BBAD-43FA-4DB1-BDC8-F9AE6CBA8CCE}" type="presParOf" srcId="{A0A8C4F5-D7BC-47DB-979B-64D7C81971C8}" destId="{BD87CA95-AA35-4BE8-AD62-F6F7C7E6C818}" srcOrd="3" destOrd="0" presId="urn:microsoft.com/office/officeart/2018/2/layout/IconVerticalSolidList"/>
    <dgm:cxn modelId="{7884CABE-A8C8-4090-864E-9299BA8B2E12}" type="presParOf" srcId="{FFE1863D-8DD6-4D09-9EB5-14BC045CC9BE}" destId="{630EC3CC-96C7-4DF6-8457-CAFC832A9908}" srcOrd="1" destOrd="0" presId="urn:microsoft.com/office/officeart/2018/2/layout/IconVerticalSolidList"/>
    <dgm:cxn modelId="{A175F78B-ECF1-40FE-9819-09E8F34422C0}" type="presParOf" srcId="{FFE1863D-8DD6-4D09-9EB5-14BC045CC9BE}" destId="{3BF1537E-6DC4-4E90-81C6-A7582CF4858D}" srcOrd="2" destOrd="0" presId="urn:microsoft.com/office/officeart/2018/2/layout/IconVerticalSolidList"/>
    <dgm:cxn modelId="{A5D2C0C5-4659-4326-8B01-7ED7A7A59AB7}" type="presParOf" srcId="{3BF1537E-6DC4-4E90-81C6-A7582CF4858D}" destId="{8E6966E5-D734-44FD-BFDD-3FBD8F76FFA9}" srcOrd="0" destOrd="0" presId="urn:microsoft.com/office/officeart/2018/2/layout/IconVerticalSolidList"/>
    <dgm:cxn modelId="{DD583710-2BF5-4B0C-8160-89BD84CDCE9F}" type="presParOf" srcId="{3BF1537E-6DC4-4E90-81C6-A7582CF4858D}" destId="{74F5222C-4DA4-4D9B-9156-DCE96A040D61}" srcOrd="1" destOrd="0" presId="urn:microsoft.com/office/officeart/2018/2/layout/IconVerticalSolidList"/>
    <dgm:cxn modelId="{70E8E403-1693-4DD4-9F97-32836AD5B876}" type="presParOf" srcId="{3BF1537E-6DC4-4E90-81C6-A7582CF4858D}" destId="{1A873A60-B31B-49C3-9B5B-8DE1D025E9AF}" srcOrd="2" destOrd="0" presId="urn:microsoft.com/office/officeart/2018/2/layout/IconVerticalSolidList"/>
    <dgm:cxn modelId="{D1261F6C-971F-4115-AE67-CB4A74E1C89F}" type="presParOf" srcId="{3BF1537E-6DC4-4E90-81C6-A7582CF4858D}" destId="{9F9E33BA-406F-4AC3-8700-C4B4269BFC52}" srcOrd="3" destOrd="0" presId="urn:microsoft.com/office/officeart/2018/2/layout/IconVerticalSolidList"/>
    <dgm:cxn modelId="{0911A84C-8623-49D7-BC67-8B6822D78C17}" type="presParOf" srcId="{FFE1863D-8DD6-4D09-9EB5-14BC045CC9BE}" destId="{A4C36460-11CB-4780-9DF8-30BC2A699049}" srcOrd="3" destOrd="0" presId="urn:microsoft.com/office/officeart/2018/2/layout/IconVerticalSolidList"/>
    <dgm:cxn modelId="{0CEBBCEF-27B6-4923-9E57-E6191E058BD7}" type="presParOf" srcId="{FFE1863D-8DD6-4D09-9EB5-14BC045CC9BE}" destId="{E054925D-9661-4A1C-B75F-6BF9C05A5C58}" srcOrd="4" destOrd="0" presId="urn:microsoft.com/office/officeart/2018/2/layout/IconVerticalSolidList"/>
    <dgm:cxn modelId="{BA5B519F-282C-443C-9794-F4C6AA90D910}" type="presParOf" srcId="{E054925D-9661-4A1C-B75F-6BF9C05A5C58}" destId="{CD6A42F0-E0FD-4F18-955D-6184373A2921}" srcOrd="0" destOrd="0" presId="urn:microsoft.com/office/officeart/2018/2/layout/IconVerticalSolidList"/>
    <dgm:cxn modelId="{C7C20C07-25B7-4C20-932B-AB92656182D5}" type="presParOf" srcId="{E054925D-9661-4A1C-B75F-6BF9C05A5C58}" destId="{A933620F-56CC-47C1-AF68-23B7DD089045}" srcOrd="1" destOrd="0" presId="urn:microsoft.com/office/officeart/2018/2/layout/IconVerticalSolidList"/>
    <dgm:cxn modelId="{7952C4AD-4DCA-4DA5-8EA3-C1B33B6ABB2B}" type="presParOf" srcId="{E054925D-9661-4A1C-B75F-6BF9C05A5C58}" destId="{50AA1E32-C682-48CA-9CB1-D8F98981F401}" srcOrd="2" destOrd="0" presId="urn:microsoft.com/office/officeart/2018/2/layout/IconVerticalSolidList"/>
    <dgm:cxn modelId="{532BCBF6-8943-4173-8158-ED4BF4E42CEC}" type="presParOf" srcId="{E054925D-9661-4A1C-B75F-6BF9C05A5C58}" destId="{5195FF75-D797-4A19-A06B-F8FEAE2214E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F500CCF-51D0-45B2-B31B-CEA5A7A99FC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4FEEAF4-6C85-4839-83D1-9CE8D04B4A04}">
      <dgm:prSet/>
      <dgm:spPr/>
      <dgm:t>
        <a:bodyPr/>
        <a:lstStyle/>
        <a:p>
          <a:r>
            <a:rPr lang="en-US" b="1"/>
            <a:t>LangChain alone (lightweight RAG or reasoning only):</a:t>
          </a:r>
          <a:endParaRPr lang="en-US"/>
        </a:p>
      </dgm:t>
    </dgm:pt>
    <dgm:pt modelId="{41D07BD8-A06F-4708-B57A-9EE17D5DB5FC}" type="parTrans" cxnId="{4102CE94-A842-48DE-BD85-D8FA2343F5C9}">
      <dgm:prSet/>
      <dgm:spPr/>
      <dgm:t>
        <a:bodyPr/>
        <a:lstStyle/>
        <a:p>
          <a:endParaRPr lang="en-US"/>
        </a:p>
      </dgm:t>
    </dgm:pt>
    <dgm:pt modelId="{486F9719-8212-48A8-86F6-5D0610DB7F2B}" type="sibTrans" cxnId="{4102CE94-A842-48DE-BD85-D8FA2343F5C9}">
      <dgm:prSet/>
      <dgm:spPr/>
      <dgm:t>
        <a:bodyPr/>
        <a:lstStyle/>
        <a:p>
          <a:endParaRPr lang="en-US"/>
        </a:p>
      </dgm:t>
    </dgm:pt>
    <dgm:pt modelId="{94B95419-6BDE-4741-904F-75C98BF7AE74}">
      <dgm:prSet/>
      <dgm:spPr/>
      <dgm:t>
        <a:bodyPr/>
        <a:lstStyle/>
        <a:p>
          <a:r>
            <a:rPr lang="en-US"/>
            <a:t>Pure tool orchestration (math + APIs + light retrieval).</a:t>
          </a:r>
        </a:p>
      </dgm:t>
    </dgm:pt>
    <dgm:pt modelId="{0C83D561-87AF-4BA0-A9CC-5EFA0FDDFF1C}" type="parTrans" cxnId="{08F2626D-DC95-47BE-89F6-D78053584C8B}">
      <dgm:prSet/>
      <dgm:spPr/>
      <dgm:t>
        <a:bodyPr/>
        <a:lstStyle/>
        <a:p>
          <a:endParaRPr lang="en-US"/>
        </a:p>
      </dgm:t>
    </dgm:pt>
    <dgm:pt modelId="{184399D3-E7D5-4449-8C78-74076ED2918A}" type="sibTrans" cxnId="{08F2626D-DC95-47BE-89F6-D78053584C8B}">
      <dgm:prSet/>
      <dgm:spPr/>
      <dgm:t>
        <a:bodyPr/>
        <a:lstStyle/>
        <a:p>
          <a:endParaRPr lang="en-US"/>
        </a:p>
      </dgm:t>
    </dgm:pt>
    <dgm:pt modelId="{429D0675-94CD-4246-A1D8-ED00C6EA346A}">
      <dgm:prSet/>
      <dgm:spPr/>
      <dgm:t>
        <a:bodyPr/>
        <a:lstStyle/>
        <a:p>
          <a:r>
            <a:rPr lang="en-US"/>
            <a:t>Latency‑sensitive tasks where deep retrieval is not required.</a:t>
          </a:r>
        </a:p>
      </dgm:t>
    </dgm:pt>
    <dgm:pt modelId="{E826E018-2FEA-4BDC-A64A-EEF2F05397DD}" type="parTrans" cxnId="{AD9C4DCA-3556-42B7-B78C-937526E91D66}">
      <dgm:prSet/>
      <dgm:spPr/>
      <dgm:t>
        <a:bodyPr/>
        <a:lstStyle/>
        <a:p>
          <a:endParaRPr lang="en-US"/>
        </a:p>
      </dgm:t>
    </dgm:pt>
    <dgm:pt modelId="{070D048C-3702-48BE-8BDC-E2E0A046A6E2}" type="sibTrans" cxnId="{AD9C4DCA-3556-42B7-B78C-937526E91D66}">
      <dgm:prSet/>
      <dgm:spPr/>
      <dgm:t>
        <a:bodyPr/>
        <a:lstStyle/>
        <a:p>
          <a:endParaRPr lang="en-US"/>
        </a:p>
      </dgm:t>
    </dgm:pt>
    <dgm:pt modelId="{AB51B2C9-A45B-4168-9F1B-7AACB2496F76}">
      <dgm:prSet/>
      <dgm:spPr/>
      <dgm:t>
        <a:bodyPr/>
        <a:lstStyle/>
        <a:p>
          <a:r>
            <a:rPr lang="en-US" b="1"/>
            <a:t>LlamaIndex alone (deep retrieval, less orchestration):</a:t>
          </a:r>
          <a:endParaRPr lang="en-US"/>
        </a:p>
      </dgm:t>
    </dgm:pt>
    <dgm:pt modelId="{1350B483-53D6-41AE-91C9-AD0DED9F07CF}" type="parTrans" cxnId="{5FB79220-4C2B-480A-ACF4-27032BA206D9}">
      <dgm:prSet/>
      <dgm:spPr/>
      <dgm:t>
        <a:bodyPr/>
        <a:lstStyle/>
        <a:p>
          <a:endParaRPr lang="en-US"/>
        </a:p>
      </dgm:t>
    </dgm:pt>
    <dgm:pt modelId="{FE269788-73F6-4609-A2F3-BDF439B90BE6}" type="sibTrans" cxnId="{5FB79220-4C2B-480A-ACF4-27032BA206D9}">
      <dgm:prSet/>
      <dgm:spPr/>
      <dgm:t>
        <a:bodyPr/>
        <a:lstStyle/>
        <a:p>
          <a:endParaRPr lang="en-US"/>
        </a:p>
      </dgm:t>
    </dgm:pt>
    <dgm:pt modelId="{A4EE2EA4-C444-489B-8C1C-3B6B352408C6}">
      <dgm:prSet/>
      <dgm:spPr/>
      <dgm:t>
        <a:bodyPr/>
        <a:lstStyle/>
        <a:p>
          <a:r>
            <a:rPr lang="en-US"/>
            <a:t>Academic literature search.</a:t>
          </a:r>
        </a:p>
      </dgm:t>
    </dgm:pt>
    <dgm:pt modelId="{6DE37264-0B94-441E-9A2A-E9664AF28FF0}" type="parTrans" cxnId="{4767C3A7-EA5E-44B8-8058-AF74945DAACB}">
      <dgm:prSet/>
      <dgm:spPr/>
      <dgm:t>
        <a:bodyPr/>
        <a:lstStyle/>
        <a:p>
          <a:endParaRPr lang="en-US"/>
        </a:p>
      </dgm:t>
    </dgm:pt>
    <dgm:pt modelId="{FAE969F3-8026-47DC-9011-2721AF75D7FF}" type="sibTrans" cxnId="{4767C3A7-EA5E-44B8-8058-AF74945DAACB}">
      <dgm:prSet/>
      <dgm:spPr/>
      <dgm:t>
        <a:bodyPr/>
        <a:lstStyle/>
        <a:p>
          <a:endParaRPr lang="en-US"/>
        </a:p>
      </dgm:t>
    </dgm:pt>
    <dgm:pt modelId="{F5CBCDFD-96E6-43CA-8FDB-8D2691B38D0E}">
      <dgm:prSet/>
      <dgm:spPr/>
      <dgm:t>
        <a:bodyPr/>
        <a:lstStyle/>
        <a:p>
          <a:r>
            <a:rPr lang="en-US"/>
            <a:t>Legal document summarization.</a:t>
          </a:r>
        </a:p>
      </dgm:t>
    </dgm:pt>
    <dgm:pt modelId="{F23C6ADF-4DB1-48F0-A783-4EA8A1FFF60F}" type="parTrans" cxnId="{92F8D0F7-9FFD-4C95-A451-4354BA2EF12C}">
      <dgm:prSet/>
      <dgm:spPr/>
      <dgm:t>
        <a:bodyPr/>
        <a:lstStyle/>
        <a:p>
          <a:endParaRPr lang="en-US"/>
        </a:p>
      </dgm:t>
    </dgm:pt>
    <dgm:pt modelId="{1128BE8B-90CA-440D-BEFD-F17636D01D49}" type="sibTrans" cxnId="{92F8D0F7-9FFD-4C95-A451-4354BA2EF12C}">
      <dgm:prSet/>
      <dgm:spPr/>
      <dgm:t>
        <a:bodyPr/>
        <a:lstStyle/>
        <a:p>
          <a:endParaRPr lang="en-US"/>
        </a:p>
      </dgm:t>
    </dgm:pt>
    <dgm:pt modelId="{AE99329A-52B8-40A3-B466-649F27AB6E6B}">
      <dgm:prSet/>
      <dgm:spPr/>
      <dgm:t>
        <a:bodyPr/>
        <a:lstStyle/>
        <a:p>
          <a:r>
            <a:rPr lang="en-US"/>
            <a:t>Multi‑document QA where retrieval quality is priority.</a:t>
          </a:r>
        </a:p>
      </dgm:t>
    </dgm:pt>
    <dgm:pt modelId="{9B75BA87-BF8B-4994-93A4-BBA4D67C444A}" type="parTrans" cxnId="{CC000623-B6FF-4477-BFFC-AE81EA51EDB8}">
      <dgm:prSet/>
      <dgm:spPr/>
      <dgm:t>
        <a:bodyPr/>
        <a:lstStyle/>
        <a:p>
          <a:endParaRPr lang="en-US"/>
        </a:p>
      </dgm:t>
    </dgm:pt>
    <dgm:pt modelId="{97A2E7A5-D69F-463B-8C82-B28D3060D98B}" type="sibTrans" cxnId="{CC000623-B6FF-4477-BFFC-AE81EA51EDB8}">
      <dgm:prSet/>
      <dgm:spPr/>
      <dgm:t>
        <a:bodyPr/>
        <a:lstStyle/>
        <a:p>
          <a:endParaRPr lang="en-US"/>
        </a:p>
      </dgm:t>
    </dgm:pt>
    <dgm:pt modelId="{8FA74F9B-28F3-400C-9FE2-8DE21C4F7B4C}">
      <dgm:prSet/>
      <dgm:spPr/>
      <dgm:t>
        <a:bodyPr/>
        <a:lstStyle/>
        <a:p>
          <a:r>
            <a:rPr lang="en-US" b="1"/>
            <a:t>LangChain + LlamaIndex combined:</a:t>
          </a:r>
          <a:endParaRPr lang="en-US"/>
        </a:p>
      </dgm:t>
    </dgm:pt>
    <dgm:pt modelId="{13343A64-3A76-4394-9F10-C90CE2C0DBA1}" type="parTrans" cxnId="{8E324F1D-222D-43F8-9D4F-8D03EFBA9B07}">
      <dgm:prSet/>
      <dgm:spPr/>
      <dgm:t>
        <a:bodyPr/>
        <a:lstStyle/>
        <a:p>
          <a:endParaRPr lang="en-US"/>
        </a:p>
      </dgm:t>
    </dgm:pt>
    <dgm:pt modelId="{372CB17C-7CBA-4E80-865B-D83625F0DD3C}" type="sibTrans" cxnId="{8E324F1D-222D-43F8-9D4F-8D03EFBA9B07}">
      <dgm:prSet/>
      <dgm:spPr/>
      <dgm:t>
        <a:bodyPr/>
        <a:lstStyle/>
        <a:p>
          <a:endParaRPr lang="en-US"/>
        </a:p>
      </dgm:t>
    </dgm:pt>
    <dgm:pt modelId="{5078488F-C5AD-4C49-A0D5-18446D375AD3}">
      <dgm:prSet/>
      <dgm:spPr/>
      <dgm:t>
        <a:bodyPr/>
        <a:lstStyle/>
        <a:p>
          <a:r>
            <a:rPr lang="en-US"/>
            <a:t>Enterprise knowledge assistants (contracts + APIs).</a:t>
          </a:r>
        </a:p>
      </dgm:t>
    </dgm:pt>
    <dgm:pt modelId="{41C7FCD4-6977-465B-A16C-CB54C03D6B5F}" type="parTrans" cxnId="{45C53CA0-B129-4ED4-9977-E18AF618DF9E}">
      <dgm:prSet/>
      <dgm:spPr/>
      <dgm:t>
        <a:bodyPr/>
        <a:lstStyle/>
        <a:p>
          <a:endParaRPr lang="en-US"/>
        </a:p>
      </dgm:t>
    </dgm:pt>
    <dgm:pt modelId="{A86D81E8-10BD-4696-A58B-240EE6523913}" type="sibTrans" cxnId="{45C53CA0-B129-4ED4-9977-E18AF618DF9E}">
      <dgm:prSet/>
      <dgm:spPr/>
      <dgm:t>
        <a:bodyPr/>
        <a:lstStyle/>
        <a:p>
          <a:endParaRPr lang="en-US"/>
        </a:p>
      </dgm:t>
    </dgm:pt>
    <dgm:pt modelId="{D7EA4B1A-FA81-473B-9B67-ECB2F48818F5}">
      <dgm:prSet/>
      <dgm:spPr/>
      <dgm:t>
        <a:bodyPr/>
        <a:lstStyle/>
        <a:p>
          <a:r>
            <a:rPr lang="en-US"/>
            <a:t>Customer support bots (retrieval + action execution).</a:t>
          </a:r>
        </a:p>
      </dgm:t>
    </dgm:pt>
    <dgm:pt modelId="{8544B503-0DFF-4A45-80FB-CAA1E900FD0D}" type="parTrans" cxnId="{E6D9A256-34CC-4000-A0FF-367796FD820B}">
      <dgm:prSet/>
      <dgm:spPr/>
      <dgm:t>
        <a:bodyPr/>
        <a:lstStyle/>
        <a:p>
          <a:endParaRPr lang="en-US"/>
        </a:p>
      </dgm:t>
    </dgm:pt>
    <dgm:pt modelId="{A255C83C-E0E6-479D-A772-FEF829E42524}" type="sibTrans" cxnId="{E6D9A256-34CC-4000-A0FF-367796FD820B}">
      <dgm:prSet/>
      <dgm:spPr/>
      <dgm:t>
        <a:bodyPr/>
        <a:lstStyle/>
        <a:p>
          <a:endParaRPr lang="en-US"/>
        </a:p>
      </dgm:t>
    </dgm:pt>
    <dgm:pt modelId="{BD767B13-FF47-4064-B573-5209A422CF73}">
      <dgm:prSet/>
      <dgm:spPr/>
      <dgm:t>
        <a:bodyPr/>
        <a:lstStyle/>
        <a:p>
          <a:r>
            <a:rPr lang="en-US"/>
            <a:t>Research copilots (retrieval across multi‑corpus + reasoning to plan steps).</a:t>
          </a:r>
        </a:p>
      </dgm:t>
    </dgm:pt>
    <dgm:pt modelId="{CF77A46A-0E90-4B38-809B-BE02DDD768F0}" type="parTrans" cxnId="{2CCD5327-3843-4BCB-91BA-DB7691E50066}">
      <dgm:prSet/>
      <dgm:spPr/>
      <dgm:t>
        <a:bodyPr/>
        <a:lstStyle/>
        <a:p>
          <a:endParaRPr lang="en-US"/>
        </a:p>
      </dgm:t>
    </dgm:pt>
    <dgm:pt modelId="{A20ACA04-FE4E-468E-B5A4-F1C86BC1EBB1}" type="sibTrans" cxnId="{2CCD5327-3843-4BCB-91BA-DB7691E50066}">
      <dgm:prSet/>
      <dgm:spPr/>
      <dgm:t>
        <a:bodyPr/>
        <a:lstStyle/>
        <a:p>
          <a:endParaRPr lang="en-US"/>
        </a:p>
      </dgm:t>
    </dgm:pt>
    <dgm:pt modelId="{3C706060-0DBF-43EE-A316-3552E14336E1}" type="pres">
      <dgm:prSet presAssocID="{1F500CCF-51D0-45B2-B31B-CEA5A7A99FCE}" presName="linear" presStyleCnt="0">
        <dgm:presLayoutVars>
          <dgm:animLvl val="lvl"/>
          <dgm:resizeHandles val="exact"/>
        </dgm:presLayoutVars>
      </dgm:prSet>
      <dgm:spPr/>
    </dgm:pt>
    <dgm:pt modelId="{C832B6B0-D107-45D1-A889-F82C33055466}" type="pres">
      <dgm:prSet presAssocID="{34FEEAF4-6C85-4839-83D1-9CE8D04B4A0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D672AE0-3920-46BA-B54F-2AF8CDE3F152}" type="pres">
      <dgm:prSet presAssocID="{34FEEAF4-6C85-4839-83D1-9CE8D04B4A04}" presName="childText" presStyleLbl="revTx" presStyleIdx="0" presStyleCnt="3">
        <dgm:presLayoutVars>
          <dgm:bulletEnabled val="1"/>
        </dgm:presLayoutVars>
      </dgm:prSet>
      <dgm:spPr/>
    </dgm:pt>
    <dgm:pt modelId="{9DEF51A8-E6F4-4578-B085-B95CD0FE68EE}" type="pres">
      <dgm:prSet presAssocID="{AB51B2C9-A45B-4168-9F1B-7AACB2496F7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64331EF-83E9-401D-9E79-BFD24E094845}" type="pres">
      <dgm:prSet presAssocID="{AB51B2C9-A45B-4168-9F1B-7AACB2496F76}" presName="childText" presStyleLbl="revTx" presStyleIdx="1" presStyleCnt="3">
        <dgm:presLayoutVars>
          <dgm:bulletEnabled val="1"/>
        </dgm:presLayoutVars>
      </dgm:prSet>
      <dgm:spPr/>
    </dgm:pt>
    <dgm:pt modelId="{B92189E7-9E9D-4513-9ADD-DC22B768AE91}" type="pres">
      <dgm:prSet presAssocID="{8FA74F9B-28F3-400C-9FE2-8DE21C4F7B4C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6A9ACB0A-861F-4499-9F8C-F23D27EABBB9}" type="pres">
      <dgm:prSet presAssocID="{8FA74F9B-28F3-400C-9FE2-8DE21C4F7B4C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8CB85712-FD38-40D6-A6CA-A7B9E723E8E8}" type="presOf" srcId="{94B95419-6BDE-4741-904F-75C98BF7AE74}" destId="{AD672AE0-3920-46BA-B54F-2AF8CDE3F152}" srcOrd="0" destOrd="0" presId="urn:microsoft.com/office/officeart/2005/8/layout/vList2"/>
    <dgm:cxn modelId="{8E9AA413-B92E-4D0A-B5BF-086D7BC91291}" type="presOf" srcId="{5078488F-C5AD-4C49-A0D5-18446D375AD3}" destId="{6A9ACB0A-861F-4499-9F8C-F23D27EABBB9}" srcOrd="0" destOrd="0" presId="urn:microsoft.com/office/officeart/2005/8/layout/vList2"/>
    <dgm:cxn modelId="{C58D7B14-962E-4C6D-B257-A50FCA708D65}" type="presOf" srcId="{AE99329A-52B8-40A3-B466-649F27AB6E6B}" destId="{664331EF-83E9-401D-9E79-BFD24E094845}" srcOrd="0" destOrd="2" presId="urn:microsoft.com/office/officeart/2005/8/layout/vList2"/>
    <dgm:cxn modelId="{FB125E1A-9FFC-4812-98F1-3F9F180F6D9D}" type="presOf" srcId="{BD767B13-FF47-4064-B573-5209A422CF73}" destId="{6A9ACB0A-861F-4499-9F8C-F23D27EABBB9}" srcOrd="0" destOrd="2" presId="urn:microsoft.com/office/officeart/2005/8/layout/vList2"/>
    <dgm:cxn modelId="{8E324F1D-222D-43F8-9D4F-8D03EFBA9B07}" srcId="{1F500CCF-51D0-45B2-B31B-CEA5A7A99FCE}" destId="{8FA74F9B-28F3-400C-9FE2-8DE21C4F7B4C}" srcOrd="2" destOrd="0" parTransId="{13343A64-3A76-4394-9F10-C90CE2C0DBA1}" sibTransId="{372CB17C-7CBA-4E80-865B-D83625F0DD3C}"/>
    <dgm:cxn modelId="{5FB79220-4C2B-480A-ACF4-27032BA206D9}" srcId="{1F500CCF-51D0-45B2-B31B-CEA5A7A99FCE}" destId="{AB51B2C9-A45B-4168-9F1B-7AACB2496F76}" srcOrd="1" destOrd="0" parTransId="{1350B483-53D6-41AE-91C9-AD0DED9F07CF}" sibTransId="{FE269788-73F6-4609-A2F3-BDF439B90BE6}"/>
    <dgm:cxn modelId="{CC000623-B6FF-4477-BFFC-AE81EA51EDB8}" srcId="{AB51B2C9-A45B-4168-9F1B-7AACB2496F76}" destId="{AE99329A-52B8-40A3-B466-649F27AB6E6B}" srcOrd="2" destOrd="0" parTransId="{9B75BA87-BF8B-4994-93A4-BBA4D67C444A}" sibTransId="{97A2E7A5-D69F-463B-8C82-B28D3060D98B}"/>
    <dgm:cxn modelId="{ECEB4526-D013-400C-9EF1-652D977E623A}" type="presOf" srcId="{F5CBCDFD-96E6-43CA-8FDB-8D2691B38D0E}" destId="{664331EF-83E9-401D-9E79-BFD24E094845}" srcOrd="0" destOrd="1" presId="urn:microsoft.com/office/officeart/2005/8/layout/vList2"/>
    <dgm:cxn modelId="{2CCD5327-3843-4BCB-91BA-DB7691E50066}" srcId="{8FA74F9B-28F3-400C-9FE2-8DE21C4F7B4C}" destId="{BD767B13-FF47-4064-B573-5209A422CF73}" srcOrd="2" destOrd="0" parTransId="{CF77A46A-0E90-4B38-809B-BE02DDD768F0}" sibTransId="{A20ACA04-FE4E-468E-B5A4-F1C86BC1EBB1}"/>
    <dgm:cxn modelId="{25833935-F41A-4BBF-AABE-DB5B995234B5}" type="presOf" srcId="{AB51B2C9-A45B-4168-9F1B-7AACB2496F76}" destId="{9DEF51A8-E6F4-4578-B085-B95CD0FE68EE}" srcOrd="0" destOrd="0" presId="urn:microsoft.com/office/officeart/2005/8/layout/vList2"/>
    <dgm:cxn modelId="{C360FF37-5EC6-4553-84FA-39CF729E0091}" type="presOf" srcId="{D7EA4B1A-FA81-473B-9B67-ECB2F48818F5}" destId="{6A9ACB0A-861F-4499-9F8C-F23D27EABBB9}" srcOrd="0" destOrd="1" presId="urn:microsoft.com/office/officeart/2005/8/layout/vList2"/>
    <dgm:cxn modelId="{DC263169-AEDF-48DD-8295-414EE7E426A3}" type="presOf" srcId="{A4EE2EA4-C444-489B-8C1C-3B6B352408C6}" destId="{664331EF-83E9-401D-9E79-BFD24E094845}" srcOrd="0" destOrd="0" presId="urn:microsoft.com/office/officeart/2005/8/layout/vList2"/>
    <dgm:cxn modelId="{08F2626D-DC95-47BE-89F6-D78053584C8B}" srcId="{34FEEAF4-6C85-4839-83D1-9CE8D04B4A04}" destId="{94B95419-6BDE-4741-904F-75C98BF7AE74}" srcOrd="0" destOrd="0" parTransId="{0C83D561-87AF-4BA0-A9CC-5EFA0FDDFF1C}" sibTransId="{184399D3-E7D5-4449-8C78-74076ED2918A}"/>
    <dgm:cxn modelId="{E6D9A256-34CC-4000-A0FF-367796FD820B}" srcId="{8FA74F9B-28F3-400C-9FE2-8DE21C4F7B4C}" destId="{D7EA4B1A-FA81-473B-9B67-ECB2F48818F5}" srcOrd="1" destOrd="0" parTransId="{8544B503-0DFF-4A45-80FB-CAA1E900FD0D}" sibTransId="{A255C83C-E0E6-479D-A772-FEF829E42524}"/>
    <dgm:cxn modelId="{07815C90-763B-47DC-B72C-F22574EB5B7B}" type="presOf" srcId="{34FEEAF4-6C85-4839-83D1-9CE8D04B4A04}" destId="{C832B6B0-D107-45D1-A889-F82C33055466}" srcOrd="0" destOrd="0" presId="urn:microsoft.com/office/officeart/2005/8/layout/vList2"/>
    <dgm:cxn modelId="{BCA99692-5B65-4199-BF1E-679EBA987D91}" type="presOf" srcId="{429D0675-94CD-4246-A1D8-ED00C6EA346A}" destId="{AD672AE0-3920-46BA-B54F-2AF8CDE3F152}" srcOrd="0" destOrd="1" presId="urn:microsoft.com/office/officeart/2005/8/layout/vList2"/>
    <dgm:cxn modelId="{4102CE94-A842-48DE-BD85-D8FA2343F5C9}" srcId="{1F500CCF-51D0-45B2-B31B-CEA5A7A99FCE}" destId="{34FEEAF4-6C85-4839-83D1-9CE8D04B4A04}" srcOrd="0" destOrd="0" parTransId="{41D07BD8-A06F-4708-B57A-9EE17D5DB5FC}" sibTransId="{486F9719-8212-48A8-86F6-5D0610DB7F2B}"/>
    <dgm:cxn modelId="{45C53CA0-B129-4ED4-9977-E18AF618DF9E}" srcId="{8FA74F9B-28F3-400C-9FE2-8DE21C4F7B4C}" destId="{5078488F-C5AD-4C49-A0D5-18446D375AD3}" srcOrd="0" destOrd="0" parTransId="{41C7FCD4-6977-465B-A16C-CB54C03D6B5F}" sibTransId="{A86D81E8-10BD-4696-A58B-240EE6523913}"/>
    <dgm:cxn modelId="{4767C3A7-EA5E-44B8-8058-AF74945DAACB}" srcId="{AB51B2C9-A45B-4168-9F1B-7AACB2496F76}" destId="{A4EE2EA4-C444-489B-8C1C-3B6B352408C6}" srcOrd="0" destOrd="0" parTransId="{6DE37264-0B94-441E-9A2A-E9664AF28FF0}" sibTransId="{FAE969F3-8026-47DC-9011-2721AF75D7FF}"/>
    <dgm:cxn modelId="{4E5547B4-5DFD-49B0-A223-C779305B332A}" type="presOf" srcId="{8FA74F9B-28F3-400C-9FE2-8DE21C4F7B4C}" destId="{B92189E7-9E9D-4513-9ADD-DC22B768AE91}" srcOrd="0" destOrd="0" presId="urn:microsoft.com/office/officeart/2005/8/layout/vList2"/>
    <dgm:cxn modelId="{AD9C4DCA-3556-42B7-B78C-937526E91D66}" srcId="{34FEEAF4-6C85-4839-83D1-9CE8D04B4A04}" destId="{429D0675-94CD-4246-A1D8-ED00C6EA346A}" srcOrd="1" destOrd="0" parTransId="{E826E018-2FEA-4BDC-A64A-EEF2F05397DD}" sibTransId="{070D048C-3702-48BE-8BDC-E2E0A046A6E2}"/>
    <dgm:cxn modelId="{DB90A2E8-76B9-4574-A7E5-036294B889C5}" type="presOf" srcId="{1F500CCF-51D0-45B2-B31B-CEA5A7A99FCE}" destId="{3C706060-0DBF-43EE-A316-3552E14336E1}" srcOrd="0" destOrd="0" presId="urn:microsoft.com/office/officeart/2005/8/layout/vList2"/>
    <dgm:cxn modelId="{92F8D0F7-9FFD-4C95-A451-4354BA2EF12C}" srcId="{AB51B2C9-A45B-4168-9F1B-7AACB2496F76}" destId="{F5CBCDFD-96E6-43CA-8FDB-8D2691B38D0E}" srcOrd="1" destOrd="0" parTransId="{F23C6ADF-4DB1-48F0-A783-4EA8A1FFF60F}" sibTransId="{1128BE8B-90CA-440D-BEFD-F17636D01D49}"/>
    <dgm:cxn modelId="{20C4E132-E8A8-4E5F-9D9B-1A411595F900}" type="presParOf" srcId="{3C706060-0DBF-43EE-A316-3552E14336E1}" destId="{C832B6B0-D107-45D1-A889-F82C33055466}" srcOrd="0" destOrd="0" presId="urn:microsoft.com/office/officeart/2005/8/layout/vList2"/>
    <dgm:cxn modelId="{B23CCCDE-C467-4FB4-9E1D-D52323D4836D}" type="presParOf" srcId="{3C706060-0DBF-43EE-A316-3552E14336E1}" destId="{AD672AE0-3920-46BA-B54F-2AF8CDE3F152}" srcOrd="1" destOrd="0" presId="urn:microsoft.com/office/officeart/2005/8/layout/vList2"/>
    <dgm:cxn modelId="{3380C36D-FFA9-441A-A32D-B855C0D00365}" type="presParOf" srcId="{3C706060-0DBF-43EE-A316-3552E14336E1}" destId="{9DEF51A8-E6F4-4578-B085-B95CD0FE68EE}" srcOrd="2" destOrd="0" presId="urn:microsoft.com/office/officeart/2005/8/layout/vList2"/>
    <dgm:cxn modelId="{755EF033-D2F8-48AC-BA51-04805B0318C8}" type="presParOf" srcId="{3C706060-0DBF-43EE-A316-3552E14336E1}" destId="{664331EF-83E9-401D-9E79-BFD24E094845}" srcOrd="3" destOrd="0" presId="urn:microsoft.com/office/officeart/2005/8/layout/vList2"/>
    <dgm:cxn modelId="{6CA7E12A-9AA9-4C8E-92A7-B32981C4C840}" type="presParOf" srcId="{3C706060-0DBF-43EE-A316-3552E14336E1}" destId="{B92189E7-9E9D-4513-9ADD-DC22B768AE91}" srcOrd="4" destOrd="0" presId="urn:microsoft.com/office/officeart/2005/8/layout/vList2"/>
    <dgm:cxn modelId="{3C1ED98F-6351-458F-8425-6498A9356EF8}" type="presParOf" srcId="{3C706060-0DBF-43EE-A316-3552E14336E1}" destId="{6A9ACB0A-861F-4499-9F8C-F23D27EABBB9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4564D08D-F685-42BB-B125-5EAEBD84ADA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0D41694-6E68-4F82-B28E-0FECBB20B73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RAG can use </a:t>
          </a:r>
          <a:r>
            <a:rPr lang="en-US" b="1"/>
            <a:t>local memory</a:t>
          </a:r>
          <a:r>
            <a:rPr lang="en-US"/>
            <a:t> to store retrieved chunks temporarily for the session.</a:t>
          </a:r>
        </a:p>
      </dgm:t>
    </dgm:pt>
    <dgm:pt modelId="{A53BFA82-EF05-4884-98EB-0F48E72D6A36}" type="parTrans" cxnId="{511DF2F4-A266-4B8E-8494-2E6F97F2ABA0}">
      <dgm:prSet/>
      <dgm:spPr/>
      <dgm:t>
        <a:bodyPr/>
        <a:lstStyle/>
        <a:p>
          <a:endParaRPr lang="en-US"/>
        </a:p>
      </dgm:t>
    </dgm:pt>
    <dgm:pt modelId="{88541E78-19A5-42F1-857B-39C6EA4C6F6B}" type="sibTrans" cxnId="{511DF2F4-A266-4B8E-8494-2E6F97F2ABA0}">
      <dgm:prSet/>
      <dgm:spPr/>
      <dgm:t>
        <a:bodyPr/>
        <a:lstStyle/>
        <a:p>
          <a:endParaRPr lang="en-US"/>
        </a:p>
      </dgm:t>
    </dgm:pt>
    <dgm:pt modelId="{7C579306-DB0A-4770-A523-ACB0A0C2C53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Acts as a short‑term memory:</a:t>
          </a:r>
        </a:p>
      </dgm:t>
    </dgm:pt>
    <dgm:pt modelId="{9CF9E7A1-E77A-4CE0-9B22-A7A02F9B6A14}" type="parTrans" cxnId="{A257B5D5-A48A-4933-8560-1ED189A656E2}">
      <dgm:prSet/>
      <dgm:spPr/>
      <dgm:t>
        <a:bodyPr/>
        <a:lstStyle/>
        <a:p>
          <a:endParaRPr lang="en-US"/>
        </a:p>
      </dgm:t>
    </dgm:pt>
    <dgm:pt modelId="{986FCA74-961C-4DF6-887D-F0BA89226252}" type="sibTrans" cxnId="{A257B5D5-A48A-4933-8560-1ED189A656E2}">
      <dgm:prSet/>
      <dgm:spPr/>
      <dgm:t>
        <a:bodyPr/>
        <a:lstStyle/>
        <a:p>
          <a:endParaRPr lang="en-US"/>
        </a:p>
      </dgm:t>
    </dgm:pt>
    <dgm:pt modelId="{D08120E2-1C55-47B8-B711-304F2DA7E0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Keeps context across multiple turns.</a:t>
          </a:r>
        </a:p>
      </dgm:t>
    </dgm:pt>
    <dgm:pt modelId="{019B3548-6E35-44C6-90D4-6CB6DEAD2CBC}" type="parTrans" cxnId="{829235B3-C686-41A2-9C8C-ACC474B691B8}">
      <dgm:prSet/>
      <dgm:spPr/>
      <dgm:t>
        <a:bodyPr/>
        <a:lstStyle/>
        <a:p>
          <a:endParaRPr lang="en-US"/>
        </a:p>
      </dgm:t>
    </dgm:pt>
    <dgm:pt modelId="{280CA51B-1441-4E28-A26F-BA67F4AC582C}" type="sibTrans" cxnId="{829235B3-C686-41A2-9C8C-ACC474B691B8}">
      <dgm:prSet/>
      <dgm:spPr/>
      <dgm:t>
        <a:bodyPr/>
        <a:lstStyle/>
        <a:p>
          <a:endParaRPr lang="en-US"/>
        </a:p>
      </dgm:t>
    </dgm:pt>
    <dgm:pt modelId="{A92DF65D-47E1-4A0B-AD45-9601697D35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Can reset or expire after session.</a:t>
          </a:r>
        </a:p>
      </dgm:t>
    </dgm:pt>
    <dgm:pt modelId="{DBE1D239-8718-483A-9C37-7754E91498A3}" type="parTrans" cxnId="{10D643DF-26AD-46D3-A357-07F7FB572B43}">
      <dgm:prSet/>
      <dgm:spPr/>
      <dgm:t>
        <a:bodyPr/>
        <a:lstStyle/>
        <a:p>
          <a:endParaRPr lang="en-US"/>
        </a:p>
      </dgm:t>
    </dgm:pt>
    <dgm:pt modelId="{CF8936D9-EA49-4A2A-B4D2-DCDBB0103BD8}" type="sibTrans" cxnId="{10D643DF-26AD-46D3-A357-07F7FB572B43}">
      <dgm:prSet/>
      <dgm:spPr/>
      <dgm:t>
        <a:bodyPr/>
        <a:lstStyle/>
        <a:p>
          <a:endParaRPr lang="en-US"/>
        </a:p>
      </dgm:t>
    </dgm:pt>
    <dgm:pt modelId="{5871A73D-DB62-4DEA-AECE-F94C1B3F72E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Complements vector DB (long‑term storage).</a:t>
          </a:r>
        </a:p>
      </dgm:t>
    </dgm:pt>
    <dgm:pt modelId="{5FD47C71-6A35-45DD-9850-B4B97FF79BDF}" type="parTrans" cxnId="{78C1A3E2-6F62-4555-B604-FCE13BF322CD}">
      <dgm:prSet/>
      <dgm:spPr/>
      <dgm:t>
        <a:bodyPr/>
        <a:lstStyle/>
        <a:p>
          <a:endParaRPr lang="en-US"/>
        </a:p>
      </dgm:t>
    </dgm:pt>
    <dgm:pt modelId="{5B8C807A-952F-4BE8-8817-9C346BA8F5ED}" type="sibTrans" cxnId="{78C1A3E2-6F62-4555-B604-FCE13BF322CD}">
      <dgm:prSet/>
      <dgm:spPr/>
      <dgm:t>
        <a:bodyPr/>
        <a:lstStyle/>
        <a:p>
          <a:endParaRPr lang="en-US"/>
        </a:p>
      </dgm:t>
    </dgm:pt>
    <dgm:pt modelId="{7F5BF26D-936C-485D-B972-EE5F6B8DA4F1}" type="pres">
      <dgm:prSet presAssocID="{4564D08D-F685-42BB-B125-5EAEBD84ADA0}" presName="root" presStyleCnt="0">
        <dgm:presLayoutVars>
          <dgm:dir/>
          <dgm:resizeHandles val="exact"/>
        </dgm:presLayoutVars>
      </dgm:prSet>
      <dgm:spPr/>
    </dgm:pt>
    <dgm:pt modelId="{4CCBBA00-66DF-46A3-80E1-6919CB7F5663}" type="pres">
      <dgm:prSet presAssocID="{70D41694-6E68-4F82-B28E-0FECBB20B732}" presName="compNode" presStyleCnt="0"/>
      <dgm:spPr/>
    </dgm:pt>
    <dgm:pt modelId="{C5EB022E-7985-404F-924B-047A4F97998E}" type="pres">
      <dgm:prSet presAssocID="{70D41694-6E68-4F82-B28E-0FECBB20B732}" presName="bgRect" presStyleLbl="bgShp" presStyleIdx="0" presStyleCnt="3"/>
      <dgm:spPr/>
    </dgm:pt>
    <dgm:pt modelId="{03511656-DF0B-45B9-9002-52D2F6B9DF48}" type="pres">
      <dgm:prSet presAssocID="{70D41694-6E68-4F82-B28E-0FECBB20B73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6D403D9C-4F92-424B-BD72-EC07E5F81CA4}" type="pres">
      <dgm:prSet presAssocID="{70D41694-6E68-4F82-B28E-0FECBB20B732}" presName="spaceRect" presStyleCnt="0"/>
      <dgm:spPr/>
    </dgm:pt>
    <dgm:pt modelId="{577C6AF5-6D52-4B43-A7FA-B4CCD0CA6805}" type="pres">
      <dgm:prSet presAssocID="{70D41694-6E68-4F82-B28E-0FECBB20B732}" presName="parTx" presStyleLbl="revTx" presStyleIdx="0" presStyleCnt="4">
        <dgm:presLayoutVars>
          <dgm:chMax val="0"/>
          <dgm:chPref val="0"/>
        </dgm:presLayoutVars>
      </dgm:prSet>
      <dgm:spPr/>
    </dgm:pt>
    <dgm:pt modelId="{AAB6E341-71AC-4D8A-9682-3CC0E1E8F1DE}" type="pres">
      <dgm:prSet presAssocID="{88541E78-19A5-42F1-857B-39C6EA4C6F6B}" presName="sibTrans" presStyleCnt="0"/>
      <dgm:spPr/>
    </dgm:pt>
    <dgm:pt modelId="{15C6FE5A-320A-4E12-B56B-B2970FF26AAB}" type="pres">
      <dgm:prSet presAssocID="{7C579306-DB0A-4770-A523-ACB0A0C2C539}" presName="compNode" presStyleCnt="0"/>
      <dgm:spPr/>
    </dgm:pt>
    <dgm:pt modelId="{27F48174-49ED-41EF-8886-A777A24B983A}" type="pres">
      <dgm:prSet presAssocID="{7C579306-DB0A-4770-A523-ACB0A0C2C539}" presName="bgRect" presStyleLbl="bgShp" presStyleIdx="1" presStyleCnt="3"/>
      <dgm:spPr/>
    </dgm:pt>
    <dgm:pt modelId="{4E00FC66-DA5D-4D6F-8C05-BAAD71AFB567}" type="pres">
      <dgm:prSet presAssocID="{7C579306-DB0A-4770-A523-ACB0A0C2C53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7A491155-AA50-4086-8AD5-5E3BCA5F74B9}" type="pres">
      <dgm:prSet presAssocID="{7C579306-DB0A-4770-A523-ACB0A0C2C539}" presName="spaceRect" presStyleCnt="0"/>
      <dgm:spPr/>
    </dgm:pt>
    <dgm:pt modelId="{9B11ED43-8A54-41B1-85E5-9942EE562D74}" type="pres">
      <dgm:prSet presAssocID="{7C579306-DB0A-4770-A523-ACB0A0C2C539}" presName="parTx" presStyleLbl="revTx" presStyleIdx="1" presStyleCnt="4">
        <dgm:presLayoutVars>
          <dgm:chMax val="0"/>
          <dgm:chPref val="0"/>
        </dgm:presLayoutVars>
      </dgm:prSet>
      <dgm:spPr/>
    </dgm:pt>
    <dgm:pt modelId="{55BBB04A-58F8-4104-B818-134FF4CEA786}" type="pres">
      <dgm:prSet presAssocID="{7C579306-DB0A-4770-A523-ACB0A0C2C539}" presName="desTx" presStyleLbl="revTx" presStyleIdx="2" presStyleCnt="4">
        <dgm:presLayoutVars/>
      </dgm:prSet>
      <dgm:spPr/>
    </dgm:pt>
    <dgm:pt modelId="{3D9CBF92-B80D-4C9E-8301-9EC68601D9C4}" type="pres">
      <dgm:prSet presAssocID="{986FCA74-961C-4DF6-887D-F0BA89226252}" presName="sibTrans" presStyleCnt="0"/>
      <dgm:spPr/>
    </dgm:pt>
    <dgm:pt modelId="{0E3BD1C4-B6B0-4BA4-B2D2-3986F8E84B76}" type="pres">
      <dgm:prSet presAssocID="{5871A73D-DB62-4DEA-AECE-F94C1B3F72E6}" presName="compNode" presStyleCnt="0"/>
      <dgm:spPr/>
    </dgm:pt>
    <dgm:pt modelId="{8E099417-FEEF-4036-B6FA-EEF4F33D5A2F}" type="pres">
      <dgm:prSet presAssocID="{5871A73D-DB62-4DEA-AECE-F94C1B3F72E6}" presName="bgRect" presStyleLbl="bgShp" presStyleIdx="2" presStyleCnt="3"/>
      <dgm:spPr/>
    </dgm:pt>
    <dgm:pt modelId="{EB1EFBD1-6F39-4A3E-AB1E-26A1AD4D7F98}" type="pres">
      <dgm:prSet presAssocID="{5871A73D-DB62-4DEA-AECE-F94C1B3F72E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oster"/>
        </a:ext>
      </dgm:extLst>
    </dgm:pt>
    <dgm:pt modelId="{79EBA6C2-D256-4A0A-970F-FE3FE6CAF977}" type="pres">
      <dgm:prSet presAssocID="{5871A73D-DB62-4DEA-AECE-F94C1B3F72E6}" presName="spaceRect" presStyleCnt="0"/>
      <dgm:spPr/>
    </dgm:pt>
    <dgm:pt modelId="{23AA5E5D-ADC6-4E50-BA44-7E425258D975}" type="pres">
      <dgm:prSet presAssocID="{5871A73D-DB62-4DEA-AECE-F94C1B3F72E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A73EB1A-263F-4F3A-A81B-17EBE5ABD2D2}" type="presOf" srcId="{4564D08D-F685-42BB-B125-5EAEBD84ADA0}" destId="{7F5BF26D-936C-485D-B972-EE5F6B8DA4F1}" srcOrd="0" destOrd="0" presId="urn:microsoft.com/office/officeart/2018/2/layout/IconVerticalSolidList"/>
    <dgm:cxn modelId="{E2BC764A-AC96-400D-8F3B-F7994C49174C}" type="presOf" srcId="{5871A73D-DB62-4DEA-AECE-F94C1B3F72E6}" destId="{23AA5E5D-ADC6-4E50-BA44-7E425258D975}" srcOrd="0" destOrd="0" presId="urn:microsoft.com/office/officeart/2018/2/layout/IconVerticalSolidList"/>
    <dgm:cxn modelId="{479C2B59-57A1-4925-AC1F-F9CE3D52AEA1}" type="presOf" srcId="{D08120E2-1C55-47B8-B711-304F2DA7E0D8}" destId="{55BBB04A-58F8-4104-B818-134FF4CEA786}" srcOrd="0" destOrd="0" presId="urn:microsoft.com/office/officeart/2018/2/layout/IconVerticalSolidList"/>
    <dgm:cxn modelId="{829235B3-C686-41A2-9C8C-ACC474B691B8}" srcId="{7C579306-DB0A-4770-A523-ACB0A0C2C539}" destId="{D08120E2-1C55-47B8-B711-304F2DA7E0D8}" srcOrd="0" destOrd="0" parTransId="{019B3548-6E35-44C6-90D4-6CB6DEAD2CBC}" sibTransId="{280CA51B-1441-4E28-A26F-BA67F4AC582C}"/>
    <dgm:cxn modelId="{A257B5D5-A48A-4933-8560-1ED189A656E2}" srcId="{4564D08D-F685-42BB-B125-5EAEBD84ADA0}" destId="{7C579306-DB0A-4770-A523-ACB0A0C2C539}" srcOrd="1" destOrd="0" parTransId="{9CF9E7A1-E77A-4CE0-9B22-A7A02F9B6A14}" sibTransId="{986FCA74-961C-4DF6-887D-F0BA89226252}"/>
    <dgm:cxn modelId="{10D643DF-26AD-46D3-A357-07F7FB572B43}" srcId="{7C579306-DB0A-4770-A523-ACB0A0C2C539}" destId="{A92DF65D-47E1-4A0B-AD45-9601697D3521}" srcOrd="1" destOrd="0" parTransId="{DBE1D239-8718-483A-9C37-7754E91498A3}" sibTransId="{CF8936D9-EA49-4A2A-B4D2-DCDBB0103BD8}"/>
    <dgm:cxn modelId="{B764A0E1-A9B8-474C-A38B-41E99DA22334}" type="presOf" srcId="{70D41694-6E68-4F82-B28E-0FECBB20B732}" destId="{577C6AF5-6D52-4B43-A7FA-B4CCD0CA6805}" srcOrd="0" destOrd="0" presId="urn:microsoft.com/office/officeart/2018/2/layout/IconVerticalSolidList"/>
    <dgm:cxn modelId="{60981EE2-A6AE-41E6-9D1A-EF928D170645}" type="presOf" srcId="{A92DF65D-47E1-4A0B-AD45-9601697D3521}" destId="{55BBB04A-58F8-4104-B818-134FF4CEA786}" srcOrd="0" destOrd="1" presId="urn:microsoft.com/office/officeart/2018/2/layout/IconVerticalSolidList"/>
    <dgm:cxn modelId="{78C1A3E2-6F62-4555-B604-FCE13BF322CD}" srcId="{4564D08D-F685-42BB-B125-5EAEBD84ADA0}" destId="{5871A73D-DB62-4DEA-AECE-F94C1B3F72E6}" srcOrd="2" destOrd="0" parTransId="{5FD47C71-6A35-45DD-9850-B4B97FF79BDF}" sibTransId="{5B8C807A-952F-4BE8-8817-9C346BA8F5ED}"/>
    <dgm:cxn modelId="{24CE77E5-AD5B-4685-9BE9-4E54D64A7B7B}" type="presOf" srcId="{7C579306-DB0A-4770-A523-ACB0A0C2C539}" destId="{9B11ED43-8A54-41B1-85E5-9942EE562D74}" srcOrd="0" destOrd="0" presId="urn:microsoft.com/office/officeart/2018/2/layout/IconVerticalSolidList"/>
    <dgm:cxn modelId="{511DF2F4-A266-4B8E-8494-2E6F97F2ABA0}" srcId="{4564D08D-F685-42BB-B125-5EAEBD84ADA0}" destId="{70D41694-6E68-4F82-B28E-0FECBB20B732}" srcOrd="0" destOrd="0" parTransId="{A53BFA82-EF05-4884-98EB-0F48E72D6A36}" sibTransId="{88541E78-19A5-42F1-857B-39C6EA4C6F6B}"/>
    <dgm:cxn modelId="{18CA1EEC-6D2F-467A-B5A9-80B394D89D98}" type="presParOf" srcId="{7F5BF26D-936C-485D-B972-EE5F6B8DA4F1}" destId="{4CCBBA00-66DF-46A3-80E1-6919CB7F5663}" srcOrd="0" destOrd="0" presId="urn:microsoft.com/office/officeart/2018/2/layout/IconVerticalSolidList"/>
    <dgm:cxn modelId="{08150B95-B2EA-4D61-AC7B-354A83721CEB}" type="presParOf" srcId="{4CCBBA00-66DF-46A3-80E1-6919CB7F5663}" destId="{C5EB022E-7985-404F-924B-047A4F97998E}" srcOrd="0" destOrd="0" presId="urn:microsoft.com/office/officeart/2018/2/layout/IconVerticalSolidList"/>
    <dgm:cxn modelId="{D3FA9941-FA2C-44C3-9F6B-B915C4EDF8A1}" type="presParOf" srcId="{4CCBBA00-66DF-46A3-80E1-6919CB7F5663}" destId="{03511656-DF0B-45B9-9002-52D2F6B9DF48}" srcOrd="1" destOrd="0" presId="urn:microsoft.com/office/officeart/2018/2/layout/IconVerticalSolidList"/>
    <dgm:cxn modelId="{2129DE3B-08B2-4FA2-BF42-1DB5F4BF44E9}" type="presParOf" srcId="{4CCBBA00-66DF-46A3-80E1-6919CB7F5663}" destId="{6D403D9C-4F92-424B-BD72-EC07E5F81CA4}" srcOrd="2" destOrd="0" presId="urn:microsoft.com/office/officeart/2018/2/layout/IconVerticalSolidList"/>
    <dgm:cxn modelId="{0BD97071-CEC7-4625-BB9B-B0592A222174}" type="presParOf" srcId="{4CCBBA00-66DF-46A3-80E1-6919CB7F5663}" destId="{577C6AF5-6D52-4B43-A7FA-B4CCD0CA6805}" srcOrd="3" destOrd="0" presId="urn:microsoft.com/office/officeart/2018/2/layout/IconVerticalSolidList"/>
    <dgm:cxn modelId="{9C3ED5B6-31A1-4223-8A14-96C1F57BAC0A}" type="presParOf" srcId="{7F5BF26D-936C-485D-B972-EE5F6B8DA4F1}" destId="{AAB6E341-71AC-4D8A-9682-3CC0E1E8F1DE}" srcOrd="1" destOrd="0" presId="urn:microsoft.com/office/officeart/2018/2/layout/IconVerticalSolidList"/>
    <dgm:cxn modelId="{8B3AF7D5-603B-4F4B-8D06-B65E2CBF54D4}" type="presParOf" srcId="{7F5BF26D-936C-485D-B972-EE5F6B8DA4F1}" destId="{15C6FE5A-320A-4E12-B56B-B2970FF26AAB}" srcOrd="2" destOrd="0" presId="urn:microsoft.com/office/officeart/2018/2/layout/IconVerticalSolidList"/>
    <dgm:cxn modelId="{6B885B0A-FF10-4244-BCEE-231E15F6DD8C}" type="presParOf" srcId="{15C6FE5A-320A-4E12-B56B-B2970FF26AAB}" destId="{27F48174-49ED-41EF-8886-A777A24B983A}" srcOrd="0" destOrd="0" presId="urn:microsoft.com/office/officeart/2018/2/layout/IconVerticalSolidList"/>
    <dgm:cxn modelId="{587B40E3-0EC7-4C15-AA80-FDD1F51D2B45}" type="presParOf" srcId="{15C6FE5A-320A-4E12-B56B-B2970FF26AAB}" destId="{4E00FC66-DA5D-4D6F-8C05-BAAD71AFB567}" srcOrd="1" destOrd="0" presId="urn:microsoft.com/office/officeart/2018/2/layout/IconVerticalSolidList"/>
    <dgm:cxn modelId="{FD0DFB9C-E505-49D5-BCE5-D81924D5AE47}" type="presParOf" srcId="{15C6FE5A-320A-4E12-B56B-B2970FF26AAB}" destId="{7A491155-AA50-4086-8AD5-5E3BCA5F74B9}" srcOrd="2" destOrd="0" presId="urn:microsoft.com/office/officeart/2018/2/layout/IconVerticalSolidList"/>
    <dgm:cxn modelId="{84421498-7C7F-4872-818F-24EF56394CB9}" type="presParOf" srcId="{15C6FE5A-320A-4E12-B56B-B2970FF26AAB}" destId="{9B11ED43-8A54-41B1-85E5-9942EE562D74}" srcOrd="3" destOrd="0" presId="urn:microsoft.com/office/officeart/2018/2/layout/IconVerticalSolidList"/>
    <dgm:cxn modelId="{8FD9D705-C804-4E1B-AC3C-5858C0CE403E}" type="presParOf" srcId="{15C6FE5A-320A-4E12-B56B-B2970FF26AAB}" destId="{55BBB04A-58F8-4104-B818-134FF4CEA786}" srcOrd="4" destOrd="0" presId="urn:microsoft.com/office/officeart/2018/2/layout/IconVerticalSolidList"/>
    <dgm:cxn modelId="{C7EA1763-DA88-4EE8-9AC8-A4737FFFD887}" type="presParOf" srcId="{7F5BF26D-936C-485D-B972-EE5F6B8DA4F1}" destId="{3D9CBF92-B80D-4C9E-8301-9EC68601D9C4}" srcOrd="3" destOrd="0" presId="urn:microsoft.com/office/officeart/2018/2/layout/IconVerticalSolidList"/>
    <dgm:cxn modelId="{9BAA52EA-6249-4544-9275-F37C3D54E67D}" type="presParOf" srcId="{7F5BF26D-936C-485D-B972-EE5F6B8DA4F1}" destId="{0E3BD1C4-B6B0-4BA4-B2D2-3986F8E84B76}" srcOrd="4" destOrd="0" presId="urn:microsoft.com/office/officeart/2018/2/layout/IconVerticalSolidList"/>
    <dgm:cxn modelId="{9564D54F-77B5-47C4-9313-0DF19B23CE90}" type="presParOf" srcId="{0E3BD1C4-B6B0-4BA4-B2D2-3986F8E84B76}" destId="{8E099417-FEEF-4036-B6FA-EEF4F33D5A2F}" srcOrd="0" destOrd="0" presId="urn:microsoft.com/office/officeart/2018/2/layout/IconVerticalSolidList"/>
    <dgm:cxn modelId="{256FFDF4-0800-4951-8250-0121507D362F}" type="presParOf" srcId="{0E3BD1C4-B6B0-4BA4-B2D2-3986F8E84B76}" destId="{EB1EFBD1-6F39-4A3E-AB1E-26A1AD4D7F98}" srcOrd="1" destOrd="0" presId="urn:microsoft.com/office/officeart/2018/2/layout/IconVerticalSolidList"/>
    <dgm:cxn modelId="{8D8B3CA7-AFAB-420B-A406-AA3D539191D9}" type="presParOf" srcId="{0E3BD1C4-B6B0-4BA4-B2D2-3986F8E84B76}" destId="{79EBA6C2-D256-4A0A-970F-FE3FE6CAF977}" srcOrd="2" destOrd="0" presId="urn:microsoft.com/office/officeart/2018/2/layout/IconVerticalSolidList"/>
    <dgm:cxn modelId="{4313C3BC-CBD6-489C-B606-49E5EF4FE71C}" type="presParOf" srcId="{0E3BD1C4-B6B0-4BA4-B2D2-3986F8E84B76}" destId="{23AA5E5D-ADC6-4E50-BA44-7E425258D97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680A4F9-9891-4F07-B56E-26A1F50BB20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5760754-3018-450C-A303-8CA508CD9B4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 agent = an LLM that can decide which tool to use step by step.</a:t>
          </a:r>
        </a:p>
      </dgm:t>
    </dgm:pt>
    <dgm:pt modelId="{CA0F634C-4D2C-47CA-80DA-0F4C3D6EEF19}" type="parTrans" cxnId="{6E113B11-D764-4949-8889-FCC8557F8284}">
      <dgm:prSet/>
      <dgm:spPr/>
      <dgm:t>
        <a:bodyPr/>
        <a:lstStyle/>
        <a:p>
          <a:endParaRPr lang="en-US"/>
        </a:p>
      </dgm:t>
    </dgm:pt>
    <dgm:pt modelId="{E6E3032D-9D0B-4BFA-8169-A4B0934CBFDA}" type="sibTrans" cxnId="{6E113B11-D764-4949-8889-FCC8557F8284}">
      <dgm:prSet/>
      <dgm:spPr/>
      <dgm:t>
        <a:bodyPr/>
        <a:lstStyle/>
        <a:p>
          <a:endParaRPr lang="en-US"/>
        </a:p>
      </dgm:t>
    </dgm:pt>
    <dgm:pt modelId="{FAF7E057-78C4-4910-B385-88E739FCD0E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Tool examples: calculator, search engine, API call, knowledge base retriever (like LlamaIndex).</a:t>
          </a:r>
        </a:p>
      </dgm:t>
    </dgm:pt>
    <dgm:pt modelId="{DC7C224D-6CDF-4AEC-8174-FA23BC66C97E}" type="parTrans" cxnId="{8566CA01-DB50-4E22-9AA4-3F8B19B30DE3}">
      <dgm:prSet/>
      <dgm:spPr/>
      <dgm:t>
        <a:bodyPr/>
        <a:lstStyle/>
        <a:p>
          <a:endParaRPr lang="en-US"/>
        </a:p>
      </dgm:t>
    </dgm:pt>
    <dgm:pt modelId="{24C4B430-4B99-4535-9D90-C74B79C3908D}" type="sibTrans" cxnId="{8566CA01-DB50-4E22-9AA4-3F8B19B30DE3}">
      <dgm:prSet/>
      <dgm:spPr/>
      <dgm:t>
        <a:bodyPr/>
        <a:lstStyle/>
        <a:p>
          <a:endParaRPr lang="en-US"/>
        </a:p>
      </dgm:t>
    </dgm:pt>
    <dgm:pt modelId="{A5B719E8-4DB3-492F-BBED-5E5182F5D33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Tool augmentation means you are giving the agent more abilities than just retrieval:</a:t>
          </a:r>
        </a:p>
      </dgm:t>
    </dgm:pt>
    <dgm:pt modelId="{977633BA-324F-4682-9AB9-B5D9EF595E4C}" type="parTrans" cxnId="{48E74B06-36DE-41D0-B050-0474A36D179D}">
      <dgm:prSet/>
      <dgm:spPr/>
      <dgm:t>
        <a:bodyPr/>
        <a:lstStyle/>
        <a:p>
          <a:endParaRPr lang="en-US"/>
        </a:p>
      </dgm:t>
    </dgm:pt>
    <dgm:pt modelId="{60A48A4D-AD4F-4DE9-B553-B90E2D7317A6}" type="sibTrans" cxnId="{48E74B06-36DE-41D0-B050-0474A36D179D}">
      <dgm:prSet/>
      <dgm:spPr/>
      <dgm:t>
        <a:bodyPr/>
        <a:lstStyle/>
        <a:p>
          <a:endParaRPr lang="en-US"/>
        </a:p>
      </dgm:t>
    </dgm:pt>
    <dgm:pt modelId="{E69F0713-2C1D-43AD-9A13-5E40EFC88C8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 can calculate.</a:t>
          </a:r>
        </a:p>
      </dgm:t>
    </dgm:pt>
    <dgm:pt modelId="{5800A305-A22E-47DB-91AA-150D4B50191C}" type="parTrans" cxnId="{E3476BDF-A999-4308-A69E-B0C503CBF667}">
      <dgm:prSet/>
      <dgm:spPr/>
      <dgm:t>
        <a:bodyPr/>
        <a:lstStyle/>
        <a:p>
          <a:endParaRPr lang="en-US"/>
        </a:p>
      </dgm:t>
    </dgm:pt>
    <dgm:pt modelId="{91C347AD-B050-4FF2-8DFD-8F23E815AD8B}" type="sibTrans" cxnId="{E3476BDF-A999-4308-A69E-B0C503CBF667}">
      <dgm:prSet/>
      <dgm:spPr/>
      <dgm:t>
        <a:bodyPr/>
        <a:lstStyle/>
        <a:p>
          <a:endParaRPr lang="en-US"/>
        </a:p>
      </dgm:t>
    </dgm:pt>
    <dgm:pt modelId="{12103767-0175-423D-956F-4D57856F626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 can search the web.</a:t>
          </a:r>
        </a:p>
      </dgm:t>
    </dgm:pt>
    <dgm:pt modelId="{627BA0DA-133D-484D-987B-BC46AE426209}" type="parTrans" cxnId="{D1EBA79E-0354-41CD-A648-885F4C801CD5}">
      <dgm:prSet/>
      <dgm:spPr/>
      <dgm:t>
        <a:bodyPr/>
        <a:lstStyle/>
        <a:p>
          <a:endParaRPr lang="en-US"/>
        </a:p>
      </dgm:t>
    </dgm:pt>
    <dgm:pt modelId="{18F9A177-4FF8-47CC-98FD-DAB87C8B3094}" type="sibTrans" cxnId="{D1EBA79E-0354-41CD-A648-885F4C801CD5}">
      <dgm:prSet/>
      <dgm:spPr/>
      <dgm:t>
        <a:bodyPr/>
        <a:lstStyle/>
        <a:p>
          <a:endParaRPr lang="en-US"/>
        </a:p>
      </dgm:t>
    </dgm:pt>
    <dgm:pt modelId="{550CB36F-C62F-40A7-AA6F-986F275CC35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 can fetch from your vector DB (via LlamaIndex).</a:t>
          </a:r>
        </a:p>
      </dgm:t>
    </dgm:pt>
    <dgm:pt modelId="{C187B324-50A6-4A8E-8FB6-F080F63E8596}" type="parTrans" cxnId="{B0E6BF60-9FF5-4CD2-A30B-A2C029B9DE9B}">
      <dgm:prSet/>
      <dgm:spPr/>
      <dgm:t>
        <a:bodyPr/>
        <a:lstStyle/>
        <a:p>
          <a:endParaRPr lang="en-US"/>
        </a:p>
      </dgm:t>
    </dgm:pt>
    <dgm:pt modelId="{A7A3A8FD-43DA-480E-85DD-7C8D3F6E7BB5}" type="sibTrans" cxnId="{B0E6BF60-9FF5-4CD2-A30B-A2C029B9DE9B}">
      <dgm:prSet/>
      <dgm:spPr/>
      <dgm:t>
        <a:bodyPr/>
        <a:lstStyle/>
        <a:p>
          <a:endParaRPr lang="en-US"/>
        </a:p>
      </dgm:t>
    </dgm:pt>
    <dgm:pt modelId="{0B3B4D1E-7A95-4826-8DF3-A32F8FD5922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 can combine multiple results.</a:t>
          </a:r>
        </a:p>
      </dgm:t>
    </dgm:pt>
    <dgm:pt modelId="{6EE03D21-AEC6-479B-934E-924A370B71BA}" type="parTrans" cxnId="{4C7C7E7A-EAD4-4BE6-95CC-CF751387B9B6}">
      <dgm:prSet/>
      <dgm:spPr/>
      <dgm:t>
        <a:bodyPr/>
        <a:lstStyle/>
        <a:p>
          <a:endParaRPr lang="en-US"/>
        </a:p>
      </dgm:t>
    </dgm:pt>
    <dgm:pt modelId="{B8659E4A-5D03-4AAB-B0C3-26AF1646F526}" type="sibTrans" cxnId="{4C7C7E7A-EAD4-4BE6-95CC-CF751387B9B6}">
      <dgm:prSet/>
      <dgm:spPr/>
      <dgm:t>
        <a:bodyPr/>
        <a:lstStyle/>
        <a:p>
          <a:endParaRPr lang="en-US"/>
        </a:p>
      </dgm:t>
    </dgm:pt>
    <dgm:pt modelId="{6243AD44-5000-4EF5-820F-84620EB10615}" type="pres">
      <dgm:prSet presAssocID="{0680A4F9-9891-4F07-B56E-26A1F50BB20F}" presName="root" presStyleCnt="0">
        <dgm:presLayoutVars>
          <dgm:dir/>
          <dgm:resizeHandles val="exact"/>
        </dgm:presLayoutVars>
      </dgm:prSet>
      <dgm:spPr/>
    </dgm:pt>
    <dgm:pt modelId="{6F23BC66-8365-4A2B-B85D-121515A9D846}" type="pres">
      <dgm:prSet presAssocID="{D5760754-3018-450C-A303-8CA508CD9B47}" presName="compNode" presStyleCnt="0"/>
      <dgm:spPr/>
    </dgm:pt>
    <dgm:pt modelId="{B10781BA-8922-4162-9650-9DECACB07469}" type="pres">
      <dgm:prSet presAssocID="{D5760754-3018-450C-A303-8CA508CD9B47}" presName="bgRect" presStyleLbl="bgShp" presStyleIdx="0" presStyleCnt="7"/>
      <dgm:spPr/>
    </dgm:pt>
    <dgm:pt modelId="{C848BA46-84A9-4B99-94C6-4112D3C8D07B}" type="pres">
      <dgm:prSet presAssocID="{D5760754-3018-450C-A303-8CA508CD9B47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E4948CF4-7478-4BD2-A995-FC90F13DD67C}" type="pres">
      <dgm:prSet presAssocID="{D5760754-3018-450C-A303-8CA508CD9B47}" presName="spaceRect" presStyleCnt="0"/>
      <dgm:spPr/>
    </dgm:pt>
    <dgm:pt modelId="{E109E200-CD3E-4771-B05B-0C8190BFC29A}" type="pres">
      <dgm:prSet presAssocID="{D5760754-3018-450C-A303-8CA508CD9B47}" presName="parTx" presStyleLbl="revTx" presStyleIdx="0" presStyleCnt="7">
        <dgm:presLayoutVars>
          <dgm:chMax val="0"/>
          <dgm:chPref val="0"/>
        </dgm:presLayoutVars>
      </dgm:prSet>
      <dgm:spPr/>
    </dgm:pt>
    <dgm:pt modelId="{49FB3E01-1DE9-474D-A044-829C624F0612}" type="pres">
      <dgm:prSet presAssocID="{E6E3032D-9D0B-4BFA-8169-A4B0934CBFDA}" presName="sibTrans" presStyleCnt="0"/>
      <dgm:spPr/>
    </dgm:pt>
    <dgm:pt modelId="{F049285F-B944-486B-B9E8-C2B0995D054F}" type="pres">
      <dgm:prSet presAssocID="{FAF7E057-78C4-4910-B385-88E739FCD0EB}" presName="compNode" presStyleCnt="0"/>
      <dgm:spPr/>
    </dgm:pt>
    <dgm:pt modelId="{F8EA44F5-4A9D-48E7-B33D-1E5993BBF894}" type="pres">
      <dgm:prSet presAssocID="{FAF7E057-78C4-4910-B385-88E739FCD0EB}" presName="bgRect" presStyleLbl="bgShp" presStyleIdx="1" presStyleCnt="7"/>
      <dgm:spPr/>
    </dgm:pt>
    <dgm:pt modelId="{B1C4738E-7E66-4E7D-93CB-85B01F536A80}" type="pres">
      <dgm:prSet presAssocID="{FAF7E057-78C4-4910-B385-88E739FCD0EB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4D9FA798-5D6D-4406-82D9-AA2A632BB0F2}" type="pres">
      <dgm:prSet presAssocID="{FAF7E057-78C4-4910-B385-88E739FCD0EB}" presName="spaceRect" presStyleCnt="0"/>
      <dgm:spPr/>
    </dgm:pt>
    <dgm:pt modelId="{4463C19F-A610-4DCC-A766-57BB2F66C1A8}" type="pres">
      <dgm:prSet presAssocID="{FAF7E057-78C4-4910-B385-88E739FCD0EB}" presName="parTx" presStyleLbl="revTx" presStyleIdx="1" presStyleCnt="7">
        <dgm:presLayoutVars>
          <dgm:chMax val="0"/>
          <dgm:chPref val="0"/>
        </dgm:presLayoutVars>
      </dgm:prSet>
      <dgm:spPr/>
    </dgm:pt>
    <dgm:pt modelId="{B3D6BC63-AB3F-4BD5-8566-35EA5E7365D1}" type="pres">
      <dgm:prSet presAssocID="{24C4B430-4B99-4535-9D90-C74B79C3908D}" presName="sibTrans" presStyleCnt="0"/>
      <dgm:spPr/>
    </dgm:pt>
    <dgm:pt modelId="{B88BB1A6-93DD-425E-AD49-B812681A780B}" type="pres">
      <dgm:prSet presAssocID="{A5B719E8-4DB3-492F-BBED-5E5182F5D33D}" presName="compNode" presStyleCnt="0"/>
      <dgm:spPr/>
    </dgm:pt>
    <dgm:pt modelId="{EC215432-602A-4FA1-A9F5-888D7DA7104D}" type="pres">
      <dgm:prSet presAssocID="{A5B719E8-4DB3-492F-BBED-5E5182F5D33D}" presName="bgRect" presStyleLbl="bgShp" presStyleIdx="2" presStyleCnt="7"/>
      <dgm:spPr/>
    </dgm:pt>
    <dgm:pt modelId="{120916AC-48D1-4003-BA4F-3B957BEAD742}" type="pres">
      <dgm:prSet presAssocID="{A5B719E8-4DB3-492F-BBED-5E5182F5D33D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lder"/>
        </a:ext>
      </dgm:extLst>
    </dgm:pt>
    <dgm:pt modelId="{6B614EC7-4129-4158-B2C1-43CD8805EBD2}" type="pres">
      <dgm:prSet presAssocID="{A5B719E8-4DB3-492F-BBED-5E5182F5D33D}" presName="spaceRect" presStyleCnt="0"/>
      <dgm:spPr/>
    </dgm:pt>
    <dgm:pt modelId="{8D00EC13-7ED7-414C-8B1A-2A8B9A28489B}" type="pres">
      <dgm:prSet presAssocID="{A5B719E8-4DB3-492F-BBED-5E5182F5D33D}" presName="parTx" presStyleLbl="revTx" presStyleIdx="2" presStyleCnt="7">
        <dgm:presLayoutVars>
          <dgm:chMax val="0"/>
          <dgm:chPref val="0"/>
        </dgm:presLayoutVars>
      </dgm:prSet>
      <dgm:spPr/>
    </dgm:pt>
    <dgm:pt modelId="{1D933FE8-B547-4BC1-82D1-E339238802B9}" type="pres">
      <dgm:prSet presAssocID="{60A48A4D-AD4F-4DE9-B553-B90E2D7317A6}" presName="sibTrans" presStyleCnt="0"/>
      <dgm:spPr/>
    </dgm:pt>
    <dgm:pt modelId="{608DEF48-72F0-4070-87E3-C1619EC37F6A}" type="pres">
      <dgm:prSet presAssocID="{E69F0713-2C1D-43AD-9A13-5E40EFC88C8A}" presName="compNode" presStyleCnt="0"/>
      <dgm:spPr/>
    </dgm:pt>
    <dgm:pt modelId="{200B91F7-7D0E-4DE5-9597-FC2E06D115E4}" type="pres">
      <dgm:prSet presAssocID="{E69F0713-2C1D-43AD-9A13-5E40EFC88C8A}" presName="bgRect" presStyleLbl="bgShp" presStyleIdx="3" presStyleCnt="7"/>
      <dgm:spPr/>
    </dgm:pt>
    <dgm:pt modelId="{1F04549B-21B9-4392-8F9B-3CB4B471CE2B}" type="pres">
      <dgm:prSet presAssocID="{E69F0713-2C1D-43AD-9A13-5E40EFC88C8A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thematics"/>
        </a:ext>
      </dgm:extLst>
    </dgm:pt>
    <dgm:pt modelId="{D962D854-35D8-47FE-B6FF-496408303E36}" type="pres">
      <dgm:prSet presAssocID="{E69F0713-2C1D-43AD-9A13-5E40EFC88C8A}" presName="spaceRect" presStyleCnt="0"/>
      <dgm:spPr/>
    </dgm:pt>
    <dgm:pt modelId="{CEC9EF06-DF50-4E2B-9A9E-A40B6C613659}" type="pres">
      <dgm:prSet presAssocID="{E69F0713-2C1D-43AD-9A13-5E40EFC88C8A}" presName="parTx" presStyleLbl="revTx" presStyleIdx="3" presStyleCnt="7">
        <dgm:presLayoutVars>
          <dgm:chMax val="0"/>
          <dgm:chPref val="0"/>
        </dgm:presLayoutVars>
      </dgm:prSet>
      <dgm:spPr/>
    </dgm:pt>
    <dgm:pt modelId="{D1BCFD8E-B184-4EF0-9349-C33F493D272B}" type="pres">
      <dgm:prSet presAssocID="{91C347AD-B050-4FF2-8DFD-8F23E815AD8B}" presName="sibTrans" presStyleCnt="0"/>
      <dgm:spPr/>
    </dgm:pt>
    <dgm:pt modelId="{6A4A01FE-7D28-4DB7-A279-14EF59FF3BD1}" type="pres">
      <dgm:prSet presAssocID="{12103767-0175-423D-956F-4D57856F6268}" presName="compNode" presStyleCnt="0"/>
      <dgm:spPr/>
    </dgm:pt>
    <dgm:pt modelId="{A9865CD1-09EC-4311-8377-D92A50EE25DD}" type="pres">
      <dgm:prSet presAssocID="{12103767-0175-423D-956F-4D57856F6268}" presName="bgRect" presStyleLbl="bgShp" presStyleIdx="4" presStyleCnt="7"/>
      <dgm:spPr/>
    </dgm:pt>
    <dgm:pt modelId="{A716BB21-111D-4FD4-B746-7902EC6DACD3}" type="pres">
      <dgm:prSet presAssocID="{12103767-0175-423D-956F-4D57856F6268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Zoom In"/>
        </a:ext>
      </dgm:extLst>
    </dgm:pt>
    <dgm:pt modelId="{0657F4A3-3507-4E60-BE2B-BF5AB14F966F}" type="pres">
      <dgm:prSet presAssocID="{12103767-0175-423D-956F-4D57856F6268}" presName="spaceRect" presStyleCnt="0"/>
      <dgm:spPr/>
    </dgm:pt>
    <dgm:pt modelId="{1055A8CB-B516-494A-8749-E19BDDC5A439}" type="pres">
      <dgm:prSet presAssocID="{12103767-0175-423D-956F-4D57856F6268}" presName="parTx" presStyleLbl="revTx" presStyleIdx="4" presStyleCnt="7">
        <dgm:presLayoutVars>
          <dgm:chMax val="0"/>
          <dgm:chPref val="0"/>
        </dgm:presLayoutVars>
      </dgm:prSet>
      <dgm:spPr/>
    </dgm:pt>
    <dgm:pt modelId="{C5F8A518-F2A3-4AE1-92B0-48F3AE84B4B2}" type="pres">
      <dgm:prSet presAssocID="{18F9A177-4FF8-47CC-98FD-DAB87C8B3094}" presName="sibTrans" presStyleCnt="0"/>
      <dgm:spPr/>
    </dgm:pt>
    <dgm:pt modelId="{7CB0FDC3-C92A-484A-9C3B-BB8B06EC1C76}" type="pres">
      <dgm:prSet presAssocID="{550CB36F-C62F-40A7-AA6F-986F275CC357}" presName="compNode" presStyleCnt="0"/>
      <dgm:spPr/>
    </dgm:pt>
    <dgm:pt modelId="{38F85100-4A1A-4893-90DA-A42A8D8A1253}" type="pres">
      <dgm:prSet presAssocID="{550CB36F-C62F-40A7-AA6F-986F275CC357}" presName="bgRect" presStyleLbl="bgShp" presStyleIdx="5" presStyleCnt="7"/>
      <dgm:spPr/>
    </dgm:pt>
    <dgm:pt modelId="{E5C6E99A-2F6B-4512-9498-2D848D1E3CB0}" type="pres">
      <dgm:prSet presAssocID="{550CB36F-C62F-40A7-AA6F-986F275CC357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A2C0652-A061-4BCA-98BE-9AE0E1A01F2B}" type="pres">
      <dgm:prSet presAssocID="{550CB36F-C62F-40A7-AA6F-986F275CC357}" presName="spaceRect" presStyleCnt="0"/>
      <dgm:spPr/>
    </dgm:pt>
    <dgm:pt modelId="{01841A0A-3089-423C-9E26-9BB5330792DA}" type="pres">
      <dgm:prSet presAssocID="{550CB36F-C62F-40A7-AA6F-986F275CC357}" presName="parTx" presStyleLbl="revTx" presStyleIdx="5" presStyleCnt="7">
        <dgm:presLayoutVars>
          <dgm:chMax val="0"/>
          <dgm:chPref val="0"/>
        </dgm:presLayoutVars>
      </dgm:prSet>
      <dgm:spPr/>
    </dgm:pt>
    <dgm:pt modelId="{D8AADECC-D7E6-4646-9481-729913ACCD7A}" type="pres">
      <dgm:prSet presAssocID="{A7A3A8FD-43DA-480E-85DD-7C8D3F6E7BB5}" presName="sibTrans" presStyleCnt="0"/>
      <dgm:spPr/>
    </dgm:pt>
    <dgm:pt modelId="{7BCB414A-6A43-41FC-A959-F1CE8F5F098F}" type="pres">
      <dgm:prSet presAssocID="{0B3B4D1E-7A95-4826-8DF3-A32F8FD5922D}" presName="compNode" presStyleCnt="0"/>
      <dgm:spPr/>
    </dgm:pt>
    <dgm:pt modelId="{6F7A1C8F-3487-4F61-ABA7-2E6E3958634B}" type="pres">
      <dgm:prSet presAssocID="{0B3B4D1E-7A95-4826-8DF3-A32F8FD5922D}" presName="bgRect" presStyleLbl="bgShp" presStyleIdx="6" presStyleCnt="7"/>
      <dgm:spPr/>
    </dgm:pt>
    <dgm:pt modelId="{9BCAB468-799B-4CC7-B187-06F8B9DF6394}" type="pres">
      <dgm:prSet presAssocID="{0B3B4D1E-7A95-4826-8DF3-A32F8FD5922D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ecision chart"/>
        </a:ext>
      </dgm:extLst>
    </dgm:pt>
    <dgm:pt modelId="{B3E6F035-9CE8-471E-86DF-F0B95179F582}" type="pres">
      <dgm:prSet presAssocID="{0B3B4D1E-7A95-4826-8DF3-A32F8FD5922D}" presName="spaceRect" presStyleCnt="0"/>
      <dgm:spPr/>
    </dgm:pt>
    <dgm:pt modelId="{0C68FB50-C274-4953-AAA9-EA1306E4BB48}" type="pres">
      <dgm:prSet presAssocID="{0B3B4D1E-7A95-4826-8DF3-A32F8FD5922D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8566CA01-DB50-4E22-9AA4-3F8B19B30DE3}" srcId="{0680A4F9-9891-4F07-B56E-26A1F50BB20F}" destId="{FAF7E057-78C4-4910-B385-88E739FCD0EB}" srcOrd="1" destOrd="0" parTransId="{DC7C224D-6CDF-4AEC-8174-FA23BC66C97E}" sibTransId="{24C4B430-4B99-4535-9D90-C74B79C3908D}"/>
    <dgm:cxn modelId="{48E74B06-36DE-41D0-B050-0474A36D179D}" srcId="{0680A4F9-9891-4F07-B56E-26A1F50BB20F}" destId="{A5B719E8-4DB3-492F-BBED-5E5182F5D33D}" srcOrd="2" destOrd="0" parTransId="{977633BA-324F-4682-9AB9-B5D9EF595E4C}" sibTransId="{60A48A4D-AD4F-4DE9-B553-B90E2D7317A6}"/>
    <dgm:cxn modelId="{5249DF0A-0F26-4A85-8C47-B18DAC64A785}" type="presOf" srcId="{0680A4F9-9891-4F07-B56E-26A1F50BB20F}" destId="{6243AD44-5000-4EF5-820F-84620EB10615}" srcOrd="0" destOrd="0" presId="urn:microsoft.com/office/officeart/2018/2/layout/IconVerticalSolidList"/>
    <dgm:cxn modelId="{6E113B11-D764-4949-8889-FCC8557F8284}" srcId="{0680A4F9-9891-4F07-B56E-26A1F50BB20F}" destId="{D5760754-3018-450C-A303-8CA508CD9B47}" srcOrd="0" destOrd="0" parTransId="{CA0F634C-4D2C-47CA-80DA-0F4C3D6EEF19}" sibTransId="{E6E3032D-9D0B-4BFA-8169-A4B0934CBFDA}"/>
    <dgm:cxn modelId="{2AD57332-1143-42F2-9B03-5A20FCAF56FA}" type="presOf" srcId="{A5B719E8-4DB3-492F-BBED-5E5182F5D33D}" destId="{8D00EC13-7ED7-414C-8B1A-2A8B9A28489B}" srcOrd="0" destOrd="0" presId="urn:microsoft.com/office/officeart/2018/2/layout/IconVerticalSolidList"/>
    <dgm:cxn modelId="{B0E6BF60-9FF5-4CD2-A30B-A2C029B9DE9B}" srcId="{0680A4F9-9891-4F07-B56E-26A1F50BB20F}" destId="{550CB36F-C62F-40A7-AA6F-986F275CC357}" srcOrd="5" destOrd="0" parTransId="{C187B324-50A6-4A8E-8FB6-F080F63E8596}" sibTransId="{A7A3A8FD-43DA-480E-85DD-7C8D3F6E7BB5}"/>
    <dgm:cxn modelId="{443C674C-BC54-43B6-BE5F-8ABB705A7A72}" type="presOf" srcId="{FAF7E057-78C4-4910-B385-88E739FCD0EB}" destId="{4463C19F-A610-4DCC-A766-57BB2F66C1A8}" srcOrd="0" destOrd="0" presId="urn:microsoft.com/office/officeart/2018/2/layout/IconVerticalSolidList"/>
    <dgm:cxn modelId="{4C7C7E7A-EAD4-4BE6-95CC-CF751387B9B6}" srcId="{0680A4F9-9891-4F07-B56E-26A1F50BB20F}" destId="{0B3B4D1E-7A95-4826-8DF3-A32F8FD5922D}" srcOrd="6" destOrd="0" parTransId="{6EE03D21-AEC6-479B-934E-924A370B71BA}" sibTransId="{B8659E4A-5D03-4AAB-B0C3-26AF1646F526}"/>
    <dgm:cxn modelId="{D1EBA79E-0354-41CD-A648-885F4C801CD5}" srcId="{0680A4F9-9891-4F07-B56E-26A1F50BB20F}" destId="{12103767-0175-423D-956F-4D57856F6268}" srcOrd="4" destOrd="0" parTransId="{627BA0DA-133D-484D-987B-BC46AE426209}" sibTransId="{18F9A177-4FF8-47CC-98FD-DAB87C8B3094}"/>
    <dgm:cxn modelId="{895051B2-E746-44D6-9C6C-9BF7B515DF2B}" type="presOf" srcId="{E69F0713-2C1D-43AD-9A13-5E40EFC88C8A}" destId="{CEC9EF06-DF50-4E2B-9A9E-A40B6C613659}" srcOrd="0" destOrd="0" presId="urn:microsoft.com/office/officeart/2018/2/layout/IconVerticalSolidList"/>
    <dgm:cxn modelId="{4737C5B6-08B3-4222-980F-FDAE06F7FD59}" type="presOf" srcId="{12103767-0175-423D-956F-4D57856F6268}" destId="{1055A8CB-B516-494A-8749-E19BDDC5A439}" srcOrd="0" destOrd="0" presId="urn:microsoft.com/office/officeart/2018/2/layout/IconVerticalSolidList"/>
    <dgm:cxn modelId="{F85E3FC0-CEC0-4AE3-B8B2-E5CD34064949}" type="presOf" srcId="{550CB36F-C62F-40A7-AA6F-986F275CC357}" destId="{01841A0A-3089-423C-9E26-9BB5330792DA}" srcOrd="0" destOrd="0" presId="urn:microsoft.com/office/officeart/2018/2/layout/IconVerticalSolidList"/>
    <dgm:cxn modelId="{E94E33CE-668D-4B65-BD0A-59070F5C4F24}" type="presOf" srcId="{0B3B4D1E-7A95-4826-8DF3-A32F8FD5922D}" destId="{0C68FB50-C274-4953-AAA9-EA1306E4BB48}" srcOrd="0" destOrd="0" presId="urn:microsoft.com/office/officeart/2018/2/layout/IconVerticalSolidList"/>
    <dgm:cxn modelId="{E3476BDF-A999-4308-A69E-B0C503CBF667}" srcId="{0680A4F9-9891-4F07-B56E-26A1F50BB20F}" destId="{E69F0713-2C1D-43AD-9A13-5E40EFC88C8A}" srcOrd="3" destOrd="0" parTransId="{5800A305-A22E-47DB-91AA-150D4B50191C}" sibTransId="{91C347AD-B050-4FF2-8DFD-8F23E815AD8B}"/>
    <dgm:cxn modelId="{6A05B4F4-43AD-4278-BEED-2E66A587050C}" type="presOf" srcId="{D5760754-3018-450C-A303-8CA508CD9B47}" destId="{E109E200-CD3E-4771-B05B-0C8190BFC29A}" srcOrd="0" destOrd="0" presId="urn:microsoft.com/office/officeart/2018/2/layout/IconVerticalSolidList"/>
    <dgm:cxn modelId="{C20334CC-7805-4C2B-9D7F-67CAC287AD95}" type="presParOf" srcId="{6243AD44-5000-4EF5-820F-84620EB10615}" destId="{6F23BC66-8365-4A2B-B85D-121515A9D846}" srcOrd="0" destOrd="0" presId="urn:microsoft.com/office/officeart/2018/2/layout/IconVerticalSolidList"/>
    <dgm:cxn modelId="{62ECBCC9-4277-4201-88E0-8998E357F3C7}" type="presParOf" srcId="{6F23BC66-8365-4A2B-B85D-121515A9D846}" destId="{B10781BA-8922-4162-9650-9DECACB07469}" srcOrd="0" destOrd="0" presId="urn:microsoft.com/office/officeart/2018/2/layout/IconVerticalSolidList"/>
    <dgm:cxn modelId="{8611E47B-65DC-484A-8451-4D4248D1600C}" type="presParOf" srcId="{6F23BC66-8365-4A2B-B85D-121515A9D846}" destId="{C848BA46-84A9-4B99-94C6-4112D3C8D07B}" srcOrd="1" destOrd="0" presId="urn:microsoft.com/office/officeart/2018/2/layout/IconVerticalSolidList"/>
    <dgm:cxn modelId="{63E18393-0B0D-42FA-B914-8D0FDF17C8ED}" type="presParOf" srcId="{6F23BC66-8365-4A2B-B85D-121515A9D846}" destId="{E4948CF4-7478-4BD2-A995-FC90F13DD67C}" srcOrd="2" destOrd="0" presId="urn:microsoft.com/office/officeart/2018/2/layout/IconVerticalSolidList"/>
    <dgm:cxn modelId="{F1CA370D-0978-4E1B-A094-172E6FD3EF42}" type="presParOf" srcId="{6F23BC66-8365-4A2B-B85D-121515A9D846}" destId="{E109E200-CD3E-4771-B05B-0C8190BFC29A}" srcOrd="3" destOrd="0" presId="urn:microsoft.com/office/officeart/2018/2/layout/IconVerticalSolidList"/>
    <dgm:cxn modelId="{460E0004-4594-4A9C-BA07-035F2BD17C1C}" type="presParOf" srcId="{6243AD44-5000-4EF5-820F-84620EB10615}" destId="{49FB3E01-1DE9-474D-A044-829C624F0612}" srcOrd="1" destOrd="0" presId="urn:microsoft.com/office/officeart/2018/2/layout/IconVerticalSolidList"/>
    <dgm:cxn modelId="{34E0F489-D343-4545-B1A0-D4BB289456C0}" type="presParOf" srcId="{6243AD44-5000-4EF5-820F-84620EB10615}" destId="{F049285F-B944-486B-B9E8-C2B0995D054F}" srcOrd="2" destOrd="0" presId="urn:microsoft.com/office/officeart/2018/2/layout/IconVerticalSolidList"/>
    <dgm:cxn modelId="{4473ED10-01F8-41F1-B207-F5A55B256881}" type="presParOf" srcId="{F049285F-B944-486B-B9E8-C2B0995D054F}" destId="{F8EA44F5-4A9D-48E7-B33D-1E5993BBF894}" srcOrd="0" destOrd="0" presId="urn:microsoft.com/office/officeart/2018/2/layout/IconVerticalSolidList"/>
    <dgm:cxn modelId="{DAA39AA8-E621-4041-BBF1-D86427488279}" type="presParOf" srcId="{F049285F-B944-486B-B9E8-C2B0995D054F}" destId="{B1C4738E-7E66-4E7D-93CB-85B01F536A80}" srcOrd="1" destOrd="0" presId="urn:microsoft.com/office/officeart/2018/2/layout/IconVerticalSolidList"/>
    <dgm:cxn modelId="{28826D03-DA62-410A-B4E0-1B9ECA796AD9}" type="presParOf" srcId="{F049285F-B944-486B-B9E8-C2B0995D054F}" destId="{4D9FA798-5D6D-4406-82D9-AA2A632BB0F2}" srcOrd="2" destOrd="0" presId="urn:microsoft.com/office/officeart/2018/2/layout/IconVerticalSolidList"/>
    <dgm:cxn modelId="{E08F4A07-5D0E-40A4-A730-627BF8BBA456}" type="presParOf" srcId="{F049285F-B944-486B-B9E8-C2B0995D054F}" destId="{4463C19F-A610-4DCC-A766-57BB2F66C1A8}" srcOrd="3" destOrd="0" presId="urn:microsoft.com/office/officeart/2018/2/layout/IconVerticalSolidList"/>
    <dgm:cxn modelId="{58CEBB88-D2E7-4F3C-B445-61C5C9765A4E}" type="presParOf" srcId="{6243AD44-5000-4EF5-820F-84620EB10615}" destId="{B3D6BC63-AB3F-4BD5-8566-35EA5E7365D1}" srcOrd="3" destOrd="0" presId="urn:microsoft.com/office/officeart/2018/2/layout/IconVerticalSolidList"/>
    <dgm:cxn modelId="{55E6D142-4CD6-4894-B546-88F61C632D10}" type="presParOf" srcId="{6243AD44-5000-4EF5-820F-84620EB10615}" destId="{B88BB1A6-93DD-425E-AD49-B812681A780B}" srcOrd="4" destOrd="0" presId="urn:microsoft.com/office/officeart/2018/2/layout/IconVerticalSolidList"/>
    <dgm:cxn modelId="{37F902E7-EAD2-4F99-9D87-28FF6DB1E9C5}" type="presParOf" srcId="{B88BB1A6-93DD-425E-AD49-B812681A780B}" destId="{EC215432-602A-4FA1-A9F5-888D7DA7104D}" srcOrd="0" destOrd="0" presId="urn:microsoft.com/office/officeart/2018/2/layout/IconVerticalSolidList"/>
    <dgm:cxn modelId="{58CBBE2B-9930-4A68-BF66-55D8EE937D2D}" type="presParOf" srcId="{B88BB1A6-93DD-425E-AD49-B812681A780B}" destId="{120916AC-48D1-4003-BA4F-3B957BEAD742}" srcOrd="1" destOrd="0" presId="urn:microsoft.com/office/officeart/2018/2/layout/IconVerticalSolidList"/>
    <dgm:cxn modelId="{33BB71D9-371D-45EE-9242-1B5C4659475A}" type="presParOf" srcId="{B88BB1A6-93DD-425E-AD49-B812681A780B}" destId="{6B614EC7-4129-4158-B2C1-43CD8805EBD2}" srcOrd="2" destOrd="0" presId="urn:microsoft.com/office/officeart/2018/2/layout/IconVerticalSolidList"/>
    <dgm:cxn modelId="{0EBF203F-D21E-476F-9810-7710D7B3894F}" type="presParOf" srcId="{B88BB1A6-93DD-425E-AD49-B812681A780B}" destId="{8D00EC13-7ED7-414C-8B1A-2A8B9A28489B}" srcOrd="3" destOrd="0" presId="urn:microsoft.com/office/officeart/2018/2/layout/IconVerticalSolidList"/>
    <dgm:cxn modelId="{9E1D0B19-6DA2-45F1-8508-8BBAA4F59601}" type="presParOf" srcId="{6243AD44-5000-4EF5-820F-84620EB10615}" destId="{1D933FE8-B547-4BC1-82D1-E339238802B9}" srcOrd="5" destOrd="0" presId="urn:microsoft.com/office/officeart/2018/2/layout/IconVerticalSolidList"/>
    <dgm:cxn modelId="{45CECAA0-0BD4-4D1C-9662-0FA137CB6A40}" type="presParOf" srcId="{6243AD44-5000-4EF5-820F-84620EB10615}" destId="{608DEF48-72F0-4070-87E3-C1619EC37F6A}" srcOrd="6" destOrd="0" presId="urn:microsoft.com/office/officeart/2018/2/layout/IconVerticalSolidList"/>
    <dgm:cxn modelId="{E349642A-99AB-421B-88BF-264B70F6A7D1}" type="presParOf" srcId="{608DEF48-72F0-4070-87E3-C1619EC37F6A}" destId="{200B91F7-7D0E-4DE5-9597-FC2E06D115E4}" srcOrd="0" destOrd="0" presId="urn:microsoft.com/office/officeart/2018/2/layout/IconVerticalSolidList"/>
    <dgm:cxn modelId="{9BC9140A-4570-4C58-B2AA-7CFF88D76D3E}" type="presParOf" srcId="{608DEF48-72F0-4070-87E3-C1619EC37F6A}" destId="{1F04549B-21B9-4392-8F9B-3CB4B471CE2B}" srcOrd="1" destOrd="0" presId="urn:microsoft.com/office/officeart/2018/2/layout/IconVerticalSolidList"/>
    <dgm:cxn modelId="{D71EEF30-C197-4A29-B1B4-29D2F992BDAA}" type="presParOf" srcId="{608DEF48-72F0-4070-87E3-C1619EC37F6A}" destId="{D962D854-35D8-47FE-B6FF-496408303E36}" srcOrd="2" destOrd="0" presId="urn:microsoft.com/office/officeart/2018/2/layout/IconVerticalSolidList"/>
    <dgm:cxn modelId="{A1965831-832D-4DBD-A0A4-D32014DA6903}" type="presParOf" srcId="{608DEF48-72F0-4070-87E3-C1619EC37F6A}" destId="{CEC9EF06-DF50-4E2B-9A9E-A40B6C613659}" srcOrd="3" destOrd="0" presId="urn:microsoft.com/office/officeart/2018/2/layout/IconVerticalSolidList"/>
    <dgm:cxn modelId="{5271A8ED-6809-479F-83EA-828D3772E89A}" type="presParOf" srcId="{6243AD44-5000-4EF5-820F-84620EB10615}" destId="{D1BCFD8E-B184-4EF0-9349-C33F493D272B}" srcOrd="7" destOrd="0" presId="urn:microsoft.com/office/officeart/2018/2/layout/IconVerticalSolidList"/>
    <dgm:cxn modelId="{2C932FFA-940F-44DB-8FA8-DEEB601A390C}" type="presParOf" srcId="{6243AD44-5000-4EF5-820F-84620EB10615}" destId="{6A4A01FE-7D28-4DB7-A279-14EF59FF3BD1}" srcOrd="8" destOrd="0" presId="urn:microsoft.com/office/officeart/2018/2/layout/IconVerticalSolidList"/>
    <dgm:cxn modelId="{B3AB1190-E41B-453C-9491-557393344262}" type="presParOf" srcId="{6A4A01FE-7D28-4DB7-A279-14EF59FF3BD1}" destId="{A9865CD1-09EC-4311-8377-D92A50EE25DD}" srcOrd="0" destOrd="0" presId="urn:microsoft.com/office/officeart/2018/2/layout/IconVerticalSolidList"/>
    <dgm:cxn modelId="{BBF8CCC5-5908-42BD-AF05-618AFBAA835D}" type="presParOf" srcId="{6A4A01FE-7D28-4DB7-A279-14EF59FF3BD1}" destId="{A716BB21-111D-4FD4-B746-7902EC6DACD3}" srcOrd="1" destOrd="0" presId="urn:microsoft.com/office/officeart/2018/2/layout/IconVerticalSolidList"/>
    <dgm:cxn modelId="{7FD4DC9D-CBA2-44F3-861F-1FE3213DDE7D}" type="presParOf" srcId="{6A4A01FE-7D28-4DB7-A279-14EF59FF3BD1}" destId="{0657F4A3-3507-4E60-BE2B-BF5AB14F966F}" srcOrd="2" destOrd="0" presId="urn:microsoft.com/office/officeart/2018/2/layout/IconVerticalSolidList"/>
    <dgm:cxn modelId="{000DDEEE-CB51-4DAB-9D0D-51821B647A75}" type="presParOf" srcId="{6A4A01FE-7D28-4DB7-A279-14EF59FF3BD1}" destId="{1055A8CB-B516-494A-8749-E19BDDC5A439}" srcOrd="3" destOrd="0" presId="urn:microsoft.com/office/officeart/2018/2/layout/IconVerticalSolidList"/>
    <dgm:cxn modelId="{E1F79DCB-6939-48B5-A2FD-E839E2F02788}" type="presParOf" srcId="{6243AD44-5000-4EF5-820F-84620EB10615}" destId="{C5F8A518-F2A3-4AE1-92B0-48F3AE84B4B2}" srcOrd="9" destOrd="0" presId="urn:microsoft.com/office/officeart/2018/2/layout/IconVerticalSolidList"/>
    <dgm:cxn modelId="{70B12A6D-7FFC-4789-A899-9383348EEB69}" type="presParOf" srcId="{6243AD44-5000-4EF5-820F-84620EB10615}" destId="{7CB0FDC3-C92A-484A-9C3B-BB8B06EC1C76}" srcOrd="10" destOrd="0" presId="urn:microsoft.com/office/officeart/2018/2/layout/IconVerticalSolidList"/>
    <dgm:cxn modelId="{4D4650EF-729D-4369-B87F-34CE5C2E0FA0}" type="presParOf" srcId="{7CB0FDC3-C92A-484A-9C3B-BB8B06EC1C76}" destId="{38F85100-4A1A-4893-90DA-A42A8D8A1253}" srcOrd="0" destOrd="0" presId="urn:microsoft.com/office/officeart/2018/2/layout/IconVerticalSolidList"/>
    <dgm:cxn modelId="{12426494-12B0-4BA3-9BB6-0C326867C7D2}" type="presParOf" srcId="{7CB0FDC3-C92A-484A-9C3B-BB8B06EC1C76}" destId="{E5C6E99A-2F6B-4512-9498-2D848D1E3CB0}" srcOrd="1" destOrd="0" presId="urn:microsoft.com/office/officeart/2018/2/layout/IconVerticalSolidList"/>
    <dgm:cxn modelId="{9444F951-1503-4DDD-BF23-A52A5E20A4CF}" type="presParOf" srcId="{7CB0FDC3-C92A-484A-9C3B-BB8B06EC1C76}" destId="{BA2C0652-A061-4BCA-98BE-9AE0E1A01F2B}" srcOrd="2" destOrd="0" presId="urn:microsoft.com/office/officeart/2018/2/layout/IconVerticalSolidList"/>
    <dgm:cxn modelId="{3664F49D-B9EE-4356-87C9-DD40953D1BEF}" type="presParOf" srcId="{7CB0FDC3-C92A-484A-9C3B-BB8B06EC1C76}" destId="{01841A0A-3089-423C-9E26-9BB5330792DA}" srcOrd="3" destOrd="0" presId="urn:microsoft.com/office/officeart/2018/2/layout/IconVerticalSolidList"/>
    <dgm:cxn modelId="{1A2E916E-799C-42A2-BFA0-6C3DE6032FD0}" type="presParOf" srcId="{6243AD44-5000-4EF5-820F-84620EB10615}" destId="{D8AADECC-D7E6-4646-9481-729913ACCD7A}" srcOrd="11" destOrd="0" presId="urn:microsoft.com/office/officeart/2018/2/layout/IconVerticalSolidList"/>
    <dgm:cxn modelId="{5592FCAF-8079-4550-81D0-47BC5DFF3500}" type="presParOf" srcId="{6243AD44-5000-4EF5-820F-84620EB10615}" destId="{7BCB414A-6A43-41FC-A959-F1CE8F5F098F}" srcOrd="12" destOrd="0" presId="urn:microsoft.com/office/officeart/2018/2/layout/IconVerticalSolidList"/>
    <dgm:cxn modelId="{B4AA0361-A507-4B6D-AC74-8DE1C45791FB}" type="presParOf" srcId="{7BCB414A-6A43-41FC-A959-F1CE8F5F098F}" destId="{6F7A1C8F-3487-4F61-ABA7-2E6E3958634B}" srcOrd="0" destOrd="0" presId="urn:microsoft.com/office/officeart/2018/2/layout/IconVerticalSolidList"/>
    <dgm:cxn modelId="{163F085F-EE8A-4965-BB48-9C692493F1A9}" type="presParOf" srcId="{7BCB414A-6A43-41FC-A959-F1CE8F5F098F}" destId="{9BCAB468-799B-4CC7-B187-06F8B9DF6394}" srcOrd="1" destOrd="0" presId="urn:microsoft.com/office/officeart/2018/2/layout/IconVerticalSolidList"/>
    <dgm:cxn modelId="{0B29C5FE-9809-45D4-AF86-3EBD0EA533C9}" type="presParOf" srcId="{7BCB414A-6A43-41FC-A959-F1CE8F5F098F}" destId="{B3E6F035-9CE8-471E-86DF-F0B95179F582}" srcOrd="2" destOrd="0" presId="urn:microsoft.com/office/officeart/2018/2/layout/IconVerticalSolidList"/>
    <dgm:cxn modelId="{A396E4A1-84C3-4B45-88F2-F2EA98E0CDCB}" type="presParOf" srcId="{7BCB414A-6A43-41FC-A959-F1CE8F5F098F}" destId="{0C68FB50-C274-4953-AAA9-EA1306E4BB4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D66CCD7D-4BF4-41C2-90AE-8423C44B85BF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F5B8F90-D9AA-44E5-A93C-6C438C212578}">
      <dgm:prSet/>
      <dgm:spPr/>
      <dgm:t>
        <a:bodyPr/>
        <a:lstStyle/>
        <a:p>
          <a:r>
            <a:rPr lang="en-US"/>
            <a:t>When knowledge changes frequently.</a:t>
          </a:r>
        </a:p>
      </dgm:t>
    </dgm:pt>
    <dgm:pt modelId="{968ED812-28E1-4324-849B-DB7DDCFCEBAF}" type="parTrans" cxnId="{0BB94CED-DA4B-4C7B-851D-87D33F3DC174}">
      <dgm:prSet/>
      <dgm:spPr/>
      <dgm:t>
        <a:bodyPr/>
        <a:lstStyle/>
        <a:p>
          <a:endParaRPr lang="en-US"/>
        </a:p>
      </dgm:t>
    </dgm:pt>
    <dgm:pt modelId="{C1FC49F1-C8C7-4326-AD48-F31C423B64B4}" type="sibTrans" cxnId="{0BB94CED-DA4B-4C7B-851D-87D33F3DC174}">
      <dgm:prSet/>
      <dgm:spPr/>
      <dgm:t>
        <a:bodyPr/>
        <a:lstStyle/>
        <a:p>
          <a:endParaRPr lang="en-US"/>
        </a:p>
      </dgm:t>
    </dgm:pt>
    <dgm:pt modelId="{AC04F562-A335-4DEB-B084-9D63170B9E34}">
      <dgm:prSet/>
      <dgm:spPr/>
      <dgm:t>
        <a:bodyPr/>
        <a:lstStyle/>
        <a:p>
          <a:r>
            <a:rPr lang="en-US"/>
            <a:t>When citations are needed.</a:t>
          </a:r>
        </a:p>
      </dgm:t>
    </dgm:pt>
    <dgm:pt modelId="{0DE6B14F-8CE3-4FCA-BAAC-9310D9517E94}" type="parTrans" cxnId="{C03C5610-45BF-4193-8492-5036BC1F6AEA}">
      <dgm:prSet/>
      <dgm:spPr/>
      <dgm:t>
        <a:bodyPr/>
        <a:lstStyle/>
        <a:p>
          <a:endParaRPr lang="en-US"/>
        </a:p>
      </dgm:t>
    </dgm:pt>
    <dgm:pt modelId="{205386E8-D3E2-4A7E-9ACE-908F60CB5062}" type="sibTrans" cxnId="{C03C5610-45BF-4193-8492-5036BC1F6AEA}">
      <dgm:prSet/>
      <dgm:spPr/>
      <dgm:t>
        <a:bodyPr/>
        <a:lstStyle/>
        <a:p>
          <a:endParaRPr lang="en-US"/>
        </a:p>
      </dgm:t>
    </dgm:pt>
    <dgm:pt modelId="{34A32DD9-C6F4-4356-9953-FA7C5E874575}">
      <dgm:prSet/>
      <dgm:spPr/>
      <dgm:t>
        <a:bodyPr/>
        <a:lstStyle/>
        <a:p>
          <a:r>
            <a:rPr lang="en-US"/>
            <a:t>When private/internal data must be accessed.</a:t>
          </a:r>
        </a:p>
      </dgm:t>
    </dgm:pt>
    <dgm:pt modelId="{08B8976A-B1DC-4E67-9AFC-67E6939C4502}" type="parTrans" cxnId="{B02B7F37-411A-4670-A597-1BDD966E681D}">
      <dgm:prSet/>
      <dgm:spPr/>
      <dgm:t>
        <a:bodyPr/>
        <a:lstStyle/>
        <a:p>
          <a:endParaRPr lang="en-US"/>
        </a:p>
      </dgm:t>
    </dgm:pt>
    <dgm:pt modelId="{C97C61AB-691C-454C-BF14-B1B1561BB6F3}" type="sibTrans" cxnId="{B02B7F37-411A-4670-A597-1BDD966E681D}">
      <dgm:prSet/>
      <dgm:spPr/>
      <dgm:t>
        <a:bodyPr/>
        <a:lstStyle/>
        <a:p>
          <a:endParaRPr lang="en-US"/>
        </a:p>
      </dgm:t>
    </dgm:pt>
    <dgm:pt modelId="{6E5188DF-2F37-4852-8B17-72C8799D7D2D}">
      <dgm:prSet/>
      <dgm:spPr/>
      <dgm:t>
        <a:bodyPr/>
        <a:lstStyle/>
        <a:p>
          <a:r>
            <a:rPr lang="en-US"/>
            <a:t>When reducing hallucination risk is critical.</a:t>
          </a:r>
        </a:p>
      </dgm:t>
    </dgm:pt>
    <dgm:pt modelId="{73D21234-CDC6-40EB-B2A2-7E172FF53D3C}" type="parTrans" cxnId="{E5F2092E-84B3-46DE-91D2-A21FD13AF2A5}">
      <dgm:prSet/>
      <dgm:spPr/>
      <dgm:t>
        <a:bodyPr/>
        <a:lstStyle/>
        <a:p>
          <a:endParaRPr lang="en-US"/>
        </a:p>
      </dgm:t>
    </dgm:pt>
    <dgm:pt modelId="{D415F0A0-E4EA-4793-8449-529A734AC054}" type="sibTrans" cxnId="{E5F2092E-84B3-46DE-91D2-A21FD13AF2A5}">
      <dgm:prSet/>
      <dgm:spPr/>
      <dgm:t>
        <a:bodyPr/>
        <a:lstStyle/>
        <a:p>
          <a:endParaRPr lang="en-US"/>
        </a:p>
      </dgm:t>
    </dgm:pt>
    <dgm:pt modelId="{F210FC93-780E-4BC5-9ADC-76468282EC5B}">
      <dgm:prSet/>
      <dgm:spPr/>
      <dgm:t>
        <a:bodyPr/>
        <a:lstStyle/>
        <a:p>
          <a:r>
            <a:rPr lang="en-US" b="1"/>
            <a:t>When not to use RAG:</a:t>
          </a:r>
          <a:r>
            <a:rPr lang="en-US"/>
            <a:t> - Simple tasks without external knowledge. - Latency‑sensitive use cases.</a:t>
          </a:r>
        </a:p>
      </dgm:t>
    </dgm:pt>
    <dgm:pt modelId="{38C45ED4-9AEF-4F99-BFCB-3F46912F70AA}" type="parTrans" cxnId="{BDADDFD8-12B0-4C8D-A96B-B6AFBC37C13F}">
      <dgm:prSet/>
      <dgm:spPr/>
      <dgm:t>
        <a:bodyPr/>
        <a:lstStyle/>
        <a:p>
          <a:endParaRPr lang="en-US"/>
        </a:p>
      </dgm:t>
    </dgm:pt>
    <dgm:pt modelId="{F723974D-EDBC-42FB-9CA4-1544F3ECDF6E}" type="sibTrans" cxnId="{BDADDFD8-12B0-4C8D-A96B-B6AFBC37C13F}">
      <dgm:prSet/>
      <dgm:spPr/>
      <dgm:t>
        <a:bodyPr/>
        <a:lstStyle/>
        <a:p>
          <a:endParaRPr lang="en-US"/>
        </a:p>
      </dgm:t>
    </dgm:pt>
    <dgm:pt modelId="{24E6AF07-D526-46B3-9213-67786A6DB661}" type="pres">
      <dgm:prSet presAssocID="{D66CCD7D-4BF4-41C2-90AE-8423C44B85BF}" presName="vert0" presStyleCnt="0">
        <dgm:presLayoutVars>
          <dgm:dir/>
          <dgm:animOne val="branch"/>
          <dgm:animLvl val="lvl"/>
        </dgm:presLayoutVars>
      </dgm:prSet>
      <dgm:spPr/>
    </dgm:pt>
    <dgm:pt modelId="{01A33C47-34CE-49FD-BB37-852530509F76}" type="pres">
      <dgm:prSet presAssocID="{EF5B8F90-D9AA-44E5-A93C-6C438C212578}" presName="thickLine" presStyleLbl="alignNode1" presStyleIdx="0" presStyleCnt="5"/>
      <dgm:spPr/>
    </dgm:pt>
    <dgm:pt modelId="{6E98823F-64D7-4D24-AADB-1E42ABCCFB2D}" type="pres">
      <dgm:prSet presAssocID="{EF5B8F90-D9AA-44E5-A93C-6C438C212578}" presName="horz1" presStyleCnt="0"/>
      <dgm:spPr/>
    </dgm:pt>
    <dgm:pt modelId="{749C6C2F-8C9F-44A1-87D8-A54DBA65991F}" type="pres">
      <dgm:prSet presAssocID="{EF5B8F90-D9AA-44E5-A93C-6C438C212578}" presName="tx1" presStyleLbl="revTx" presStyleIdx="0" presStyleCnt="5"/>
      <dgm:spPr/>
    </dgm:pt>
    <dgm:pt modelId="{F17E10A3-E43B-4BDD-9A1D-D395FF8F60CF}" type="pres">
      <dgm:prSet presAssocID="{EF5B8F90-D9AA-44E5-A93C-6C438C212578}" presName="vert1" presStyleCnt="0"/>
      <dgm:spPr/>
    </dgm:pt>
    <dgm:pt modelId="{9509AF37-051B-4241-96AC-7158EDCADA78}" type="pres">
      <dgm:prSet presAssocID="{AC04F562-A335-4DEB-B084-9D63170B9E34}" presName="thickLine" presStyleLbl="alignNode1" presStyleIdx="1" presStyleCnt="5"/>
      <dgm:spPr/>
    </dgm:pt>
    <dgm:pt modelId="{404B46A2-95F7-474D-B503-AE1FB0F94F2B}" type="pres">
      <dgm:prSet presAssocID="{AC04F562-A335-4DEB-B084-9D63170B9E34}" presName="horz1" presStyleCnt="0"/>
      <dgm:spPr/>
    </dgm:pt>
    <dgm:pt modelId="{5A5EBE09-80BF-4155-9DF7-21CBE5ED7B17}" type="pres">
      <dgm:prSet presAssocID="{AC04F562-A335-4DEB-B084-9D63170B9E34}" presName="tx1" presStyleLbl="revTx" presStyleIdx="1" presStyleCnt="5"/>
      <dgm:spPr/>
    </dgm:pt>
    <dgm:pt modelId="{B3BC6C59-AD42-4782-AB09-CC17CA882F08}" type="pres">
      <dgm:prSet presAssocID="{AC04F562-A335-4DEB-B084-9D63170B9E34}" presName="vert1" presStyleCnt="0"/>
      <dgm:spPr/>
    </dgm:pt>
    <dgm:pt modelId="{04CE3A64-CB4B-4ACF-9C9F-97101B1C44AF}" type="pres">
      <dgm:prSet presAssocID="{34A32DD9-C6F4-4356-9953-FA7C5E874575}" presName="thickLine" presStyleLbl="alignNode1" presStyleIdx="2" presStyleCnt="5"/>
      <dgm:spPr/>
    </dgm:pt>
    <dgm:pt modelId="{0E183889-B233-407B-A848-06EEAA6B6969}" type="pres">
      <dgm:prSet presAssocID="{34A32DD9-C6F4-4356-9953-FA7C5E874575}" presName="horz1" presStyleCnt="0"/>
      <dgm:spPr/>
    </dgm:pt>
    <dgm:pt modelId="{71AF1FEE-A3B0-42A5-A792-12154DB2710B}" type="pres">
      <dgm:prSet presAssocID="{34A32DD9-C6F4-4356-9953-FA7C5E874575}" presName="tx1" presStyleLbl="revTx" presStyleIdx="2" presStyleCnt="5"/>
      <dgm:spPr/>
    </dgm:pt>
    <dgm:pt modelId="{F25B47B9-217B-4BDC-8874-94E7A44B5A07}" type="pres">
      <dgm:prSet presAssocID="{34A32DD9-C6F4-4356-9953-FA7C5E874575}" presName="vert1" presStyleCnt="0"/>
      <dgm:spPr/>
    </dgm:pt>
    <dgm:pt modelId="{58B53E86-8238-4E3B-8820-D71E56BE809E}" type="pres">
      <dgm:prSet presAssocID="{6E5188DF-2F37-4852-8B17-72C8799D7D2D}" presName="thickLine" presStyleLbl="alignNode1" presStyleIdx="3" presStyleCnt="5"/>
      <dgm:spPr/>
    </dgm:pt>
    <dgm:pt modelId="{189B0C58-5F09-492F-8C13-8A50EB59EBA2}" type="pres">
      <dgm:prSet presAssocID="{6E5188DF-2F37-4852-8B17-72C8799D7D2D}" presName="horz1" presStyleCnt="0"/>
      <dgm:spPr/>
    </dgm:pt>
    <dgm:pt modelId="{A3D4D52A-6DB4-4BC8-8CFF-3843961A5AB5}" type="pres">
      <dgm:prSet presAssocID="{6E5188DF-2F37-4852-8B17-72C8799D7D2D}" presName="tx1" presStyleLbl="revTx" presStyleIdx="3" presStyleCnt="5"/>
      <dgm:spPr/>
    </dgm:pt>
    <dgm:pt modelId="{5B7CA206-4359-4095-BDFA-4FB975EC98D2}" type="pres">
      <dgm:prSet presAssocID="{6E5188DF-2F37-4852-8B17-72C8799D7D2D}" presName="vert1" presStyleCnt="0"/>
      <dgm:spPr/>
    </dgm:pt>
    <dgm:pt modelId="{04F5487C-0124-4FA4-9655-91A16605EE5D}" type="pres">
      <dgm:prSet presAssocID="{F210FC93-780E-4BC5-9ADC-76468282EC5B}" presName="thickLine" presStyleLbl="alignNode1" presStyleIdx="4" presStyleCnt="5"/>
      <dgm:spPr/>
    </dgm:pt>
    <dgm:pt modelId="{3A5F76D3-FBE5-44E3-B186-E81601780C13}" type="pres">
      <dgm:prSet presAssocID="{F210FC93-780E-4BC5-9ADC-76468282EC5B}" presName="horz1" presStyleCnt="0"/>
      <dgm:spPr/>
    </dgm:pt>
    <dgm:pt modelId="{BEFF7433-0289-40D4-BD58-8E040EA7CE86}" type="pres">
      <dgm:prSet presAssocID="{F210FC93-780E-4BC5-9ADC-76468282EC5B}" presName="tx1" presStyleLbl="revTx" presStyleIdx="4" presStyleCnt="5"/>
      <dgm:spPr/>
    </dgm:pt>
    <dgm:pt modelId="{D26D64D0-5377-46CC-9025-EF3AE91F08D6}" type="pres">
      <dgm:prSet presAssocID="{F210FC93-780E-4BC5-9ADC-76468282EC5B}" presName="vert1" presStyleCnt="0"/>
      <dgm:spPr/>
    </dgm:pt>
  </dgm:ptLst>
  <dgm:cxnLst>
    <dgm:cxn modelId="{C03C5610-45BF-4193-8492-5036BC1F6AEA}" srcId="{D66CCD7D-4BF4-41C2-90AE-8423C44B85BF}" destId="{AC04F562-A335-4DEB-B084-9D63170B9E34}" srcOrd="1" destOrd="0" parTransId="{0DE6B14F-8CE3-4FCA-BAAC-9310D9517E94}" sibTransId="{205386E8-D3E2-4A7E-9ACE-908F60CB5062}"/>
    <dgm:cxn modelId="{E5F2092E-84B3-46DE-91D2-A21FD13AF2A5}" srcId="{D66CCD7D-4BF4-41C2-90AE-8423C44B85BF}" destId="{6E5188DF-2F37-4852-8B17-72C8799D7D2D}" srcOrd="3" destOrd="0" parTransId="{73D21234-CDC6-40EB-B2A2-7E172FF53D3C}" sibTransId="{D415F0A0-E4EA-4793-8449-529A734AC054}"/>
    <dgm:cxn modelId="{965A4036-E154-4095-AA40-2CAC6A2CB6E3}" type="presOf" srcId="{F210FC93-780E-4BC5-9ADC-76468282EC5B}" destId="{BEFF7433-0289-40D4-BD58-8E040EA7CE86}" srcOrd="0" destOrd="0" presId="urn:microsoft.com/office/officeart/2008/layout/LinedList"/>
    <dgm:cxn modelId="{B02B7F37-411A-4670-A597-1BDD966E681D}" srcId="{D66CCD7D-4BF4-41C2-90AE-8423C44B85BF}" destId="{34A32DD9-C6F4-4356-9953-FA7C5E874575}" srcOrd="2" destOrd="0" parTransId="{08B8976A-B1DC-4E67-9AFC-67E6939C4502}" sibTransId="{C97C61AB-691C-454C-BF14-B1B1561BB6F3}"/>
    <dgm:cxn modelId="{ADC0CA68-F5D1-428C-A3F8-AEB1EA710A89}" type="presOf" srcId="{34A32DD9-C6F4-4356-9953-FA7C5E874575}" destId="{71AF1FEE-A3B0-42A5-A792-12154DB2710B}" srcOrd="0" destOrd="0" presId="urn:microsoft.com/office/officeart/2008/layout/LinedList"/>
    <dgm:cxn modelId="{BD14119F-5B81-4AC2-89A2-FDFEC8D8E65D}" type="presOf" srcId="{6E5188DF-2F37-4852-8B17-72C8799D7D2D}" destId="{A3D4D52A-6DB4-4BC8-8CFF-3843961A5AB5}" srcOrd="0" destOrd="0" presId="urn:microsoft.com/office/officeart/2008/layout/LinedList"/>
    <dgm:cxn modelId="{31348DA1-CE92-46A8-A049-51C5F5F1834F}" type="presOf" srcId="{D66CCD7D-4BF4-41C2-90AE-8423C44B85BF}" destId="{24E6AF07-D526-46B3-9213-67786A6DB661}" srcOrd="0" destOrd="0" presId="urn:microsoft.com/office/officeart/2008/layout/LinedList"/>
    <dgm:cxn modelId="{BE681DAF-3673-43C3-AAD4-E2564C01B19E}" type="presOf" srcId="{EF5B8F90-D9AA-44E5-A93C-6C438C212578}" destId="{749C6C2F-8C9F-44A1-87D8-A54DBA65991F}" srcOrd="0" destOrd="0" presId="urn:microsoft.com/office/officeart/2008/layout/LinedList"/>
    <dgm:cxn modelId="{1BCBCCB9-49E8-4878-A3A6-B38F7D7BA00A}" type="presOf" srcId="{AC04F562-A335-4DEB-B084-9D63170B9E34}" destId="{5A5EBE09-80BF-4155-9DF7-21CBE5ED7B17}" srcOrd="0" destOrd="0" presId="urn:microsoft.com/office/officeart/2008/layout/LinedList"/>
    <dgm:cxn modelId="{BDADDFD8-12B0-4C8D-A96B-B6AFBC37C13F}" srcId="{D66CCD7D-4BF4-41C2-90AE-8423C44B85BF}" destId="{F210FC93-780E-4BC5-9ADC-76468282EC5B}" srcOrd="4" destOrd="0" parTransId="{38C45ED4-9AEF-4F99-BFCB-3F46912F70AA}" sibTransId="{F723974D-EDBC-42FB-9CA4-1544F3ECDF6E}"/>
    <dgm:cxn modelId="{0BB94CED-DA4B-4C7B-851D-87D33F3DC174}" srcId="{D66CCD7D-4BF4-41C2-90AE-8423C44B85BF}" destId="{EF5B8F90-D9AA-44E5-A93C-6C438C212578}" srcOrd="0" destOrd="0" parTransId="{968ED812-28E1-4324-849B-DB7DDCFCEBAF}" sibTransId="{C1FC49F1-C8C7-4326-AD48-F31C423B64B4}"/>
    <dgm:cxn modelId="{A0DE97C0-6271-4465-A8A0-3E1B4A0FEB2F}" type="presParOf" srcId="{24E6AF07-D526-46B3-9213-67786A6DB661}" destId="{01A33C47-34CE-49FD-BB37-852530509F76}" srcOrd="0" destOrd="0" presId="urn:microsoft.com/office/officeart/2008/layout/LinedList"/>
    <dgm:cxn modelId="{D9826981-DB9C-48FF-8D24-36EE9E186ED4}" type="presParOf" srcId="{24E6AF07-D526-46B3-9213-67786A6DB661}" destId="{6E98823F-64D7-4D24-AADB-1E42ABCCFB2D}" srcOrd="1" destOrd="0" presId="urn:microsoft.com/office/officeart/2008/layout/LinedList"/>
    <dgm:cxn modelId="{6B4134BF-4872-4A32-A12F-13FFA5AD3EEE}" type="presParOf" srcId="{6E98823F-64D7-4D24-AADB-1E42ABCCFB2D}" destId="{749C6C2F-8C9F-44A1-87D8-A54DBA65991F}" srcOrd="0" destOrd="0" presId="urn:microsoft.com/office/officeart/2008/layout/LinedList"/>
    <dgm:cxn modelId="{A31798EA-B9ED-4C0E-85B7-0772561C3AC6}" type="presParOf" srcId="{6E98823F-64D7-4D24-AADB-1E42ABCCFB2D}" destId="{F17E10A3-E43B-4BDD-9A1D-D395FF8F60CF}" srcOrd="1" destOrd="0" presId="urn:microsoft.com/office/officeart/2008/layout/LinedList"/>
    <dgm:cxn modelId="{C9812833-3D11-479C-9D37-FA17F3CA8354}" type="presParOf" srcId="{24E6AF07-D526-46B3-9213-67786A6DB661}" destId="{9509AF37-051B-4241-96AC-7158EDCADA78}" srcOrd="2" destOrd="0" presId="urn:microsoft.com/office/officeart/2008/layout/LinedList"/>
    <dgm:cxn modelId="{724782DB-72C4-4BDC-8AE0-F9C55B790883}" type="presParOf" srcId="{24E6AF07-D526-46B3-9213-67786A6DB661}" destId="{404B46A2-95F7-474D-B503-AE1FB0F94F2B}" srcOrd="3" destOrd="0" presId="urn:microsoft.com/office/officeart/2008/layout/LinedList"/>
    <dgm:cxn modelId="{58499683-1628-4B12-91FC-7D97450131BE}" type="presParOf" srcId="{404B46A2-95F7-474D-B503-AE1FB0F94F2B}" destId="{5A5EBE09-80BF-4155-9DF7-21CBE5ED7B17}" srcOrd="0" destOrd="0" presId="urn:microsoft.com/office/officeart/2008/layout/LinedList"/>
    <dgm:cxn modelId="{FC39D2A7-8B2A-4D1B-A6B6-C2741ABF1348}" type="presParOf" srcId="{404B46A2-95F7-474D-B503-AE1FB0F94F2B}" destId="{B3BC6C59-AD42-4782-AB09-CC17CA882F08}" srcOrd="1" destOrd="0" presId="urn:microsoft.com/office/officeart/2008/layout/LinedList"/>
    <dgm:cxn modelId="{AA5A4075-9FF6-4898-993E-CC8B7FF0E300}" type="presParOf" srcId="{24E6AF07-D526-46B3-9213-67786A6DB661}" destId="{04CE3A64-CB4B-4ACF-9C9F-97101B1C44AF}" srcOrd="4" destOrd="0" presId="urn:microsoft.com/office/officeart/2008/layout/LinedList"/>
    <dgm:cxn modelId="{3F1D4115-57B1-41E0-B277-8494AA579085}" type="presParOf" srcId="{24E6AF07-D526-46B3-9213-67786A6DB661}" destId="{0E183889-B233-407B-A848-06EEAA6B6969}" srcOrd="5" destOrd="0" presId="urn:microsoft.com/office/officeart/2008/layout/LinedList"/>
    <dgm:cxn modelId="{07A314BF-4502-44CD-A92F-E083E47EB415}" type="presParOf" srcId="{0E183889-B233-407B-A848-06EEAA6B6969}" destId="{71AF1FEE-A3B0-42A5-A792-12154DB2710B}" srcOrd="0" destOrd="0" presId="urn:microsoft.com/office/officeart/2008/layout/LinedList"/>
    <dgm:cxn modelId="{DBCEFFE7-376C-4638-99A7-FF4D792570FB}" type="presParOf" srcId="{0E183889-B233-407B-A848-06EEAA6B6969}" destId="{F25B47B9-217B-4BDC-8874-94E7A44B5A07}" srcOrd="1" destOrd="0" presId="urn:microsoft.com/office/officeart/2008/layout/LinedList"/>
    <dgm:cxn modelId="{C9357180-567D-4397-854D-E2626C4E5C8A}" type="presParOf" srcId="{24E6AF07-D526-46B3-9213-67786A6DB661}" destId="{58B53E86-8238-4E3B-8820-D71E56BE809E}" srcOrd="6" destOrd="0" presId="urn:microsoft.com/office/officeart/2008/layout/LinedList"/>
    <dgm:cxn modelId="{93C42110-C187-4AB3-9A48-24768F33BB13}" type="presParOf" srcId="{24E6AF07-D526-46B3-9213-67786A6DB661}" destId="{189B0C58-5F09-492F-8C13-8A50EB59EBA2}" srcOrd="7" destOrd="0" presId="urn:microsoft.com/office/officeart/2008/layout/LinedList"/>
    <dgm:cxn modelId="{84257713-F2EC-4A6B-93B5-2EDB013B6260}" type="presParOf" srcId="{189B0C58-5F09-492F-8C13-8A50EB59EBA2}" destId="{A3D4D52A-6DB4-4BC8-8CFF-3843961A5AB5}" srcOrd="0" destOrd="0" presId="urn:microsoft.com/office/officeart/2008/layout/LinedList"/>
    <dgm:cxn modelId="{9BE90110-0FD4-44E7-9F75-72276FAC6212}" type="presParOf" srcId="{189B0C58-5F09-492F-8C13-8A50EB59EBA2}" destId="{5B7CA206-4359-4095-BDFA-4FB975EC98D2}" srcOrd="1" destOrd="0" presId="urn:microsoft.com/office/officeart/2008/layout/LinedList"/>
    <dgm:cxn modelId="{51A1EF9A-9A9D-4B9E-B893-7B61A86DEB0C}" type="presParOf" srcId="{24E6AF07-D526-46B3-9213-67786A6DB661}" destId="{04F5487C-0124-4FA4-9655-91A16605EE5D}" srcOrd="8" destOrd="0" presId="urn:microsoft.com/office/officeart/2008/layout/LinedList"/>
    <dgm:cxn modelId="{F4192F86-6CAC-4BF8-8FB0-79D29DE41B2B}" type="presParOf" srcId="{24E6AF07-D526-46B3-9213-67786A6DB661}" destId="{3A5F76D3-FBE5-44E3-B186-E81601780C13}" srcOrd="9" destOrd="0" presId="urn:microsoft.com/office/officeart/2008/layout/LinedList"/>
    <dgm:cxn modelId="{6D64C486-28D7-4DC1-AB27-78090C5F4F85}" type="presParOf" srcId="{3A5F76D3-FBE5-44E3-B186-E81601780C13}" destId="{BEFF7433-0289-40D4-BD58-8E040EA7CE86}" srcOrd="0" destOrd="0" presId="urn:microsoft.com/office/officeart/2008/layout/LinedList"/>
    <dgm:cxn modelId="{07390751-0368-4C0B-A9AA-8591A8FEDEA3}" type="presParOf" srcId="{3A5F76D3-FBE5-44E3-B186-E81601780C13}" destId="{D26D64D0-5377-46CC-9025-EF3AE91F08D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6497F123-97CE-44EB-81F9-583E74405D12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08E3C6E-94E0-4C20-8DD8-C36CC6B1FE1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Chat with PDFs.</a:t>
          </a:r>
        </a:p>
      </dgm:t>
    </dgm:pt>
    <dgm:pt modelId="{EBC39ACF-628C-4150-9324-04C4CD751DE1}" type="parTrans" cxnId="{0D5AABF5-754B-4DC2-99A4-33A2BB661EA8}">
      <dgm:prSet/>
      <dgm:spPr/>
      <dgm:t>
        <a:bodyPr/>
        <a:lstStyle/>
        <a:p>
          <a:endParaRPr lang="en-US"/>
        </a:p>
      </dgm:t>
    </dgm:pt>
    <dgm:pt modelId="{C0E6B345-DF80-4F99-92A0-A71AE9E2D712}" type="sibTrans" cxnId="{0D5AABF5-754B-4DC2-99A4-33A2BB661EA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C4CABA7-956A-427B-8F40-510FD0B6AF2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Legal assistants (contracts, policies).</a:t>
          </a:r>
        </a:p>
      </dgm:t>
    </dgm:pt>
    <dgm:pt modelId="{B63615DA-4A0C-4C5C-A0FD-2D39AA374BF3}" type="parTrans" cxnId="{8F382C13-011C-47C9-AE3E-7766A3120AFF}">
      <dgm:prSet/>
      <dgm:spPr/>
      <dgm:t>
        <a:bodyPr/>
        <a:lstStyle/>
        <a:p>
          <a:endParaRPr lang="en-US"/>
        </a:p>
      </dgm:t>
    </dgm:pt>
    <dgm:pt modelId="{97AB56EC-D037-4D09-AF16-5765D61D4716}" type="sibTrans" cxnId="{8F382C13-011C-47C9-AE3E-7766A3120AF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CE7A959-F2FE-4A18-ACAB-B348CF028D3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Academic research bots.</a:t>
          </a:r>
        </a:p>
      </dgm:t>
    </dgm:pt>
    <dgm:pt modelId="{1FD15639-70EA-4CC1-A9CF-E7E48CAAA70E}" type="parTrans" cxnId="{A25E28BA-4B05-41FC-A74C-730EF4E75F47}">
      <dgm:prSet/>
      <dgm:spPr/>
      <dgm:t>
        <a:bodyPr/>
        <a:lstStyle/>
        <a:p>
          <a:endParaRPr lang="en-US"/>
        </a:p>
      </dgm:t>
    </dgm:pt>
    <dgm:pt modelId="{E3455875-1E6B-4D88-816B-58A05258FD01}" type="sibTrans" cxnId="{A25E28BA-4B05-41FC-A74C-730EF4E75F4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A6E12E7-6BB8-439B-8DE1-74EC568F372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E‑commerce assistants (product catalogs).</a:t>
          </a:r>
        </a:p>
      </dgm:t>
    </dgm:pt>
    <dgm:pt modelId="{85230382-D874-491E-8D20-CA5992BBA98B}" type="parTrans" cxnId="{F4AE678C-EA8E-41D0-85C8-952F4B77BE40}">
      <dgm:prSet/>
      <dgm:spPr/>
      <dgm:t>
        <a:bodyPr/>
        <a:lstStyle/>
        <a:p>
          <a:endParaRPr lang="en-US"/>
        </a:p>
      </dgm:t>
    </dgm:pt>
    <dgm:pt modelId="{C764B276-C918-412C-9F01-9ACCFFAB70F6}" type="sibTrans" cxnId="{F4AE678C-EA8E-41D0-85C8-952F4B77BE4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F78E5CA-B7A4-40FA-811F-E36733CE728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Customer support systems.</a:t>
          </a:r>
        </a:p>
      </dgm:t>
    </dgm:pt>
    <dgm:pt modelId="{7ABA89E0-7BC6-43BD-BB83-89269B1794E0}" type="parTrans" cxnId="{B699E4BB-8773-4897-B01B-ACD5CA39FF79}">
      <dgm:prSet/>
      <dgm:spPr/>
      <dgm:t>
        <a:bodyPr/>
        <a:lstStyle/>
        <a:p>
          <a:endParaRPr lang="en-US"/>
        </a:p>
      </dgm:t>
    </dgm:pt>
    <dgm:pt modelId="{CC4F2D35-A27B-4C31-9220-FCDCEE96A378}" type="sibTrans" cxnId="{B699E4BB-8773-4897-B01B-ACD5CA39FF79}">
      <dgm:prSet/>
      <dgm:spPr/>
      <dgm:t>
        <a:bodyPr/>
        <a:lstStyle/>
        <a:p>
          <a:endParaRPr lang="en-US"/>
        </a:p>
      </dgm:t>
    </dgm:pt>
    <dgm:pt modelId="{11AFEE3C-37CB-4A1C-BF03-EB4FBAFBBB33}" type="pres">
      <dgm:prSet presAssocID="{6497F123-97CE-44EB-81F9-583E74405D12}" presName="root" presStyleCnt="0">
        <dgm:presLayoutVars>
          <dgm:dir/>
          <dgm:resizeHandles val="exact"/>
        </dgm:presLayoutVars>
      </dgm:prSet>
      <dgm:spPr/>
    </dgm:pt>
    <dgm:pt modelId="{387BCF4D-A046-4CCA-B630-C4BAF929EB32}" type="pres">
      <dgm:prSet presAssocID="{6497F123-97CE-44EB-81F9-583E74405D12}" presName="container" presStyleCnt="0">
        <dgm:presLayoutVars>
          <dgm:dir/>
          <dgm:resizeHandles val="exact"/>
        </dgm:presLayoutVars>
      </dgm:prSet>
      <dgm:spPr/>
    </dgm:pt>
    <dgm:pt modelId="{4342A1E7-1954-4D44-8B97-760686909F3B}" type="pres">
      <dgm:prSet presAssocID="{808E3C6E-94E0-4C20-8DD8-C36CC6B1FE11}" presName="compNode" presStyleCnt="0"/>
      <dgm:spPr/>
    </dgm:pt>
    <dgm:pt modelId="{ED5369C2-3EBB-46D6-BF21-BE5917CC8EEE}" type="pres">
      <dgm:prSet presAssocID="{808E3C6E-94E0-4C20-8DD8-C36CC6B1FE11}" presName="iconBgRect" presStyleLbl="bgShp" presStyleIdx="0" presStyleCnt="5"/>
      <dgm:spPr/>
    </dgm:pt>
    <dgm:pt modelId="{F20EE08E-4E0B-4467-9891-F6966B69F30D}" type="pres">
      <dgm:prSet presAssocID="{808E3C6E-94E0-4C20-8DD8-C36CC6B1FE11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peech"/>
        </a:ext>
      </dgm:extLst>
    </dgm:pt>
    <dgm:pt modelId="{12D5267B-293D-415C-A51F-E1F3753DE63A}" type="pres">
      <dgm:prSet presAssocID="{808E3C6E-94E0-4C20-8DD8-C36CC6B1FE11}" presName="spaceRect" presStyleCnt="0"/>
      <dgm:spPr/>
    </dgm:pt>
    <dgm:pt modelId="{9EA6ABA9-67E7-422D-9D88-BF92F7D234B1}" type="pres">
      <dgm:prSet presAssocID="{808E3C6E-94E0-4C20-8DD8-C36CC6B1FE11}" presName="textRect" presStyleLbl="revTx" presStyleIdx="0" presStyleCnt="5">
        <dgm:presLayoutVars>
          <dgm:chMax val="1"/>
          <dgm:chPref val="1"/>
        </dgm:presLayoutVars>
      </dgm:prSet>
      <dgm:spPr/>
    </dgm:pt>
    <dgm:pt modelId="{FDD9ABBA-EE94-40FA-9D8A-7AE41E2D1663}" type="pres">
      <dgm:prSet presAssocID="{C0E6B345-DF80-4F99-92A0-A71AE9E2D712}" presName="sibTrans" presStyleLbl="sibTrans2D1" presStyleIdx="0" presStyleCnt="0"/>
      <dgm:spPr/>
    </dgm:pt>
    <dgm:pt modelId="{875B7A31-9EAB-410B-AEEC-8A1A427658B7}" type="pres">
      <dgm:prSet presAssocID="{0C4CABA7-956A-427B-8F40-510FD0B6AF2A}" presName="compNode" presStyleCnt="0"/>
      <dgm:spPr/>
    </dgm:pt>
    <dgm:pt modelId="{E125D10F-5B40-4A01-9ACB-B6D8F64802CE}" type="pres">
      <dgm:prSet presAssocID="{0C4CABA7-956A-427B-8F40-510FD0B6AF2A}" presName="iconBgRect" presStyleLbl="bgShp" presStyleIdx="1" presStyleCnt="5"/>
      <dgm:spPr/>
    </dgm:pt>
    <dgm:pt modelId="{3A80C461-378C-4EB8-B62F-C9E53E3186E4}" type="pres">
      <dgm:prSet presAssocID="{0C4CABA7-956A-427B-8F40-510FD0B6AF2A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4E72CB5D-A9E3-48C0-9E83-05D6A9D1B065}" type="pres">
      <dgm:prSet presAssocID="{0C4CABA7-956A-427B-8F40-510FD0B6AF2A}" presName="spaceRect" presStyleCnt="0"/>
      <dgm:spPr/>
    </dgm:pt>
    <dgm:pt modelId="{AEAE13C0-F80E-44AF-90F5-3ED05E4CC22D}" type="pres">
      <dgm:prSet presAssocID="{0C4CABA7-956A-427B-8F40-510FD0B6AF2A}" presName="textRect" presStyleLbl="revTx" presStyleIdx="1" presStyleCnt="5">
        <dgm:presLayoutVars>
          <dgm:chMax val="1"/>
          <dgm:chPref val="1"/>
        </dgm:presLayoutVars>
      </dgm:prSet>
      <dgm:spPr/>
    </dgm:pt>
    <dgm:pt modelId="{E32C5B00-C3D6-47E6-A051-511FC60509BF}" type="pres">
      <dgm:prSet presAssocID="{97AB56EC-D037-4D09-AF16-5765D61D4716}" presName="sibTrans" presStyleLbl="sibTrans2D1" presStyleIdx="0" presStyleCnt="0"/>
      <dgm:spPr/>
    </dgm:pt>
    <dgm:pt modelId="{233648BD-B497-4BE6-8D86-E4E500FB057D}" type="pres">
      <dgm:prSet presAssocID="{BCE7A959-F2FE-4A18-ACAB-B348CF028D3D}" presName="compNode" presStyleCnt="0"/>
      <dgm:spPr/>
    </dgm:pt>
    <dgm:pt modelId="{A7726FA5-25FC-44AB-BB75-CC8AA1D5FC11}" type="pres">
      <dgm:prSet presAssocID="{BCE7A959-F2FE-4A18-ACAB-B348CF028D3D}" presName="iconBgRect" presStyleLbl="bgShp" presStyleIdx="2" presStyleCnt="5"/>
      <dgm:spPr/>
    </dgm:pt>
    <dgm:pt modelId="{7BFB58F8-D944-46FA-BAAC-0CB8128388CF}" type="pres">
      <dgm:prSet presAssocID="{BCE7A959-F2FE-4A18-ACAB-B348CF028D3D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A69A55DA-DFEF-47B8-B35E-F72F5B8DD9FB}" type="pres">
      <dgm:prSet presAssocID="{BCE7A959-F2FE-4A18-ACAB-B348CF028D3D}" presName="spaceRect" presStyleCnt="0"/>
      <dgm:spPr/>
    </dgm:pt>
    <dgm:pt modelId="{4A12CD24-2D0E-47C5-B04F-D2134BB0CA9F}" type="pres">
      <dgm:prSet presAssocID="{BCE7A959-F2FE-4A18-ACAB-B348CF028D3D}" presName="textRect" presStyleLbl="revTx" presStyleIdx="2" presStyleCnt="5">
        <dgm:presLayoutVars>
          <dgm:chMax val="1"/>
          <dgm:chPref val="1"/>
        </dgm:presLayoutVars>
      </dgm:prSet>
      <dgm:spPr/>
    </dgm:pt>
    <dgm:pt modelId="{14AFE078-B4CC-494E-AFCD-1562C9D6E41C}" type="pres">
      <dgm:prSet presAssocID="{E3455875-1E6B-4D88-816B-58A05258FD01}" presName="sibTrans" presStyleLbl="sibTrans2D1" presStyleIdx="0" presStyleCnt="0"/>
      <dgm:spPr/>
    </dgm:pt>
    <dgm:pt modelId="{DCE96293-08CC-43EA-8920-2EDC73F87C0C}" type="pres">
      <dgm:prSet presAssocID="{2A6E12E7-6BB8-439B-8DE1-74EC568F372A}" presName="compNode" presStyleCnt="0"/>
      <dgm:spPr/>
    </dgm:pt>
    <dgm:pt modelId="{25FA0C66-5DBB-401D-BD9D-2F76225F6152}" type="pres">
      <dgm:prSet presAssocID="{2A6E12E7-6BB8-439B-8DE1-74EC568F372A}" presName="iconBgRect" presStyleLbl="bgShp" presStyleIdx="3" presStyleCnt="5"/>
      <dgm:spPr/>
    </dgm:pt>
    <dgm:pt modelId="{5DC35F33-9898-46A3-9FF1-0699A15985F2}" type="pres">
      <dgm:prSet presAssocID="{2A6E12E7-6BB8-439B-8DE1-74EC568F372A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iosk"/>
        </a:ext>
      </dgm:extLst>
    </dgm:pt>
    <dgm:pt modelId="{7A40C480-CF5B-4013-B6BE-60FF4D5E27EA}" type="pres">
      <dgm:prSet presAssocID="{2A6E12E7-6BB8-439B-8DE1-74EC568F372A}" presName="spaceRect" presStyleCnt="0"/>
      <dgm:spPr/>
    </dgm:pt>
    <dgm:pt modelId="{32DBF442-80AB-4AD3-B2D0-FBD2067BBAFD}" type="pres">
      <dgm:prSet presAssocID="{2A6E12E7-6BB8-439B-8DE1-74EC568F372A}" presName="textRect" presStyleLbl="revTx" presStyleIdx="3" presStyleCnt="5">
        <dgm:presLayoutVars>
          <dgm:chMax val="1"/>
          <dgm:chPref val="1"/>
        </dgm:presLayoutVars>
      </dgm:prSet>
      <dgm:spPr/>
    </dgm:pt>
    <dgm:pt modelId="{7F6A44A7-4731-48B1-BE89-55591ED00E8C}" type="pres">
      <dgm:prSet presAssocID="{C764B276-C918-412C-9F01-9ACCFFAB70F6}" presName="sibTrans" presStyleLbl="sibTrans2D1" presStyleIdx="0" presStyleCnt="0"/>
      <dgm:spPr/>
    </dgm:pt>
    <dgm:pt modelId="{87D8BA0E-0D1A-4F5F-AECF-6DA9E76862DC}" type="pres">
      <dgm:prSet presAssocID="{2F78E5CA-B7A4-40FA-811F-E36733CE7280}" presName="compNode" presStyleCnt="0"/>
      <dgm:spPr/>
    </dgm:pt>
    <dgm:pt modelId="{29DFBFB6-661C-4A64-8402-B8B6998A79B5}" type="pres">
      <dgm:prSet presAssocID="{2F78E5CA-B7A4-40FA-811F-E36733CE7280}" presName="iconBgRect" presStyleLbl="bgShp" presStyleIdx="4" presStyleCnt="5"/>
      <dgm:spPr/>
    </dgm:pt>
    <dgm:pt modelId="{2CE7E590-2C3B-4FDE-BDB4-44009D050877}" type="pres">
      <dgm:prSet presAssocID="{2F78E5CA-B7A4-40FA-811F-E36733CE7280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FC42BD02-1879-41BE-81C0-F66EE8AFBCBA}" type="pres">
      <dgm:prSet presAssocID="{2F78E5CA-B7A4-40FA-811F-E36733CE7280}" presName="spaceRect" presStyleCnt="0"/>
      <dgm:spPr/>
    </dgm:pt>
    <dgm:pt modelId="{39332B10-D4CE-40D6-B800-36786C70F23A}" type="pres">
      <dgm:prSet presAssocID="{2F78E5CA-B7A4-40FA-811F-E36733CE7280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8F382C13-011C-47C9-AE3E-7766A3120AFF}" srcId="{6497F123-97CE-44EB-81F9-583E74405D12}" destId="{0C4CABA7-956A-427B-8F40-510FD0B6AF2A}" srcOrd="1" destOrd="0" parTransId="{B63615DA-4A0C-4C5C-A0FD-2D39AA374BF3}" sibTransId="{97AB56EC-D037-4D09-AF16-5765D61D4716}"/>
    <dgm:cxn modelId="{9A086126-5723-47EE-B8D0-62E2F19B6907}" type="presOf" srcId="{808E3C6E-94E0-4C20-8DD8-C36CC6B1FE11}" destId="{9EA6ABA9-67E7-422D-9D88-BF92F7D234B1}" srcOrd="0" destOrd="0" presId="urn:microsoft.com/office/officeart/2018/2/layout/IconCircleList"/>
    <dgm:cxn modelId="{189CB345-D581-4907-8BE6-710AE9CADFAC}" type="presOf" srcId="{97AB56EC-D037-4D09-AF16-5765D61D4716}" destId="{E32C5B00-C3D6-47E6-A051-511FC60509BF}" srcOrd="0" destOrd="0" presId="urn:microsoft.com/office/officeart/2018/2/layout/IconCircleList"/>
    <dgm:cxn modelId="{7D084073-94E4-49D4-9E02-608F8EFF068B}" type="presOf" srcId="{E3455875-1E6B-4D88-816B-58A05258FD01}" destId="{14AFE078-B4CC-494E-AFCD-1562C9D6E41C}" srcOrd="0" destOrd="0" presId="urn:microsoft.com/office/officeart/2018/2/layout/IconCircleList"/>
    <dgm:cxn modelId="{F4AE678C-EA8E-41D0-85C8-952F4B77BE40}" srcId="{6497F123-97CE-44EB-81F9-583E74405D12}" destId="{2A6E12E7-6BB8-439B-8DE1-74EC568F372A}" srcOrd="3" destOrd="0" parTransId="{85230382-D874-491E-8D20-CA5992BBA98B}" sibTransId="{C764B276-C918-412C-9F01-9ACCFFAB70F6}"/>
    <dgm:cxn modelId="{B6893196-AE4A-4062-AB28-40E89CD87E1F}" type="presOf" srcId="{C0E6B345-DF80-4F99-92A0-A71AE9E2D712}" destId="{FDD9ABBA-EE94-40FA-9D8A-7AE41E2D1663}" srcOrd="0" destOrd="0" presId="urn:microsoft.com/office/officeart/2018/2/layout/IconCircleList"/>
    <dgm:cxn modelId="{02FB68A5-A25B-4228-BDF8-3F1F9AF87873}" type="presOf" srcId="{2F78E5CA-B7A4-40FA-811F-E36733CE7280}" destId="{39332B10-D4CE-40D6-B800-36786C70F23A}" srcOrd="0" destOrd="0" presId="urn:microsoft.com/office/officeart/2018/2/layout/IconCircleList"/>
    <dgm:cxn modelId="{715993B6-D201-406C-BF12-B42E1C29152A}" type="presOf" srcId="{6497F123-97CE-44EB-81F9-583E74405D12}" destId="{11AFEE3C-37CB-4A1C-BF03-EB4FBAFBBB33}" srcOrd="0" destOrd="0" presId="urn:microsoft.com/office/officeart/2018/2/layout/IconCircleList"/>
    <dgm:cxn modelId="{A25E28BA-4B05-41FC-A74C-730EF4E75F47}" srcId="{6497F123-97CE-44EB-81F9-583E74405D12}" destId="{BCE7A959-F2FE-4A18-ACAB-B348CF028D3D}" srcOrd="2" destOrd="0" parTransId="{1FD15639-70EA-4CC1-A9CF-E7E48CAAA70E}" sibTransId="{E3455875-1E6B-4D88-816B-58A05258FD01}"/>
    <dgm:cxn modelId="{B699E4BB-8773-4897-B01B-ACD5CA39FF79}" srcId="{6497F123-97CE-44EB-81F9-583E74405D12}" destId="{2F78E5CA-B7A4-40FA-811F-E36733CE7280}" srcOrd="4" destOrd="0" parTransId="{7ABA89E0-7BC6-43BD-BB83-89269B1794E0}" sibTransId="{CC4F2D35-A27B-4C31-9220-FCDCEE96A378}"/>
    <dgm:cxn modelId="{76990DC1-49F4-4D8B-87B7-D31D63B8CB79}" type="presOf" srcId="{2A6E12E7-6BB8-439B-8DE1-74EC568F372A}" destId="{32DBF442-80AB-4AD3-B2D0-FBD2067BBAFD}" srcOrd="0" destOrd="0" presId="urn:microsoft.com/office/officeart/2018/2/layout/IconCircleList"/>
    <dgm:cxn modelId="{199C49C7-5A68-403E-9144-9927F6F4DF89}" type="presOf" srcId="{0C4CABA7-956A-427B-8F40-510FD0B6AF2A}" destId="{AEAE13C0-F80E-44AF-90F5-3ED05E4CC22D}" srcOrd="0" destOrd="0" presId="urn:microsoft.com/office/officeart/2018/2/layout/IconCircleList"/>
    <dgm:cxn modelId="{500EBBCA-1561-40F7-9148-80FD165DCCCC}" type="presOf" srcId="{C764B276-C918-412C-9F01-9ACCFFAB70F6}" destId="{7F6A44A7-4731-48B1-BE89-55591ED00E8C}" srcOrd="0" destOrd="0" presId="urn:microsoft.com/office/officeart/2018/2/layout/IconCircleList"/>
    <dgm:cxn modelId="{4947EFDE-8733-42C6-831D-ACFEC9B25FFA}" type="presOf" srcId="{BCE7A959-F2FE-4A18-ACAB-B348CF028D3D}" destId="{4A12CD24-2D0E-47C5-B04F-D2134BB0CA9F}" srcOrd="0" destOrd="0" presId="urn:microsoft.com/office/officeart/2018/2/layout/IconCircleList"/>
    <dgm:cxn modelId="{0D5AABF5-754B-4DC2-99A4-33A2BB661EA8}" srcId="{6497F123-97CE-44EB-81F9-583E74405D12}" destId="{808E3C6E-94E0-4C20-8DD8-C36CC6B1FE11}" srcOrd="0" destOrd="0" parTransId="{EBC39ACF-628C-4150-9324-04C4CD751DE1}" sibTransId="{C0E6B345-DF80-4F99-92A0-A71AE9E2D712}"/>
    <dgm:cxn modelId="{B55319DE-32C1-48F8-94D1-3289774FBEF4}" type="presParOf" srcId="{11AFEE3C-37CB-4A1C-BF03-EB4FBAFBBB33}" destId="{387BCF4D-A046-4CCA-B630-C4BAF929EB32}" srcOrd="0" destOrd="0" presId="urn:microsoft.com/office/officeart/2018/2/layout/IconCircleList"/>
    <dgm:cxn modelId="{59654628-77DB-4883-991C-11545CC790E3}" type="presParOf" srcId="{387BCF4D-A046-4CCA-B630-C4BAF929EB32}" destId="{4342A1E7-1954-4D44-8B97-760686909F3B}" srcOrd="0" destOrd="0" presId="urn:microsoft.com/office/officeart/2018/2/layout/IconCircleList"/>
    <dgm:cxn modelId="{3B109947-74C6-422F-BC8B-FCB8E38E7F47}" type="presParOf" srcId="{4342A1E7-1954-4D44-8B97-760686909F3B}" destId="{ED5369C2-3EBB-46D6-BF21-BE5917CC8EEE}" srcOrd="0" destOrd="0" presId="urn:microsoft.com/office/officeart/2018/2/layout/IconCircleList"/>
    <dgm:cxn modelId="{A7398DFF-AC2C-4AB0-9C4F-CFD565564948}" type="presParOf" srcId="{4342A1E7-1954-4D44-8B97-760686909F3B}" destId="{F20EE08E-4E0B-4467-9891-F6966B69F30D}" srcOrd="1" destOrd="0" presId="urn:microsoft.com/office/officeart/2018/2/layout/IconCircleList"/>
    <dgm:cxn modelId="{7FF9FAC1-9A1C-45F3-9E00-68EF0730A9AB}" type="presParOf" srcId="{4342A1E7-1954-4D44-8B97-760686909F3B}" destId="{12D5267B-293D-415C-A51F-E1F3753DE63A}" srcOrd="2" destOrd="0" presId="urn:microsoft.com/office/officeart/2018/2/layout/IconCircleList"/>
    <dgm:cxn modelId="{EC56419B-D720-4E25-A5B1-5E294FB72168}" type="presParOf" srcId="{4342A1E7-1954-4D44-8B97-760686909F3B}" destId="{9EA6ABA9-67E7-422D-9D88-BF92F7D234B1}" srcOrd="3" destOrd="0" presId="urn:microsoft.com/office/officeart/2018/2/layout/IconCircleList"/>
    <dgm:cxn modelId="{B94A01D5-8F79-430E-A31D-AF078E26C406}" type="presParOf" srcId="{387BCF4D-A046-4CCA-B630-C4BAF929EB32}" destId="{FDD9ABBA-EE94-40FA-9D8A-7AE41E2D1663}" srcOrd="1" destOrd="0" presId="urn:microsoft.com/office/officeart/2018/2/layout/IconCircleList"/>
    <dgm:cxn modelId="{C0470203-8F26-419C-9C67-E07A6B38A7B2}" type="presParOf" srcId="{387BCF4D-A046-4CCA-B630-C4BAF929EB32}" destId="{875B7A31-9EAB-410B-AEEC-8A1A427658B7}" srcOrd="2" destOrd="0" presId="urn:microsoft.com/office/officeart/2018/2/layout/IconCircleList"/>
    <dgm:cxn modelId="{951A9703-C503-444C-83FF-16D25EF65E6E}" type="presParOf" srcId="{875B7A31-9EAB-410B-AEEC-8A1A427658B7}" destId="{E125D10F-5B40-4A01-9ACB-B6D8F64802CE}" srcOrd="0" destOrd="0" presId="urn:microsoft.com/office/officeart/2018/2/layout/IconCircleList"/>
    <dgm:cxn modelId="{5E510B12-71D9-4FB6-9C44-9B2699679C5A}" type="presParOf" srcId="{875B7A31-9EAB-410B-AEEC-8A1A427658B7}" destId="{3A80C461-378C-4EB8-B62F-C9E53E3186E4}" srcOrd="1" destOrd="0" presId="urn:microsoft.com/office/officeart/2018/2/layout/IconCircleList"/>
    <dgm:cxn modelId="{1E323322-F2C2-4EB9-9DCF-671D737482BC}" type="presParOf" srcId="{875B7A31-9EAB-410B-AEEC-8A1A427658B7}" destId="{4E72CB5D-A9E3-48C0-9E83-05D6A9D1B065}" srcOrd="2" destOrd="0" presId="urn:microsoft.com/office/officeart/2018/2/layout/IconCircleList"/>
    <dgm:cxn modelId="{11620FA1-C984-4A93-81EB-B5033CD0A930}" type="presParOf" srcId="{875B7A31-9EAB-410B-AEEC-8A1A427658B7}" destId="{AEAE13C0-F80E-44AF-90F5-3ED05E4CC22D}" srcOrd="3" destOrd="0" presId="urn:microsoft.com/office/officeart/2018/2/layout/IconCircleList"/>
    <dgm:cxn modelId="{8237DB8D-BC63-44C8-BE34-6716491E0A21}" type="presParOf" srcId="{387BCF4D-A046-4CCA-B630-C4BAF929EB32}" destId="{E32C5B00-C3D6-47E6-A051-511FC60509BF}" srcOrd="3" destOrd="0" presId="urn:microsoft.com/office/officeart/2018/2/layout/IconCircleList"/>
    <dgm:cxn modelId="{6CEF3A0C-FB99-4D6D-8DDB-12BE549C009D}" type="presParOf" srcId="{387BCF4D-A046-4CCA-B630-C4BAF929EB32}" destId="{233648BD-B497-4BE6-8D86-E4E500FB057D}" srcOrd="4" destOrd="0" presId="urn:microsoft.com/office/officeart/2018/2/layout/IconCircleList"/>
    <dgm:cxn modelId="{1CCDF052-04F5-44FF-89B2-EBCAE297B427}" type="presParOf" srcId="{233648BD-B497-4BE6-8D86-E4E500FB057D}" destId="{A7726FA5-25FC-44AB-BB75-CC8AA1D5FC11}" srcOrd="0" destOrd="0" presId="urn:microsoft.com/office/officeart/2018/2/layout/IconCircleList"/>
    <dgm:cxn modelId="{3D2BE0F3-5D8F-4985-8A14-90DF8FA9F0AB}" type="presParOf" srcId="{233648BD-B497-4BE6-8D86-E4E500FB057D}" destId="{7BFB58F8-D944-46FA-BAAC-0CB8128388CF}" srcOrd="1" destOrd="0" presId="urn:microsoft.com/office/officeart/2018/2/layout/IconCircleList"/>
    <dgm:cxn modelId="{DE9E7543-8D5C-4F92-8C75-BD7C486F2360}" type="presParOf" srcId="{233648BD-B497-4BE6-8D86-E4E500FB057D}" destId="{A69A55DA-DFEF-47B8-B35E-F72F5B8DD9FB}" srcOrd="2" destOrd="0" presId="urn:microsoft.com/office/officeart/2018/2/layout/IconCircleList"/>
    <dgm:cxn modelId="{DB6EED57-01C5-42E8-8B6D-9B59510600A0}" type="presParOf" srcId="{233648BD-B497-4BE6-8D86-E4E500FB057D}" destId="{4A12CD24-2D0E-47C5-B04F-D2134BB0CA9F}" srcOrd="3" destOrd="0" presId="urn:microsoft.com/office/officeart/2018/2/layout/IconCircleList"/>
    <dgm:cxn modelId="{20DC5017-507A-4A40-9D68-7E51FA9E32CB}" type="presParOf" srcId="{387BCF4D-A046-4CCA-B630-C4BAF929EB32}" destId="{14AFE078-B4CC-494E-AFCD-1562C9D6E41C}" srcOrd="5" destOrd="0" presId="urn:microsoft.com/office/officeart/2018/2/layout/IconCircleList"/>
    <dgm:cxn modelId="{94F12AB8-68FF-422A-AAEE-0F85118649E3}" type="presParOf" srcId="{387BCF4D-A046-4CCA-B630-C4BAF929EB32}" destId="{DCE96293-08CC-43EA-8920-2EDC73F87C0C}" srcOrd="6" destOrd="0" presId="urn:microsoft.com/office/officeart/2018/2/layout/IconCircleList"/>
    <dgm:cxn modelId="{E7992C6A-F61B-42CB-8060-DA2FDB59ABDA}" type="presParOf" srcId="{DCE96293-08CC-43EA-8920-2EDC73F87C0C}" destId="{25FA0C66-5DBB-401D-BD9D-2F76225F6152}" srcOrd="0" destOrd="0" presId="urn:microsoft.com/office/officeart/2018/2/layout/IconCircleList"/>
    <dgm:cxn modelId="{A006B564-C1F5-4378-BCEE-3BBD80B8FAE0}" type="presParOf" srcId="{DCE96293-08CC-43EA-8920-2EDC73F87C0C}" destId="{5DC35F33-9898-46A3-9FF1-0699A15985F2}" srcOrd="1" destOrd="0" presId="urn:microsoft.com/office/officeart/2018/2/layout/IconCircleList"/>
    <dgm:cxn modelId="{956B3CC2-5EC6-4049-81E2-F3A363C11E32}" type="presParOf" srcId="{DCE96293-08CC-43EA-8920-2EDC73F87C0C}" destId="{7A40C480-CF5B-4013-B6BE-60FF4D5E27EA}" srcOrd="2" destOrd="0" presId="urn:microsoft.com/office/officeart/2018/2/layout/IconCircleList"/>
    <dgm:cxn modelId="{8ED6BB97-6259-44E8-B37B-300D9983AC46}" type="presParOf" srcId="{DCE96293-08CC-43EA-8920-2EDC73F87C0C}" destId="{32DBF442-80AB-4AD3-B2D0-FBD2067BBAFD}" srcOrd="3" destOrd="0" presId="urn:microsoft.com/office/officeart/2018/2/layout/IconCircleList"/>
    <dgm:cxn modelId="{4A138BA9-6D27-4B6A-884C-E6FC9AAF3723}" type="presParOf" srcId="{387BCF4D-A046-4CCA-B630-C4BAF929EB32}" destId="{7F6A44A7-4731-48B1-BE89-55591ED00E8C}" srcOrd="7" destOrd="0" presId="urn:microsoft.com/office/officeart/2018/2/layout/IconCircleList"/>
    <dgm:cxn modelId="{65366DA0-8BED-4B42-9194-26D5F5BB492D}" type="presParOf" srcId="{387BCF4D-A046-4CCA-B630-C4BAF929EB32}" destId="{87D8BA0E-0D1A-4F5F-AECF-6DA9E76862DC}" srcOrd="8" destOrd="0" presId="urn:microsoft.com/office/officeart/2018/2/layout/IconCircleList"/>
    <dgm:cxn modelId="{5EB533F6-998A-472E-B407-8CCCE5849134}" type="presParOf" srcId="{87D8BA0E-0D1A-4F5F-AECF-6DA9E76862DC}" destId="{29DFBFB6-661C-4A64-8402-B8B6998A79B5}" srcOrd="0" destOrd="0" presId="urn:microsoft.com/office/officeart/2018/2/layout/IconCircleList"/>
    <dgm:cxn modelId="{8B0C7CD9-8FC8-4DC3-9ACC-518807CA512A}" type="presParOf" srcId="{87D8BA0E-0D1A-4F5F-AECF-6DA9E76862DC}" destId="{2CE7E590-2C3B-4FDE-BDB4-44009D050877}" srcOrd="1" destOrd="0" presId="urn:microsoft.com/office/officeart/2018/2/layout/IconCircleList"/>
    <dgm:cxn modelId="{B4E264F9-8425-4E2F-8766-44EC7B42C963}" type="presParOf" srcId="{87D8BA0E-0D1A-4F5F-AECF-6DA9E76862DC}" destId="{FC42BD02-1879-41BE-81C0-F66EE8AFBCBA}" srcOrd="2" destOrd="0" presId="urn:microsoft.com/office/officeart/2018/2/layout/IconCircleList"/>
    <dgm:cxn modelId="{563146B1-6B93-4B29-9EE8-0E94AEB0D925}" type="presParOf" srcId="{87D8BA0E-0D1A-4F5F-AECF-6DA9E76862DC}" destId="{39332B10-D4CE-40D6-B800-36786C70F23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A3653F3E-0037-4AFD-8302-DEECDCE442C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1712E9E-6DED-4F6A-9025-33B306FDAA3A}">
      <dgm:prSet/>
      <dgm:spPr/>
      <dgm:t>
        <a:bodyPr/>
        <a:lstStyle/>
        <a:p>
          <a:r>
            <a:rPr lang="en-US"/>
            <a:t>Retrieval quality depends on embeddings.</a:t>
          </a:r>
        </a:p>
      </dgm:t>
    </dgm:pt>
    <dgm:pt modelId="{0BD9ABF1-5FF8-4464-A49E-C371F1675DF3}" type="parTrans" cxnId="{3D96E96F-AABA-4FFD-B37E-D9F6AB5B79A9}">
      <dgm:prSet/>
      <dgm:spPr/>
      <dgm:t>
        <a:bodyPr/>
        <a:lstStyle/>
        <a:p>
          <a:endParaRPr lang="en-US"/>
        </a:p>
      </dgm:t>
    </dgm:pt>
    <dgm:pt modelId="{8B4D6D47-B47A-468D-8A29-349E770A6898}" type="sibTrans" cxnId="{3D96E96F-AABA-4FFD-B37E-D9F6AB5B79A9}">
      <dgm:prSet/>
      <dgm:spPr/>
      <dgm:t>
        <a:bodyPr/>
        <a:lstStyle/>
        <a:p>
          <a:endParaRPr lang="en-US"/>
        </a:p>
      </dgm:t>
    </dgm:pt>
    <dgm:pt modelId="{90EF899F-976D-44EA-A820-8443550FC74F}">
      <dgm:prSet/>
      <dgm:spPr/>
      <dgm:t>
        <a:bodyPr/>
        <a:lstStyle/>
        <a:p>
          <a:r>
            <a:rPr lang="en-US"/>
            <a:t>Chunk size trade‑off: too big → noise, too small → loss of context.</a:t>
          </a:r>
        </a:p>
      </dgm:t>
    </dgm:pt>
    <dgm:pt modelId="{BC7EC6D6-31DB-46D3-ABDB-DC5307F4B1C7}" type="parTrans" cxnId="{7CC2CD27-AD1B-4368-A262-71BE16BC86ED}">
      <dgm:prSet/>
      <dgm:spPr/>
      <dgm:t>
        <a:bodyPr/>
        <a:lstStyle/>
        <a:p>
          <a:endParaRPr lang="en-US"/>
        </a:p>
      </dgm:t>
    </dgm:pt>
    <dgm:pt modelId="{85A51A37-9242-43F1-914A-8117F6A84ED1}" type="sibTrans" cxnId="{7CC2CD27-AD1B-4368-A262-71BE16BC86ED}">
      <dgm:prSet/>
      <dgm:spPr/>
      <dgm:t>
        <a:bodyPr/>
        <a:lstStyle/>
        <a:p>
          <a:endParaRPr lang="en-US"/>
        </a:p>
      </dgm:t>
    </dgm:pt>
    <dgm:pt modelId="{DF43A40D-FAD0-4D50-AC2C-4EC5982B658D}">
      <dgm:prSet/>
      <dgm:spPr/>
      <dgm:t>
        <a:bodyPr/>
        <a:lstStyle/>
        <a:p>
          <a:r>
            <a:rPr lang="en-US"/>
            <a:t>Retrieval errors → wrong or incomplete answers.</a:t>
          </a:r>
        </a:p>
      </dgm:t>
    </dgm:pt>
    <dgm:pt modelId="{F9ABEECF-A169-40E3-850C-87613B81D5E8}" type="parTrans" cxnId="{646588E4-C3FF-46F0-BAE9-C69164798C74}">
      <dgm:prSet/>
      <dgm:spPr/>
      <dgm:t>
        <a:bodyPr/>
        <a:lstStyle/>
        <a:p>
          <a:endParaRPr lang="en-US"/>
        </a:p>
      </dgm:t>
    </dgm:pt>
    <dgm:pt modelId="{0D87895A-016C-45A6-B1D1-882546CC1964}" type="sibTrans" cxnId="{646588E4-C3FF-46F0-BAE9-C69164798C74}">
      <dgm:prSet/>
      <dgm:spPr/>
      <dgm:t>
        <a:bodyPr/>
        <a:lstStyle/>
        <a:p>
          <a:endParaRPr lang="en-US"/>
        </a:p>
      </dgm:t>
    </dgm:pt>
    <dgm:pt modelId="{89E9BC8C-9DE1-4318-A075-4517B00E6B28}">
      <dgm:prSet/>
      <dgm:spPr/>
      <dgm:t>
        <a:bodyPr/>
        <a:lstStyle/>
        <a:p>
          <a:r>
            <a:rPr lang="en-US"/>
            <a:t>Latency added due to retrieval.</a:t>
          </a:r>
        </a:p>
      </dgm:t>
    </dgm:pt>
    <dgm:pt modelId="{6761C222-964D-436E-8422-97D2A00EA236}" type="parTrans" cxnId="{448C7733-89E5-458E-866B-F4E5A1A3BEE5}">
      <dgm:prSet/>
      <dgm:spPr/>
      <dgm:t>
        <a:bodyPr/>
        <a:lstStyle/>
        <a:p>
          <a:endParaRPr lang="en-US"/>
        </a:p>
      </dgm:t>
    </dgm:pt>
    <dgm:pt modelId="{4364ACB4-F830-4B72-ACF9-69DFB9F8906B}" type="sibTrans" cxnId="{448C7733-89E5-458E-866B-F4E5A1A3BEE5}">
      <dgm:prSet/>
      <dgm:spPr/>
      <dgm:t>
        <a:bodyPr/>
        <a:lstStyle/>
        <a:p>
          <a:endParaRPr lang="en-US"/>
        </a:p>
      </dgm:t>
    </dgm:pt>
    <dgm:pt modelId="{0080D9EA-8AF7-426E-A889-DDAE4C164533}" type="pres">
      <dgm:prSet presAssocID="{A3653F3E-0037-4AFD-8302-DEECDCE442C0}" presName="linear" presStyleCnt="0">
        <dgm:presLayoutVars>
          <dgm:animLvl val="lvl"/>
          <dgm:resizeHandles val="exact"/>
        </dgm:presLayoutVars>
      </dgm:prSet>
      <dgm:spPr/>
    </dgm:pt>
    <dgm:pt modelId="{AC48B8E2-8079-428A-BEC5-F33A43501721}" type="pres">
      <dgm:prSet presAssocID="{31712E9E-6DED-4F6A-9025-33B306FDAA3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7EA6616-F59C-4179-A7A5-F8E2FB5F24D5}" type="pres">
      <dgm:prSet presAssocID="{8B4D6D47-B47A-468D-8A29-349E770A6898}" presName="spacer" presStyleCnt="0"/>
      <dgm:spPr/>
    </dgm:pt>
    <dgm:pt modelId="{BED2FC84-9594-4B07-9981-B3E225C97858}" type="pres">
      <dgm:prSet presAssocID="{90EF899F-976D-44EA-A820-8443550FC74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90F05C6-195D-4E88-AE06-409FBE810A46}" type="pres">
      <dgm:prSet presAssocID="{85A51A37-9242-43F1-914A-8117F6A84ED1}" presName="spacer" presStyleCnt="0"/>
      <dgm:spPr/>
    </dgm:pt>
    <dgm:pt modelId="{8F214B7D-F290-4792-A415-59976F2C0FD4}" type="pres">
      <dgm:prSet presAssocID="{DF43A40D-FAD0-4D50-AC2C-4EC5982B658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F03D8F3-9CDE-4FE5-BA04-FABBB6AB7AD9}" type="pres">
      <dgm:prSet presAssocID="{0D87895A-016C-45A6-B1D1-882546CC1964}" presName="spacer" presStyleCnt="0"/>
      <dgm:spPr/>
    </dgm:pt>
    <dgm:pt modelId="{D6EE9685-3D4B-489A-9025-45FB6B67A2F2}" type="pres">
      <dgm:prSet presAssocID="{89E9BC8C-9DE1-4318-A075-4517B00E6B2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CC2CD27-AD1B-4368-A262-71BE16BC86ED}" srcId="{A3653F3E-0037-4AFD-8302-DEECDCE442C0}" destId="{90EF899F-976D-44EA-A820-8443550FC74F}" srcOrd="1" destOrd="0" parTransId="{BC7EC6D6-31DB-46D3-ABDB-DC5307F4B1C7}" sibTransId="{85A51A37-9242-43F1-914A-8117F6A84ED1}"/>
    <dgm:cxn modelId="{BE7AA528-91E0-4B2A-86E6-97B7F63AE5CE}" type="presOf" srcId="{A3653F3E-0037-4AFD-8302-DEECDCE442C0}" destId="{0080D9EA-8AF7-426E-A889-DDAE4C164533}" srcOrd="0" destOrd="0" presId="urn:microsoft.com/office/officeart/2005/8/layout/vList2"/>
    <dgm:cxn modelId="{448C7733-89E5-458E-866B-F4E5A1A3BEE5}" srcId="{A3653F3E-0037-4AFD-8302-DEECDCE442C0}" destId="{89E9BC8C-9DE1-4318-A075-4517B00E6B28}" srcOrd="3" destOrd="0" parTransId="{6761C222-964D-436E-8422-97D2A00EA236}" sibTransId="{4364ACB4-F830-4B72-ACF9-69DFB9F8906B}"/>
    <dgm:cxn modelId="{E7F7EF5C-8565-447C-A6BC-F8B3D971248D}" type="presOf" srcId="{31712E9E-6DED-4F6A-9025-33B306FDAA3A}" destId="{AC48B8E2-8079-428A-BEC5-F33A43501721}" srcOrd="0" destOrd="0" presId="urn:microsoft.com/office/officeart/2005/8/layout/vList2"/>
    <dgm:cxn modelId="{3D96E96F-AABA-4FFD-B37E-D9F6AB5B79A9}" srcId="{A3653F3E-0037-4AFD-8302-DEECDCE442C0}" destId="{31712E9E-6DED-4F6A-9025-33B306FDAA3A}" srcOrd="0" destOrd="0" parTransId="{0BD9ABF1-5FF8-4464-A49E-C371F1675DF3}" sibTransId="{8B4D6D47-B47A-468D-8A29-349E770A6898}"/>
    <dgm:cxn modelId="{6D61CE79-8C17-4077-A3B2-F59B57FD6466}" type="presOf" srcId="{89E9BC8C-9DE1-4318-A075-4517B00E6B28}" destId="{D6EE9685-3D4B-489A-9025-45FB6B67A2F2}" srcOrd="0" destOrd="0" presId="urn:microsoft.com/office/officeart/2005/8/layout/vList2"/>
    <dgm:cxn modelId="{53FF9A9C-469A-4777-AACF-4DCE8BB09C9E}" type="presOf" srcId="{90EF899F-976D-44EA-A820-8443550FC74F}" destId="{BED2FC84-9594-4B07-9981-B3E225C97858}" srcOrd="0" destOrd="0" presId="urn:microsoft.com/office/officeart/2005/8/layout/vList2"/>
    <dgm:cxn modelId="{646588E4-C3FF-46F0-BAE9-C69164798C74}" srcId="{A3653F3E-0037-4AFD-8302-DEECDCE442C0}" destId="{DF43A40D-FAD0-4D50-AC2C-4EC5982B658D}" srcOrd="2" destOrd="0" parTransId="{F9ABEECF-A169-40E3-850C-87613B81D5E8}" sibTransId="{0D87895A-016C-45A6-B1D1-882546CC1964}"/>
    <dgm:cxn modelId="{163F8DF8-E0F6-4A5C-943E-9A820F0F35D4}" type="presOf" srcId="{DF43A40D-FAD0-4D50-AC2C-4EC5982B658D}" destId="{8F214B7D-F290-4792-A415-59976F2C0FD4}" srcOrd="0" destOrd="0" presId="urn:microsoft.com/office/officeart/2005/8/layout/vList2"/>
    <dgm:cxn modelId="{9E8EA7F7-9E9D-45FA-9FB5-22E0177C8D58}" type="presParOf" srcId="{0080D9EA-8AF7-426E-A889-DDAE4C164533}" destId="{AC48B8E2-8079-428A-BEC5-F33A43501721}" srcOrd="0" destOrd="0" presId="urn:microsoft.com/office/officeart/2005/8/layout/vList2"/>
    <dgm:cxn modelId="{D7632DB4-FDC7-458B-B216-B6E48158ECC5}" type="presParOf" srcId="{0080D9EA-8AF7-426E-A889-DDAE4C164533}" destId="{57EA6616-F59C-4179-A7A5-F8E2FB5F24D5}" srcOrd="1" destOrd="0" presId="urn:microsoft.com/office/officeart/2005/8/layout/vList2"/>
    <dgm:cxn modelId="{BCD58A6B-13D5-472F-A546-4C7FEDB5521F}" type="presParOf" srcId="{0080D9EA-8AF7-426E-A889-DDAE4C164533}" destId="{BED2FC84-9594-4B07-9981-B3E225C97858}" srcOrd="2" destOrd="0" presId="urn:microsoft.com/office/officeart/2005/8/layout/vList2"/>
    <dgm:cxn modelId="{D48FCCEF-AC6D-4991-AD85-9865A837C374}" type="presParOf" srcId="{0080D9EA-8AF7-426E-A889-DDAE4C164533}" destId="{590F05C6-195D-4E88-AE06-409FBE810A46}" srcOrd="3" destOrd="0" presId="urn:microsoft.com/office/officeart/2005/8/layout/vList2"/>
    <dgm:cxn modelId="{9FD712C9-DA95-4750-9B2A-610C613A7001}" type="presParOf" srcId="{0080D9EA-8AF7-426E-A889-DDAE4C164533}" destId="{8F214B7D-F290-4792-A415-59976F2C0FD4}" srcOrd="4" destOrd="0" presId="urn:microsoft.com/office/officeart/2005/8/layout/vList2"/>
    <dgm:cxn modelId="{AD137CF3-C674-4A5C-84FB-1D6C793B2374}" type="presParOf" srcId="{0080D9EA-8AF7-426E-A889-DDAE4C164533}" destId="{0F03D8F3-9CDE-4FE5-BA04-FABBB6AB7AD9}" srcOrd="5" destOrd="0" presId="urn:microsoft.com/office/officeart/2005/8/layout/vList2"/>
    <dgm:cxn modelId="{807A637C-86C0-489F-8580-25A13EB4126D}" type="presParOf" srcId="{0080D9EA-8AF7-426E-A889-DDAE4C164533}" destId="{D6EE9685-3D4B-489A-9025-45FB6B67A2F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30F68E26-F02B-4B1E-9854-D0B1EAC1A087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0AA68AD-976F-422D-A835-0A05C1225CB6}">
      <dgm:prSet/>
      <dgm:spPr/>
      <dgm:t>
        <a:bodyPr/>
        <a:lstStyle/>
        <a:p>
          <a:r>
            <a:rPr lang="en-US"/>
            <a:t>Use </a:t>
          </a:r>
          <a:r>
            <a:rPr lang="en-US" b="1"/>
            <a:t>clean, structured documents</a:t>
          </a:r>
          <a:r>
            <a:rPr lang="en-US"/>
            <a:t>.</a:t>
          </a:r>
        </a:p>
      </dgm:t>
    </dgm:pt>
    <dgm:pt modelId="{97A17698-A22B-42B1-AD46-3F4994CB7D05}" type="parTrans" cxnId="{CF85FD26-D4CC-461E-BC08-F48580F193A8}">
      <dgm:prSet/>
      <dgm:spPr/>
      <dgm:t>
        <a:bodyPr/>
        <a:lstStyle/>
        <a:p>
          <a:endParaRPr lang="en-US"/>
        </a:p>
      </dgm:t>
    </dgm:pt>
    <dgm:pt modelId="{2AEBF4F6-74BC-4AC5-8CDB-D3804774767F}" type="sibTrans" cxnId="{CF85FD26-D4CC-461E-BC08-F48580F193A8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42E6288B-90E7-410E-AFD9-4CA0422AF3F1}">
      <dgm:prSet/>
      <dgm:spPr/>
      <dgm:t>
        <a:bodyPr/>
        <a:lstStyle/>
        <a:p>
          <a:r>
            <a:rPr lang="en-US"/>
            <a:t>Choose </a:t>
          </a:r>
          <a:r>
            <a:rPr lang="en-US" b="1"/>
            <a:t>chunk size</a:t>
          </a:r>
          <a:r>
            <a:rPr lang="en-US"/>
            <a:t> carefully (200–500 tokens typical).</a:t>
          </a:r>
        </a:p>
      </dgm:t>
    </dgm:pt>
    <dgm:pt modelId="{8C4E26DD-C780-4DFD-9570-6BEA6A9F9AEB}" type="parTrans" cxnId="{5A132B89-DE5C-4D2B-8EBF-E9E5F1B248AB}">
      <dgm:prSet/>
      <dgm:spPr/>
      <dgm:t>
        <a:bodyPr/>
        <a:lstStyle/>
        <a:p>
          <a:endParaRPr lang="en-US"/>
        </a:p>
      </dgm:t>
    </dgm:pt>
    <dgm:pt modelId="{609B4DE4-FA55-4170-B765-21E82EB4B023}" type="sibTrans" cxnId="{5A132B89-DE5C-4D2B-8EBF-E9E5F1B248AB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95D5AC77-2107-4F8A-89B4-85A43CF78F03}">
      <dgm:prSet/>
      <dgm:spPr/>
      <dgm:t>
        <a:bodyPr/>
        <a:lstStyle/>
        <a:p>
          <a:r>
            <a:rPr lang="en-US"/>
            <a:t>Evaluate with </a:t>
          </a:r>
          <a:r>
            <a:rPr lang="en-US" b="1"/>
            <a:t>grounding checks</a:t>
          </a:r>
          <a:r>
            <a:rPr lang="en-US"/>
            <a:t> and </a:t>
          </a:r>
          <a:r>
            <a:rPr lang="en-US" b="1"/>
            <a:t>citations</a:t>
          </a:r>
          <a:r>
            <a:rPr lang="en-US"/>
            <a:t>.</a:t>
          </a:r>
        </a:p>
      </dgm:t>
    </dgm:pt>
    <dgm:pt modelId="{E07D8FA4-D6B5-48FD-A130-EBBE38E942FA}" type="parTrans" cxnId="{616D182D-E733-4EB8-9142-87594A9F9D6E}">
      <dgm:prSet/>
      <dgm:spPr/>
      <dgm:t>
        <a:bodyPr/>
        <a:lstStyle/>
        <a:p>
          <a:endParaRPr lang="en-US"/>
        </a:p>
      </dgm:t>
    </dgm:pt>
    <dgm:pt modelId="{BD29CE1C-91CE-46B7-90B2-2DC4E1564B09}" type="sibTrans" cxnId="{616D182D-E733-4EB8-9142-87594A9F9D6E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A849CE32-5A3B-488E-BC1E-9B7738BC96EC}">
      <dgm:prSet/>
      <dgm:spPr/>
      <dgm:t>
        <a:bodyPr/>
        <a:lstStyle/>
        <a:p>
          <a:r>
            <a:rPr lang="en-US"/>
            <a:t>Combine long‑term (vector DB) with short‑term (local memory) for best results.</a:t>
          </a:r>
        </a:p>
      </dgm:t>
    </dgm:pt>
    <dgm:pt modelId="{24732B3C-65FC-4422-B66A-18F5E617EAA7}" type="parTrans" cxnId="{9D7ECD5E-5706-419E-BA75-CD391D27365C}">
      <dgm:prSet/>
      <dgm:spPr/>
      <dgm:t>
        <a:bodyPr/>
        <a:lstStyle/>
        <a:p>
          <a:endParaRPr lang="en-US"/>
        </a:p>
      </dgm:t>
    </dgm:pt>
    <dgm:pt modelId="{2753B5AC-2517-457A-89DF-DA410B4D7225}" type="sibTrans" cxnId="{9D7ECD5E-5706-419E-BA75-CD391D27365C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23CCB869-D3BC-4B32-B4A9-66AF64FD050B}" type="pres">
      <dgm:prSet presAssocID="{30F68E26-F02B-4B1E-9854-D0B1EAC1A087}" presName="Name0" presStyleCnt="0">
        <dgm:presLayoutVars>
          <dgm:animLvl val="lvl"/>
          <dgm:resizeHandles val="exact"/>
        </dgm:presLayoutVars>
      </dgm:prSet>
      <dgm:spPr/>
    </dgm:pt>
    <dgm:pt modelId="{DBDF3408-8CD5-4ABA-B2F0-2329276B331D}" type="pres">
      <dgm:prSet presAssocID="{30AA68AD-976F-422D-A835-0A05C1225CB6}" presName="compositeNode" presStyleCnt="0">
        <dgm:presLayoutVars>
          <dgm:bulletEnabled val="1"/>
        </dgm:presLayoutVars>
      </dgm:prSet>
      <dgm:spPr/>
    </dgm:pt>
    <dgm:pt modelId="{72C42D11-7A32-4DA5-AD36-30A21011628D}" type="pres">
      <dgm:prSet presAssocID="{30AA68AD-976F-422D-A835-0A05C1225CB6}" presName="bgRect" presStyleLbl="bgAccFollowNode1" presStyleIdx="0" presStyleCnt="4"/>
      <dgm:spPr/>
    </dgm:pt>
    <dgm:pt modelId="{71082659-7AB5-44CC-8482-C547488B367A}" type="pres">
      <dgm:prSet presAssocID="{2AEBF4F6-74BC-4AC5-8CDB-D3804774767F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E2BCFF19-3933-454D-BBC1-F920401945BE}" type="pres">
      <dgm:prSet presAssocID="{30AA68AD-976F-422D-A835-0A05C1225CB6}" presName="bottomLine" presStyleLbl="alignNode1" presStyleIdx="1" presStyleCnt="8">
        <dgm:presLayoutVars/>
      </dgm:prSet>
      <dgm:spPr/>
    </dgm:pt>
    <dgm:pt modelId="{C27E72CA-BB3F-4DFE-93C7-C99870591868}" type="pres">
      <dgm:prSet presAssocID="{30AA68AD-976F-422D-A835-0A05C1225CB6}" presName="nodeText" presStyleLbl="bgAccFollowNode1" presStyleIdx="0" presStyleCnt="4">
        <dgm:presLayoutVars>
          <dgm:bulletEnabled val="1"/>
        </dgm:presLayoutVars>
      </dgm:prSet>
      <dgm:spPr/>
    </dgm:pt>
    <dgm:pt modelId="{A7AE470B-0B6C-4AE6-A96B-D0161A6BFC5F}" type="pres">
      <dgm:prSet presAssocID="{2AEBF4F6-74BC-4AC5-8CDB-D3804774767F}" presName="sibTrans" presStyleCnt="0"/>
      <dgm:spPr/>
    </dgm:pt>
    <dgm:pt modelId="{AADE1DC4-5485-438E-ABED-715990A3C23E}" type="pres">
      <dgm:prSet presAssocID="{42E6288B-90E7-410E-AFD9-4CA0422AF3F1}" presName="compositeNode" presStyleCnt="0">
        <dgm:presLayoutVars>
          <dgm:bulletEnabled val="1"/>
        </dgm:presLayoutVars>
      </dgm:prSet>
      <dgm:spPr/>
    </dgm:pt>
    <dgm:pt modelId="{D73DABE9-0121-42F2-BADC-A95EF362A497}" type="pres">
      <dgm:prSet presAssocID="{42E6288B-90E7-410E-AFD9-4CA0422AF3F1}" presName="bgRect" presStyleLbl="bgAccFollowNode1" presStyleIdx="1" presStyleCnt="4"/>
      <dgm:spPr/>
    </dgm:pt>
    <dgm:pt modelId="{CF1E9B6F-D615-46D4-9CB6-AD75CDA85765}" type="pres">
      <dgm:prSet presAssocID="{609B4DE4-FA55-4170-B765-21E82EB4B023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8EF68070-C37E-4958-81BE-A2F4AC4690A8}" type="pres">
      <dgm:prSet presAssocID="{42E6288B-90E7-410E-AFD9-4CA0422AF3F1}" presName="bottomLine" presStyleLbl="alignNode1" presStyleIdx="3" presStyleCnt="8">
        <dgm:presLayoutVars/>
      </dgm:prSet>
      <dgm:spPr/>
    </dgm:pt>
    <dgm:pt modelId="{7DF3DE67-D32F-4C4B-9AB1-B32E2E84AEC2}" type="pres">
      <dgm:prSet presAssocID="{42E6288B-90E7-410E-AFD9-4CA0422AF3F1}" presName="nodeText" presStyleLbl="bgAccFollowNode1" presStyleIdx="1" presStyleCnt="4">
        <dgm:presLayoutVars>
          <dgm:bulletEnabled val="1"/>
        </dgm:presLayoutVars>
      </dgm:prSet>
      <dgm:spPr/>
    </dgm:pt>
    <dgm:pt modelId="{81BE542F-1141-44FC-AF3A-6AE30163B71E}" type="pres">
      <dgm:prSet presAssocID="{609B4DE4-FA55-4170-B765-21E82EB4B023}" presName="sibTrans" presStyleCnt="0"/>
      <dgm:spPr/>
    </dgm:pt>
    <dgm:pt modelId="{D58D50ED-ED50-48D7-9E8B-B89F1D77B9EE}" type="pres">
      <dgm:prSet presAssocID="{95D5AC77-2107-4F8A-89B4-85A43CF78F03}" presName="compositeNode" presStyleCnt="0">
        <dgm:presLayoutVars>
          <dgm:bulletEnabled val="1"/>
        </dgm:presLayoutVars>
      </dgm:prSet>
      <dgm:spPr/>
    </dgm:pt>
    <dgm:pt modelId="{DCDB177A-E10E-4A4B-ADD7-51983410C3BD}" type="pres">
      <dgm:prSet presAssocID="{95D5AC77-2107-4F8A-89B4-85A43CF78F03}" presName="bgRect" presStyleLbl="bgAccFollowNode1" presStyleIdx="2" presStyleCnt="4"/>
      <dgm:spPr/>
    </dgm:pt>
    <dgm:pt modelId="{EEECE50C-B2C2-4FFC-A562-D4D862C88F06}" type="pres">
      <dgm:prSet presAssocID="{BD29CE1C-91CE-46B7-90B2-2DC4E1564B09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C2F75472-BF96-40FB-A57C-DFE23FBFCB9E}" type="pres">
      <dgm:prSet presAssocID="{95D5AC77-2107-4F8A-89B4-85A43CF78F03}" presName="bottomLine" presStyleLbl="alignNode1" presStyleIdx="5" presStyleCnt="8">
        <dgm:presLayoutVars/>
      </dgm:prSet>
      <dgm:spPr/>
    </dgm:pt>
    <dgm:pt modelId="{FCC8E4D2-F227-4F3A-B26C-2E9A2F760B81}" type="pres">
      <dgm:prSet presAssocID="{95D5AC77-2107-4F8A-89B4-85A43CF78F03}" presName="nodeText" presStyleLbl="bgAccFollowNode1" presStyleIdx="2" presStyleCnt="4">
        <dgm:presLayoutVars>
          <dgm:bulletEnabled val="1"/>
        </dgm:presLayoutVars>
      </dgm:prSet>
      <dgm:spPr/>
    </dgm:pt>
    <dgm:pt modelId="{6CD5206D-36C6-495C-A574-2B029F4A0C74}" type="pres">
      <dgm:prSet presAssocID="{BD29CE1C-91CE-46B7-90B2-2DC4E1564B09}" presName="sibTrans" presStyleCnt="0"/>
      <dgm:spPr/>
    </dgm:pt>
    <dgm:pt modelId="{062D6CB0-3FF8-443C-A743-4ABC909E59F0}" type="pres">
      <dgm:prSet presAssocID="{A849CE32-5A3B-488E-BC1E-9B7738BC96EC}" presName="compositeNode" presStyleCnt="0">
        <dgm:presLayoutVars>
          <dgm:bulletEnabled val="1"/>
        </dgm:presLayoutVars>
      </dgm:prSet>
      <dgm:spPr/>
    </dgm:pt>
    <dgm:pt modelId="{D34E0B18-EF8C-4C7F-A382-C1EC9C183865}" type="pres">
      <dgm:prSet presAssocID="{A849CE32-5A3B-488E-BC1E-9B7738BC96EC}" presName="bgRect" presStyleLbl="bgAccFollowNode1" presStyleIdx="3" presStyleCnt="4"/>
      <dgm:spPr/>
    </dgm:pt>
    <dgm:pt modelId="{994AD802-5299-4D46-A0D4-76392CC7CB54}" type="pres">
      <dgm:prSet presAssocID="{2753B5AC-2517-457A-89DF-DA410B4D7225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FF7F4BEC-FFFF-40B4-B612-B8C58411647C}" type="pres">
      <dgm:prSet presAssocID="{A849CE32-5A3B-488E-BC1E-9B7738BC96EC}" presName="bottomLine" presStyleLbl="alignNode1" presStyleIdx="7" presStyleCnt="8">
        <dgm:presLayoutVars/>
      </dgm:prSet>
      <dgm:spPr/>
    </dgm:pt>
    <dgm:pt modelId="{D5744644-67CC-43AE-9FE0-3B5A7E794C4F}" type="pres">
      <dgm:prSet presAssocID="{A849CE32-5A3B-488E-BC1E-9B7738BC96EC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F2B25C00-FD03-4A6D-8CA9-69CD38DE40DA}" type="presOf" srcId="{2753B5AC-2517-457A-89DF-DA410B4D7225}" destId="{994AD802-5299-4D46-A0D4-76392CC7CB54}" srcOrd="0" destOrd="0" presId="urn:microsoft.com/office/officeart/2016/7/layout/BasicLinearProcessNumbered"/>
    <dgm:cxn modelId="{B36DF424-9A7B-4A45-A7C9-2353DF0BE2EF}" type="presOf" srcId="{30F68E26-F02B-4B1E-9854-D0B1EAC1A087}" destId="{23CCB869-D3BC-4B32-B4A9-66AF64FD050B}" srcOrd="0" destOrd="0" presId="urn:microsoft.com/office/officeart/2016/7/layout/BasicLinearProcessNumbered"/>
    <dgm:cxn modelId="{CF85FD26-D4CC-461E-BC08-F48580F193A8}" srcId="{30F68E26-F02B-4B1E-9854-D0B1EAC1A087}" destId="{30AA68AD-976F-422D-A835-0A05C1225CB6}" srcOrd="0" destOrd="0" parTransId="{97A17698-A22B-42B1-AD46-3F4994CB7D05}" sibTransId="{2AEBF4F6-74BC-4AC5-8CDB-D3804774767F}"/>
    <dgm:cxn modelId="{616D182D-E733-4EB8-9142-87594A9F9D6E}" srcId="{30F68E26-F02B-4B1E-9854-D0B1EAC1A087}" destId="{95D5AC77-2107-4F8A-89B4-85A43CF78F03}" srcOrd="2" destOrd="0" parTransId="{E07D8FA4-D6B5-48FD-A130-EBBE38E942FA}" sibTransId="{BD29CE1C-91CE-46B7-90B2-2DC4E1564B09}"/>
    <dgm:cxn modelId="{8CCFD630-5C6D-4F52-B24B-4B6F47F372C5}" type="presOf" srcId="{42E6288B-90E7-410E-AFD9-4CA0422AF3F1}" destId="{7DF3DE67-D32F-4C4B-9AB1-B32E2E84AEC2}" srcOrd="1" destOrd="0" presId="urn:microsoft.com/office/officeart/2016/7/layout/BasicLinearProcessNumbered"/>
    <dgm:cxn modelId="{510A623B-AD13-4D1E-83DE-AEE7BB7868B4}" type="presOf" srcId="{609B4DE4-FA55-4170-B765-21E82EB4B023}" destId="{CF1E9B6F-D615-46D4-9CB6-AD75CDA85765}" srcOrd="0" destOrd="0" presId="urn:microsoft.com/office/officeart/2016/7/layout/BasicLinearProcessNumbered"/>
    <dgm:cxn modelId="{9D7ECD5E-5706-419E-BA75-CD391D27365C}" srcId="{30F68E26-F02B-4B1E-9854-D0B1EAC1A087}" destId="{A849CE32-5A3B-488E-BC1E-9B7738BC96EC}" srcOrd="3" destOrd="0" parTransId="{24732B3C-65FC-4422-B66A-18F5E617EAA7}" sibTransId="{2753B5AC-2517-457A-89DF-DA410B4D7225}"/>
    <dgm:cxn modelId="{CEDCD569-0916-43B7-9CE7-3A1C4F4767DD}" type="presOf" srcId="{30AA68AD-976F-422D-A835-0A05C1225CB6}" destId="{72C42D11-7A32-4DA5-AD36-30A21011628D}" srcOrd="0" destOrd="0" presId="urn:microsoft.com/office/officeart/2016/7/layout/BasicLinearProcessNumbered"/>
    <dgm:cxn modelId="{19232F4C-3555-4FD2-98CC-BB15C03BF9EA}" type="presOf" srcId="{2AEBF4F6-74BC-4AC5-8CDB-D3804774767F}" destId="{71082659-7AB5-44CC-8482-C547488B367A}" srcOrd="0" destOrd="0" presId="urn:microsoft.com/office/officeart/2016/7/layout/BasicLinearProcessNumbered"/>
    <dgm:cxn modelId="{175F9279-9C3B-405B-918F-79DB29EF9F49}" type="presOf" srcId="{30AA68AD-976F-422D-A835-0A05C1225CB6}" destId="{C27E72CA-BB3F-4DFE-93C7-C99870591868}" srcOrd="1" destOrd="0" presId="urn:microsoft.com/office/officeart/2016/7/layout/BasicLinearProcessNumbered"/>
    <dgm:cxn modelId="{5A132B89-DE5C-4D2B-8EBF-E9E5F1B248AB}" srcId="{30F68E26-F02B-4B1E-9854-D0B1EAC1A087}" destId="{42E6288B-90E7-410E-AFD9-4CA0422AF3F1}" srcOrd="1" destOrd="0" parTransId="{8C4E26DD-C780-4DFD-9570-6BEA6A9F9AEB}" sibTransId="{609B4DE4-FA55-4170-B765-21E82EB4B023}"/>
    <dgm:cxn modelId="{594BE38E-1113-4998-996E-8C90DDAA2ACD}" type="presOf" srcId="{95D5AC77-2107-4F8A-89B4-85A43CF78F03}" destId="{FCC8E4D2-F227-4F3A-B26C-2E9A2F760B81}" srcOrd="1" destOrd="0" presId="urn:microsoft.com/office/officeart/2016/7/layout/BasicLinearProcessNumbered"/>
    <dgm:cxn modelId="{E0BBB596-27F4-4945-A8CB-DFC188FB912D}" type="presOf" srcId="{A849CE32-5A3B-488E-BC1E-9B7738BC96EC}" destId="{D34E0B18-EF8C-4C7F-A382-C1EC9C183865}" srcOrd="0" destOrd="0" presId="urn:microsoft.com/office/officeart/2016/7/layout/BasicLinearProcessNumbered"/>
    <dgm:cxn modelId="{2685B2A6-2D2C-4BF5-9B09-3B69C0ABA65B}" type="presOf" srcId="{BD29CE1C-91CE-46B7-90B2-2DC4E1564B09}" destId="{EEECE50C-B2C2-4FFC-A562-D4D862C88F06}" srcOrd="0" destOrd="0" presId="urn:microsoft.com/office/officeart/2016/7/layout/BasicLinearProcessNumbered"/>
    <dgm:cxn modelId="{1634A1AE-011E-4117-AA32-69CE04C6EDB2}" type="presOf" srcId="{95D5AC77-2107-4F8A-89B4-85A43CF78F03}" destId="{DCDB177A-E10E-4A4B-ADD7-51983410C3BD}" srcOrd="0" destOrd="0" presId="urn:microsoft.com/office/officeart/2016/7/layout/BasicLinearProcessNumbered"/>
    <dgm:cxn modelId="{8BC413D6-303B-4EE8-A658-4C24A034242B}" type="presOf" srcId="{A849CE32-5A3B-488E-BC1E-9B7738BC96EC}" destId="{D5744644-67CC-43AE-9FE0-3B5A7E794C4F}" srcOrd="1" destOrd="0" presId="urn:microsoft.com/office/officeart/2016/7/layout/BasicLinearProcessNumbered"/>
    <dgm:cxn modelId="{39F721D7-39F8-4477-A3B6-7B841F36DD78}" type="presOf" srcId="{42E6288B-90E7-410E-AFD9-4CA0422AF3F1}" destId="{D73DABE9-0121-42F2-BADC-A95EF362A497}" srcOrd="0" destOrd="0" presId="urn:microsoft.com/office/officeart/2016/7/layout/BasicLinearProcessNumbered"/>
    <dgm:cxn modelId="{FF634F1D-6E9D-4613-B26A-56643FF729C0}" type="presParOf" srcId="{23CCB869-D3BC-4B32-B4A9-66AF64FD050B}" destId="{DBDF3408-8CD5-4ABA-B2F0-2329276B331D}" srcOrd="0" destOrd="0" presId="urn:microsoft.com/office/officeart/2016/7/layout/BasicLinearProcessNumbered"/>
    <dgm:cxn modelId="{134208DF-07D6-4126-8C9F-1573503643F7}" type="presParOf" srcId="{DBDF3408-8CD5-4ABA-B2F0-2329276B331D}" destId="{72C42D11-7A32-4DA5-AD36-30A21011628D}" srcOrd="0" destOrd="0" presId="urn:microsoft.com/office/officeart/2016/7/layout/BasicLinearProcessNumbered"/>
    <dgm:cxn modelId="{AE266D5A-5512-483A-9799-7A9AD08F6466}" type="presParOf" srcId="{DBDF3408-8CD5-4ABA-B2F0-2329276B331D}" destId="{71082659-7AB5-44CC-8482-C547488B367A}" srcOrd="1" destOrd="0" presId="urn:microsoft.com/office/officeart/2016/7/layout/BasicLinearProcessNumbered"/>
    <dgm:cxn modelId="{D7082535-A315-4597-B35E-40B4931A92DD}" type="presParOf" srcId="{DBDF3408-8CD5-4ABA-B2F0-2329276B331D}" destId="{E2BCFF19-3933-454D-BBC1-F920401945BE}" srcOrd="2" destOrd="0" presId="urn:microsoft.com/office/officeart/2016/7/layout/BasicLinearProcessNumbered"/>
    <dgm:cxn modelId="{A3C0EF9F-60B7-47BA-9603-97ECA9297A2F}" type="presParOf" srcId="{DBDF3408-8CD5-4ABA-B2F0-2329276B331D}" destId="{C27E72CA-BB3F-4DFE-93C7-C99870591868}" srcOrd="3" destOrd="0" presId="urn:microsoft.com/office/officeart/2016/7/layout/BasicLinearProcessNumbered"/>
    <dgm:cxn modelId="{0DCA2351-D0B3-4899-A39C-CABFB1BF8098}" type="presParOf" srcId="{23CCB869-D3BC-4B32-B4A9-66AF64FD050B}" destId="{A7AE470B-0B6C-4AE6-A96B-D0161A6BFC5F}" srcOrd="1" destOrd="0" presId="urn:microsoft.com/office/officeart/2016/7/layout/BasicLinearProcessNumbered"/>
    <dgm:cxn modelId="{8FDC334D-0534-44FF-AD28-AC98B656A31C}" type="presParOf" srcId="{23CCB869-D3BC-4B32-B4A9-66AF64FD050B}" destId="{AADE1DC4-5485-438E-ABED-715990A3C23E}" srcOrd="2" destOrd="0" presId="urn:microsoft.com/office/officeart/2016/7/layout/BasicLinearProcessNumbered"/>
    <dgm:cxn modelId="{0907E6B4-04F3-499E-81AA-D19E768B1D6C}" type="presParOf" srcId="{AADE1DC4-5485-438E-ABED-715990A3C23E}" destId="{D73DABE9-0121-42F2-BADC-A95EF362A497}" srcOrd="0" destOrd="0" presId="urn:microsoft.com/office/officeart/2016/7/layout/BasicLinearProcessNumbered"/>
    <dgm:cxn modelId="{12B18F63-8375-409F-A94D-089228CA8F7B}" type="presParOf" srcId="{AADE1DC4-5485-438E-ABED-715990A3C23E}" destId="{CF1E9B6F-D615-46D4-9CB6-AD75CDA85765}" srcOrd="1" destOrd="0" presId="urn:microsoft.com/office/officeart/2016/7/layout/BasicLinearProcessNumbered"/>
    <dgm:cxn modelId="{E503262B-DC67-420E-BA50-CE6FB633608D}" type="presParOf" srcId="{AADE1DC4-5485-438E-ABED-715990A3C23E}" destId="{8EF68070-C37E-4958-81BE-A2F4AC4690A8}" srcOrd="2" destOrd="0" presId="urn:microsoft.com/office/officeart/2016/7/layout/BasicLinearProcessNumbered"/>
    <dgm:cxn modelId="{87C4A8B8-0E8C-49EB-B1C1-B8557000B320}" type="presParOf" srcId="{AADE1DC4-5485-438E-ABED-715990A3C23E}" destId="{7DF3DE67-D32F-4C4B-9AB1-B32E2E84AEC2}" srcOrd="3" destOrd="0" presId="urn:microsoft.com/office/officeart/2016/7/layout/BasicLinearProcessNumbered"/>
    <dgm:cxn modelId="{2808ACA6-6895-4F87-B8E4-AC9B08E8EF69}" type="presParOf" srcId="{23CCB869-D3BC-4B32-B4A9-66AF64FD050B}" destId="{81BE542F-1141-44FC-AF3A-6AE30163B71E}" srcOrd="3" destOrd="0" presId="urn:microsoft.com/office/officeart/2016/7/layout/BasicLinearProcessNumbered"/>
    <dgm:cxn modelId="{1BD2B614-BAD4-4868-B7AE-9028203E3BF9}" type="presParOf" srcId="{23CCB869-D3BC-4B32-B4A9-66AF64FD050B}" destId="{D58D50ED-ED50-48D7-9E8B-B89F1D77B9EE}" srcOrd="4" destOrd="0" presId="urn:microsoft.com/office/officeart/2016/7/layout/BasicLinearProcessNumbered"/>
    <dgm:cxn modelId="{82499591-463D-41DD-8A43-77C2C07A6028}" type="presParOf" srcId="{D58D50ED-ED50-48D7-9E8B-B89F1D77B9EE}" destId="{DCDB177A-E10E-4A4B-ADD7-51983410C3BD}" srcOrd="0" destOrd="0" presId="urn:microsoft.com/office/officeart/2016/7/layout/BasicLinearProcessNumbered"/>
    <dgm:cxn modelId="{565C4E86-D04C-49AA-A04E-D1ABAFD64E3E}" type="presParOf" srcId="{D58D50ED-ED50-48D7-9E8B-B89F1D77B9EE}" destId="{EEECE50C-B2C2-4FFC-A562-D4D862C88F06}" srcOrd="1" destOrd="0" presId="urn:microsoft.com/office/officeart/2016/7/layout/BasicLinearProcessNumbered"/>
    <dgm:cxn modelId="{F8EE8ADB-6160-4007-8E97-14D766C26EB2}" type="presParOf" srcId="{D58D50ED-ED50-48D7-9E8B-B89F1D77B9EE}" destId="{C2F75472-BF96-40FB-A57C-DFE23FBFCB9E}" srcOrd="2" destOrd="0" presId="urn:microsoft.com/office/officeart/2016/7/layout/BasicLinearProcessNumbered"/>
    <dgm:cxn modelId="{6013FA9F-F9E1-4791-8D9F-B3F8BE0C6721}" type="presParOf" srcId="{D58D50ED-ED50-48D7-9E8B-B89F1D77B9EE}" destId="{FCC8E4D2-F227-4F3A-B26C-2E9A2F760B81}" srcOrd="3" destOrd="0" presId="urn:microsoft.com/office/officeart/2016/7/layout/BasicLinearProcessNumbered"/>
    <dgm:cxn modelId="{B7D94E53-9D78-49C6-9BDE-9AA9971B39E4}" type="presParOf" srcId="{23CCB869-D3BC-4B32-B4A9-66AF64FD050B}" destId="{6CD5206D-36C6-495C-A574-2B029F4A0C74}" srcOrd="5" destOrd="0" presId="urn:microsoft.com/office/officeart/2016/7/layout/BasicLinearProcessNumbered"/>
    <dgm:cxn modelId="{A763EC66-7333-4DE7-A791-A8BA018D6891}" type="presParOf" srcId="{23CCB869-D3BC-4B32-B4A9-66AF64FD050B}" destId="{062D6CB0-3FF8-443C-A743-4ABC909E59F0}" srcOrd="6" destOrd="0" presId="urn:microsoft.com/office/officeart/2016/7/layout/BasicLinearProcessNumbered"/>
    <dgm:cxn modelId="{F22ED0AB-FE26-4366-BF5E-DF458ED82E5C}" type="presParOf" srcId="{062D6CB0-3FF8-443C-A743-4ABC909E59F0}" destId="{D34E0B18-EF8C-4C7F-A382-C1EC9C183865}" srcOrd="0" destOrd="0" presId="urn:microsoft.com/office/officeart/2016/7/layout/BasicLinearProcessNumbered"/>
    <dgm:cxn modelId="{98AA5D6D-F653-46AA-BE17-B12696AE50FB}" type="presParOf" srcId="{062D6CB0-3FF8-443C-A743-4ABC909E59F0}" destId="{994AD802-5299-4D46-A0D4-76392CC7CB54}" srcOrd="1" destOrd="0" presId="urn:microsoft.com/office/officeart/2016/7/layout/BasicLinearProcessNumbered"/>
    <dgm:cxn modelId="{E6A1C28A-CF3A-4B70-8E9B-C8EC98D3A577}" type="presParOf" srcId="{062D6CB0-3FF8-443C-A743-4ABC909E59F0}" destId="{FF7F4BEC-FFFF-40B4-B612-B8C58411647C}" srcOrd="2" destOrd="0" presId="urn:microsoft.com/office/officeart/2016/7/layout/BasicLinearProcessNumbered"/>
    <dgm:cxn modelId="{4B90E7BA-6CAA-421C-878C-D10FF14C945D}" type="presParOf" srcId="{062D6CB0-3FF8-443C-A743-4ABC909E59F0}" destId="{D5744644-67CC-43AE-9FE0-3B5A7E794C4F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418A9A-C7D8-4319-950A-DBE076979017}">
      <dsp:nvSpPr>
        <dsp:cNvPr id="0" name=""/>
        <dsp:cNvSpPr/>
      </dsp:nvSpPr>
      <dsp:spPr>
        <a:xfrm>
          <a:off x="0" y="1906"/>
          <a:ext cx="10653579" cy="96631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EF9725-F407-4D5E-BA1B-37E12C58F892}">
      <dsp:nvSpPr>
        <dsp:cNvPr id="0" name=""/>
        <dsp:cNvSpPr/>
      </dsp:nvSpPr>
      <dsp:spPr>
        <a:xfrm>
          <a:off x="292311" y="219328"/>
          <a:ext cx="531475" cy="5314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AF9E85-B1D0-4444-A796-59F321A569AE}">
      <dsp:nvSpPr>
        <dsp:cNvPr id="0" name=""/>
        <dsp:cNvSpPr/>
      </dsp:nvSpPr>
      <dsp:spPr>
        <a:xfrm>
          <a:off x="1116098" y="1906"/>
          <a:ext cx="9537480" cy="9663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269" tIns="102269" rIns="102269" bIns="10226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Previously learned:</a:t>
          </a:r>
          <a:r>
            <a:rPr lang="en-US" sz="1600" kern="1200"/>
            <a:t> LangChain basics, tools, agents.</a:t>
          </a:r>
          <a:br>
            <a:rPr lang="en-US" sz="1600" kern="1200"/>
          </a:br>
          <a:r>
            <a:rPr lang="en-US" sz="1600" b="1" kern="1200"/>
            <a:t>Now:</a:t>
          </a:r>
          <a:r>
            <a:rPr lang="en-US" sz="1600" kern="1200"/>
            <a:t> Why RAG is needed, what it is, and how LangChain &amp; LlamaIndex complement each other.</a:t>
          </a:r>
        </a:p>
      </dsp:txBody>
      <dsp:txXfrm>
        <a:off x="1116098" y="1906"/>
        <a:ext cx="9537480" cy="966318"/>
      </dsp:txXfrm>
    </dsp:sp>
    <dsp:sp modelId="{667F18C0-09E8-4C81-A69B-5FC97D193FB9}">
      <dsp:nvSpPr>
        <dsp:cNvPr id="0" name=""/>
        <dsp:cNvSpPr/>
      </dsp:nvSpPr>
      <dsp:spPr>
        <a:xfrm>
          <a:off x="0" y="1209805"/>
          <a:ext cx="10653579" cy="96631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905824-A8B7-4E75-8ABC-24923F9B0DDF}">
      <dsp:nvSpPr>
        <dsp:cNvPr id="0" name=""/>
        <dsp:cNvSpPr/>
      </dsp:nvSpPr>
      <dsp:spPr>
        <a:xfrm>
          <a:off x="292311" y="1427226"/>
          <a:ext cx="531475" cy="5314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A0ECAB-46BC-4502-A7FA-97BEC1763561}">
      <dsp:nvSpPr>
        <dsp:cNvPr id="0" name=""/>
        <dsp:cNvSpPr/>
      </dsp:nvSpPr>
      <dsp:spPr>
        <a:xfrm>
          <a:off x="1116098" y="1209805"/>
          <a:ext cx="9537480" cy="9663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269" tIns="102269" rIns="102269" bIns="10226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LLMs have frozen knowledge (cutoff date). </a:t>
          </a:r>
        </a:p>
      </dsp:txBody>
      <dsp:txXfrm>
        <a:off x="1116098" y="1209805"/>
        <a:ext cx="9537480" cy="966318"/>
      </dsp:txXfrm>
    </dsp:sp>
    <dsp:sp modelId="{93BE4C51-F615-4900-9B79-3F213269C372}">
      <dsp:nvSpPr>
        <dsp:cNvPr id="0" name=""/>
        <dsp:cNvSpPr/>
      </dsp:nvSpPr>
      <dsp:spPr>
        <a:xfrm>
          <a:off x="0" y="2417703"/>
          <a:ext cx="10653579" cy="96631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A98E8E-3E1D-468E-8587-472B89C2CD6A}">
      <dsp:nvSpPr>
        <dsp:cNvPr id="0" name=""/>
        <dsp:cNvSpPr/>
      </dsp:nvSpPr>
      <dsp:spPr>
        <a:xfrm>
          <a:off x="292311" y="2635125"/>
          <a:ext cx="531475" cy="5314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24D565-2C8E-4204-B633-72ADFD4C9240}">
      <dsp:nvSpPr>
        <dsp:cNvPr id="0" name=""/>
        <dsp:cNvSpPr/>
      </dsp:nvSpPr>
      <dsp:spPr>
        <a:xfrm>
          <a:off x="1116098" y="2417703"/>
          <a:ext cx="9537480" cy="9663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269" tIns="102269" rIns="102269" bIns="10226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Without external data → hallucinations or guesses. </a:t>
          </a:r>
        </a:p>
      </dsp:txBody>
      <dsp:txXfrm>
        <a:off x="1116098" y="2417703"/>
        <a:ext cx="9537480" cy="966318"/>
      </dsp:txXfrm>
    </dsp:sp>
    <dsp:sp modelId="{FC8AA534-C395-4C66-8384-6F14C9C3B550}">
      <dsp:nvSpPr>
        <dsp:cNvPr id="0" name=""/>
        <dsp:cNvSpPr/>
      </dsp:nvSpPr>
      <dsp:spPr>
        <a:xfrm>
          <a:off x="0" y="3625602"/>
          <a:ext cx="10653579" cy="96631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231CAF-0915-4AE9-9EF2-D0E2760E5550}">
      <dsp:nvSpPr>
        <dsp:cNvPr id="0" name=""/>
        <dsp:cNvSpPr/>
      </dsp:nvSpPr>
      <dsp:spPr>
        <a:xfrm>
          <a:off x="292311" y="3843024"/>
          <a:ext cx="531475" cy="53147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E545C7-5D05-4957-8384-B08D1B98CE6A}">
      <dsp:nvSpPr>
        <dsp:cNvPr id="0" name=""/>
        <dsp:cNvSpPr/>
      </dsp:nvSpPr>
      <dsp:spPr>
        <a:xfrm>
          <a:off x="1116098" y="3625602"/>
          <a:ext cx="9537480" cy="9663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269" tIns="102269" rIns="102269" bIns="10226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We solve this with Retrieval‑Augmented Generation (RAG).</a:t>
          </a:r>
        </a:p>
      </dsp:txBody>
      <dsp:txXfrm>
        <a:off x="1116098" y="3625602"/>
        <a:ext cx="9537480" cy="9663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4B1B19-3BB3-4F6B-8035-7D8689CD1625}">
      <dsp:nvSpPr>
        <dsp:cNvPr id="0" name=""/>
        <dsp:cNvSpPr/>
      </dsp:nvSpPr>
      <dsp:spPr>
        <a:xfrm>
          <a:off x="0" y="706"/>
          <a:ext cx="6949440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98D110-FB86-446F-BF83-A00062285ED5}">
      <dsp:nvSpPr>
        <dsp:cNvPr id="0" name=""/>
        <dsp:cNvSpPr/>
      </dsp:nvSpPr>
      <dsp:spPr>
        <a:xfrm>
          <a:off x="0" y="706"/>
          <a:ext cx="6949440" cy="1157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Retrieval‑Augmented Generation (RAG) is a method where external documents are retrieved and supplied to the LLM as context before generating an answer.</a:t>
          </a:r>
        </a:p>
      </dsp:txBody>
      <dsp:txXfrm>
        <a:off x="0" y="706"/>
        <a:ext cx="6949440" cy="1157045"/>
      </dsp:txXfrm>
    </dsp:sp>
    <dsp:sp modelId="{2A0CB356-06DF-4791-B779-CEA13342D355}">
      <dsp:nvSpPr>
        <dsp:cNvPr id="0" name=""/>
        <dsp:cNvSpPr/>
      </dsp:nvSpPr>
      <dsp:spPr>
        <a:xfrm>
          <a:off x="0" y="1157751"/>
          <a:ext cx="6949440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BB67BA-8759-44B3-BE22-074789B7CA04}">
      <dsp:nvSpPr>
        <dsp:cNvPr id="0" name=""/>
        <dsp:cNvSpPr/>
      </dsp:nvSpPr>
      <dsp:spPr>
        <a:xfrm>
          <a:off x="0" y="1157751"/>
          <a:ext cx="6949440" cy="1157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Analogy:</a:t>
          </a:r>
          <a:r>
            <a:rPr lang="en-US" sz="2100" kern="1200"/>
            <a:t> Closed‑book exam (no retrieval) vs Open‑book exam (with retrieval). RAG is the open‑book exam.</a:t>
          </a:r>
        </a:p>
      </dsp:txBody>
      <dsp:txXfrm>
        <a:off x="0" y="1157751"/>
        <a:ext cx="6949440" cy="1157045"/>
      </dsp:txXfrm>
    </dsp:sp>
    <dsp:sp modelId="{B2931497-903A-4184-8105-2016F75F986A}">
      <dsp:nvSpPr>
        <dsp:cNvPr id="0" name=""/>
        <dsp:cNvSpPr/>
      </dsp:nvSpPr>
      <dsp:spPr>
        <a:xfrm>
          <a:off x="0" y="2314796"/>
          <a:ext cx="6949440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83D57E-BB1F-409F-B89F-E553BBDBBBF9}">
      <dsp:nvSpPr>
        <dsp:cNvPr id="0" name=""/>
        <dsp:cNvSpPr/>
      </dsp:nvSpPr>
      <dsp:spPr>
        <a:xfrm>
          <a:off x="0" y="2314796"/>
          <a:ext cx="6949440" cy="1157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Key elements:</a:t>
          </a:r>
          <a:r>
            <a:rPr lang="en-US" sz="2100" kern="1200"/>
            <a:t> - Retrieval from an external knowledge base. </a:t>
          </a:r>
        </a:p>
      </dsp:txBody>
      <dsp:txXfrm>
        <a:off x="0" y="2314796"/>
        <a:ext cx="6949440" cy="1157045"/>
      </dsp:txXfrm>
    </dsp:sp>
    <dsp:sp modelId="{9933DEC2-53F6-4EF2-A096-F4663418BFB2}">
      <dsp:nvSpPr>
        <dsp:cNvPr id="0" name=""/>
        <dsp:cNvSpPr/>
      </dsp:nvSpPr>
      <dsp:spPr>
        <a:xfrm>
          <a:off x="0" y="3471841"/>
          <a:ext cx="6949440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7073DE-484D-49F8-8155-9A0935A1689D}">
      <dsp:nvSpPr>
        <dsp:cNvPr id="0" name=""/>
        <dsp:cNvSpPr/>
      </dsp:nvSpPr>
      <dsp:spPr>
        <a:xfrm>
          <a:off x="0" y="3471841"/>
          <a:ext cx="6949440" cy="1157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Augmentation of prompts with context. </a:t>
          </a:r>
        </a:p>
      </dsp:txBody>
      <dsp:txXfrm>
        <a:off x="0" y="3471841"/>
        <a:ext cx="6949440" cy="1157045"/>
      </dsp:txXfrm>
    </dsp:sp>
    <dsp:sp modelId="{A806144D-ADEE-472A-8905-32BCFCE5C64D}">
      <dsp:nvSpPr>
        <dsp:cNvPr id="0" name=""/>
        <dsp:cNvSpPr/>
      </dsp:nvSpPr>
      <dsp:spPr>
        <a:xfrm>
          <a:off x="0" y="4628886"/>
          <a:ext cx="6949440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01FEC0-4A98-49B1-922F-AB7DD8761682}">
      <dsp:nvSpPr>
        <dsp:cNvPr id="0" name=""/>
        <dsp:cNvSpPr/>
      </dsp:nvSpPr>
      <dsp:spPr>
        <a:xfrm>
          <a:off x="0" y="4628886"/>
          <a:ext cx="6949440" cy="1157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Grounded generation with citations</a:t>
          </a:r>
        </a:p>
      </dsp:txBody>
      <dsp:txXfrm>
        <a:off x="0" y="4628886"/>
        <a:ext cx="6949440" cy="115704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FA265D-A6AF-477F-AAD0-891E70D82FC1}">
      <dsp:nvSpPr>
        <dsp:cNvPr id="0" name=""/>
        <dsp:cNvSpPr/>
      </dsp:nvSpPr>
      <dsp:spPr>
        <a:xfrm>
          <a:off x="0" y="560"/>
          <a:ext cx="10653579" cy="13122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CE6DBD-4134-4E52-AC0A-88E41FBED824}">
      <dsp:nvSpPr>
        <dsp:cNvPr id="0" name=""/>
        <dsp:cNvSpPr/>
      </dsp:nvSpPr>
      <dsp:spPr>
        <a:xfrm>
          <a:off x="396941" y="295806"/>
          <a:ext cx="721711" cy="7217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35BEDA-9132-4E90-92FF-951FDB90A8DC}">
      <dsp:nvSpPr>
        <dsp:cNvPr id="0" name=""/>
        <dsp:cNvSpPr/>
      </dsp:nvSpPr>
      <dsp:spPr>
        <a:xfrm>
          <a:off x="1515593" y="560"/>
          <a:ext cx="9137985" cy="13122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875" tIns="138875" rIns="138875" bIns="13887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LangChain focuses on </a:t>
          </a:r>
          <a:r>
            <a:rPr lang="en-US" sz="2500" b="1" kern="1200"/>
            <a:t>orchestration</a:t>
          </a:r>
          <a:r>
            <a:rPr lang="en-US" sz="2500" kern="1200"/>
            <a:t>: chaining prompts, managing agents, and tool use.</a:t>
          </a:r>
        </a:p>
      </dsp:txBody>
      <dsp:txXfrm>
        <a:off x="1515593" y="560"/>
        <a:ext cx="9137985" cy="1312201"/>
      </dsp:txXfrm>
    </dsp:sp>
    <dsp:sp modelId="{E9FE7418-30D6-4C5A-8FD4-F4A493245BFE}">
      <dsp:nvSpPr>
        <dsp:cNvPr id="0" name=""/>
        <dsp:cNvSpPr/>
      </dsp:nvSpPr>
      <dsp:spPr>
        <a:xfrm>
          <a:off x="0" y="1640813"/>
          <a:ext cx="10653579" cy="13122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EAF3CC-1E0D-4AC1-9528-E7F57038DCEC}">
      <dsp:nvSpPr>
        <dsp:cNvPr id="0" name=""/>
        <dsp:cNvSpPr/>
      </dsp:nvSpPr>
      <dsp:spPr>
        <a:xfrm>
          <a:off x="396941" y="1936058"/>
          <a:ext cx="721711" cy="7217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DE044A-2086-4694-9BDB-0039BCD7F307}">
      <dsp:nvSpPr>
        <dsp:cNvPr id="0" name=""/>
        <dsp:cNvSpPr/>
      </dsp:nvSpPr>
      <dsp:spPr>
        <a:xfrm>
          <a:off x="1515593" y="1640813"/>
          <a:ext cx="4794110" cy="13122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875" tIns="138875" rIns="138875" bIns="13887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It can store data in vector databases but is limited in:</a:t>
          </a:r>
        </a:p>
      </dsp:txBody>
      <dsp:txXfrm>
        <a:off x="1515593" y="1640813"/>
        <a:ext cx="4794110" cy="1312201"/>
      </dsp:txXfrm>
    </dsp:sp>
    <dsp:sp modelId="{9ADFF09D-7E8D-439B-969B-32CD81E6219E}">
      <dsp:nvSpPr>
        <dsp:cNvPr id="0" name=""/>
        <dsp:cNvSpPr/>
      </dsp:nvSpPr>
      <dsp:spPr>
        <a:xfrm>
          <a:off x="6309703" y="1640813"/>
          <a:ext cx="4343875" cy="13122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875" tIns="138875" rIns="138875" bIns="138875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Rich indexing strategies.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Document observability.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Complex retrieval graphs.</a:t>
          </a:r>
        </a:p>
      </dsp:txBody>
      <dsp:txXfrm>
        <a:off x="6309703" y="1640813"/>
        <a:ext cx="4343875" cy="1312201"/>
      </dsp:txXfrm>
    </dsp:sp>
    <dsp:sp modelId="{472788A6-C3EF-43D9-9F11-350CFC150B4C}">
      <dsp:nvSpPr>
        <dsp:cNvPr id="0" name=""/>
        <dsp:cNvSpPr/>
      </dsp:nvSpPr>
      <dsp:spPr>
        <a:xfrm>
          <a:off x="0" y="3281065"/>
          <a:ext cx="10653579" cy="13122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67EA07-9312-4A62-A702-13192E69795E}">
      <dsp:nvSpPr>
        <dsp:cNvPr id="0" name=""/>
        <dsp:cNvSpPr/>
      </dsp:nvSpPr>
      <dsp:spPr>
        <a:xfrm>
          <a:off x="396941" y="3576310"/>
          <a:ext cx="721711" cy="7217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CE4DF3-E928-413D-A4D2-787809BD746D}">
      <dsp:nvSpPr>
        <dsp:cNvPr id="0" name=""/>
        <dsp:cNvSpPr/>
      </dsp:nvSpPr>
      <dsp:spPr>
        <a:xfrm>
          <a:off x="1515593" y="3281065"/>
          <a:ext cx="9137985" cy="13122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875" tIns="138875" rIns="138875" bIns="13887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Retrieval quality and management require more specialized tools.</a:t>
          </a:r>
        </a:p>
      </dsp:txBody>
      <dsp:txXfrm>
        <a:off x="1515593" y="3281065"/>
        <a:ext cx="9137985" cy="131220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ECD10C-46C8-4796-8482-DB5C59F424C4}">
      <dsp:nvSpPr>
        <dsp:cNvPr id="0" name=""/>
        <dsp:cNvSpPr/>
      </dsp:nvSpPr>
      <dsp:spPr>
        <a:xfrm>
          <a:off x="3159144" y="2554075"/>
          <a:ext cx="631150" cy="20354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15575" y="0"/>
              </a:lnTo>
              <a:lnTo>
                <a:pt x="315575" y="2035459"/>
              </a:lnTo>
              <a:lnTo>
                <a:pt x="631150" y="2035459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10C4BD-26F0-403E-B06E-40DE98024326}">
      <dsp:nvSpPr>
        <dsp:cNvPr id="0" name=""/>
        <dsp:cNvSpPr/>
      </dsp:nvSpPr>
      <dsp:spPr>
        <a:xfrm>
          <a:off x="3159144" y="2554075"/>
          <a:ext cx="631150" cy="6784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15575" y="0"/>
              </a:lnTo>
              <a:lnTo>
                <a:pt x="315575" y="678486"/>
              </a:lnTo>
              <a:lnTo>
                <a:pt x="631150" y="678486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A3B4C4-A020-4D40-A8FC-1B2CC6D6CFC4}">
      <dsp:nvSpPr>
        <dsp:cNvPr id="0" name=""/>
        <dsp:cNvSpPr/>
      </dsp:nvSpPr>
      <dsp:spPr>
        <a:xfrm>
          <a:off x="3159144" y="1875588"/>
          <a:ext cx="631150" cy="678486"/>
        </a:xfrm>
        <a:custGeom>
          <a:avLst/>
          <a:gdLst/>
          <a:ahLst/>
          <a:cxnLst/>
          <a:rect l="0" t="0" r="0" b="0"/>
          <a:pathLst>
            <a:path>
              <a:moveTo>
                <a:pt x="0" y="678486"/>
              </a:moveTo>
              <a:lnTo>
                <a:pt x="315575" y="678486"/>
              </a:lnTo>
              <a:lnTo>
                <a:pt x="315575" y="0"/>
              </a:lnTo>
              <a:lnTo>
                <a:pt x="631150" y="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331E45-F2C2-4329-8B5E-7953AA389DC4}">
      <dsp:nvSpPr>
        <dsp:cNvPr id="0" name=""/>
        <dsp:cNvSpPr/>
      </dsp:nvSpPr>
      <dsp:spPr>
        <a:xfrm>
          <a:off x="3159144" y="518615"/>
          <a:ext cx="631150" cy="2035459"/>
        </a:xfrm>
        <a:custGeom>
          <a:avLst/>
          <a:gdLst/>
          <a:ahLst/>
          <a:cxnLst/>
          <a:rect l="0" t="0" r="0" b="0"/>
          <a:pathLst>
            <a:path>
              <a:moveTo>
                <a:pt x="0" y="2035459"/>
              </a:moveTo>
              <a:lnTo>
                <a:pt x="315575" y="2035459"/>
              </a:lnTo>
              <a:lnTo>
                <a:pt x="315575" y="0"/>
              </a:lnTo>
              <a:lnTo>
                <a:pt x="631150" y="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632375-A5B2-4C70-84D1-7A3B0E9DE6AB}">
      <dsp:nvSpPr>
        <dsp:cNvPr id="0" name=""/>
        <dsp:cNvSpPr/>
      </dsp:nvSpPr>
      <dsp:spPr>
        <a:xfrm>
          <a:off x="3393" y="715849"/>
          <a:ext cx="3155751" cy="96250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Purpose‑built for </a:t>
          </a:r>
          <a:r>
            <a:rPr lang="en-US" sz="2000" b="1" kern="1200" dirty="0"/>
            <a:t>data ingestion, indexing, and retrieval</a:t>
          </a:r>
          <a:r>
            <a:rPr lang="en-US" sz="2000" kern="1200" dirty="0"/>
            <a:t>.</a:t>
          </a:r>
        </a:p>
      </dsp:txBody>
      <dsp:txXfrm>
        <a:off x="3393" y="715849"/>
        <a:ext cx="3155751" cy="962504"/>
      </dsp:txXfrm>
    </dsp:sp>
    <dsp:sp modelId="{AC9A1757-1DAB-497D-B3C8-141644004CCA}">
      <dsp:nvSpPr>
        <dsp:cNvPr id="0" name=""/>
        <dsp:cNvSpPr/>
      </dsp:nvSpPr>
      <dsp:spPr>
        <a:xfrm>
          <a:off x="3393" y="2072823"/>
          <a:ext cx="3155751" cy="96250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Provides multiple index types:</a:t>
          </a:r>
        </a:p>
      </dsp:txBody>
      <dsp:txXfrm>
        <a:off x="3393" y="2072823"/>
        <a:ext cx="3155751" cy="962504"/>
      </dsp:txXfrm>
    </dsp:sp>
    <dsp:sp modelId="{3E7D19B2-7E28-4FD3-B3FE-96D0DEFF225F}">
      <dsp:nvSpPr>
        <dsp:cNvPr id="0" name=""/>
        <dsp:cNvSpPr/>
      </dsp:nvSpPr>
      <dsp:spPr>
        <a:xfrm>
          <a:off x="3790295" y="37363"/>
          <a:ext cx="3155751" cy="962504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Vector Index</a:t>
          </a:r>
          <a:r>
            <a:rPr lang="en-US" sz="2000" kern="1200"/>
            <a:t> (embedding‑based similarity search).</a:t>
          </a:r>
        </a:p>
      </dsp:txBody>
      <dsp:txXfrm>
        <a:off x="3790295" y="37363"/>
        <a:ext cx="3155751" cy="962504"/>
      </dsp:txXfrm>
    </dsp:sp>
    <dsp:sp modelId="{FDB278AB-ADC2-4FEF-A0B1-16A85A292244}">
      <dsp:nvSpPr>
        <dsp:cNvPr id="0" name=""/>
        <dsp:cNvSpPr/>
      </dsp:nvSpPr>
      <dsp:spPr>
        <a:xfrm>
          <a:off x="3790295" y="1394336"/>
          <a:ext cx="3155751" cy="962504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Tree Index</a:t>
          </a:r>
          <a:r>
            <a:rPr lang="en-US" sz="2000" kern="1200"/>
            <a:t> (hierarchical summarization).</a:t>
          </a:r>
        </a:p>
      </dsp:txBody>
      <dsp:txXfrm>
        <a:off x="3790295" y="1394336"/>
        <a:ext cx="3155751" cy="962504"/>
      </dsp:txXfrm>
    </dsp:sp>
    <dsp:sp modelId="{E75F7B56-4112-4571-B2FB-C498100FC514}">
      <dsp:nvSpPr>
        <dsp:cNvPr id="0" name=""/>
        <dsp:cNvSpPr/>
      </dsp:nvSpPr>
      <dsp:spPr>
        <a:xfrm>
          <a:off x="3790295" y="2751309"/>
          <a:ext cx="3155751" cy="962504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Keyword Table</a:t>
          </a:r>
          <a:r>
            <a:rPr lang="en-US" sz="2000" kern="1200"/>
            <a:t> (fast keyword lookups).</a:t>
          </a:r>
        </a:p>
      </dsp:txBody>
      <dsp:txXfrm>
        <a:off x="3790295" y="2751309"/>
        <a:ext cx="3155751" cy="962504"/>
      </dsp:txXfrm>
    </dsp:sp>
    <dsp:sp modelId="{888C3FCF-398B-4D95-A1B7-4788B1912FBA}">
      <dsp:nvSpPr>
        <dsp:cNvPr id="0" name=""/>
        <dsp:cNvSpPr/>
      </dsp:nvSpPr>
      <dsp:spPr>
        <a:xfrm>
          <a:off x="3790295" y="4108282"/>
          <a:ext cx="3155751" cy="962504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List Index</a:t>
          </a:r>
          <a:r>
            <a:rPr lang="en-US" sz="2000" kern="1200"/>
            <a:t> (linear sequential documents).</a:t>
          </a:r>
        </a:p>
      </dsp:txBody>
      <dsp:txXfrm>
        <a:off x="3790295" y="4108282"/>
        <a:ext cx="3155751" cy="962504"/>
      </dsp:txXfrm>
    </dsp:sp>
    <dsp:sp modelId="{F9BF29F1-6D9C-4068-A513-B049DBC84BBC}">
      <dsp:nvSpPr>
        <dsp:cNvPr id="0" name=""/>
        <dsp:cNvSpPr/>
      </dsp:nvSpPr>
      <dsp:spPr>
        <a:xfrm>
          <a:off x="3393" y="3429796"/>
          <a:ext cx="3155751" cy="96250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Query engines: retrieval, reranking, synthesis.</a:t>
          </a:r>
        </a:p>
      </dsp:txBody>
      <dsp:txXfrm>
        <a:off x="3393" y="3429796"/>
        <a:ext cx="3155751" cy="962504"/>
      </dsp:txXfrm>
    </dsp:sp>
    <dsp:sp modelId="{B0294C3D-B8AE-40F7-A9F8-4AC185479845}">
      <dsp:nvSpPr>
        <dsp:cNvPr id="0" name=""/>
        <dsp:cNvSpPr/>
      </dsp:nvSpPr>
      <dsp:spPr>
        <a:xfrm>
          <a:off x="3393" y="4786769"/>
          <a:ext cx="3155751" cy="96250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Observability: inspect retrieved nodes, track provenance, debug easily.</a:t>
          </a:r>
        </a:p>
      </dsp:txBody>
      <dsp:txXfrm>
        <a:off x="3393" y="4786769"/>
        <a:ext cx="3155751" cy="96250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8D7315-A24A-4A14-9081-B062DA7F3693}">
      <dsp:nvSpPr>
        <dsp:cNvPr id="0" name=""/>
        <dsp:cNvSpPr/>
      </dsp:nvSpPr>
      <dsp:spPr>
        <a:xfrm>
          <a:off x="0" y="1906"/>
          <a:ext cx="10653579" cy="96631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75A4B4-8F5D-486B-9ED1-FAFCCC4EBD17}">
      <dsp:nvSpPr>
        <dsp:cNvPr id="0" name=""/>
        <dsp:cNvSpPr/>
      </dsp:nvSpPr>
      <dsp:spPr>
        <a:xfrm>
          <a:off x="292311" y="219328"/>
          <a:ext cx="531475" cy="5314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390E09-B258-4615-9AE9-25013144DB1F}">
      <dsp:nvSpPr>
        <dsp:cNvPr id="0" name=""/>
        <dsp:cNvSpPr/>
      </dsp:nvSpPr>
      <dsp:spPr>
        <a:xfrm>
          <a:off x="1116098" y="1906"/>
          <a:ext cx="9537480" cy="9663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269" tIns="102269" rIns="102269" bIns="102269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Strong </a:t>
          </a:r>
          <a:r>
            <a:rPr lang="en-US" sz="2200" b="1" kern="1200"/>
            <a:t>data connectors</a:t>
          </a:r>
          <a:r>
            <a:rPr lang="en-US" sz="2200" kern="1200"/>
            <a:t> (databases, file formats, web sources).</a:t>
          </a:r>
        </a:p>
      </dsp:txBody>
      <dsp:txXfrm>
        <a:off x="1116098" y="1906"/>
        <a:ext cx="9537480" cy="966318"/>
      </dsp:txXfrm>
    </dsp:sp>
    <dsp:sp modelId="{169EABA3-6C2B-4E3F-9694-E54C37161A11}">
      <dsp:nvSpPr>
        <dsp:cNvPr id="0" name=""/>
        <dsp:cNvSpPr/>
      </dsp:nvSpPr>
      <dsp:spPr>
        <a:xfrm>
          <a:off x="0" y="1209805"/>
          <a:ext cx="10653579" cy="96631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E8A855-C30B-4EA4-966A-4E08B891CADB}">
      <dsp:nvSpPr>
        <dsp:cNvPr id="0" name=""/>
        <dsp:cNvSpPr/>
      </dsp:nvSpPr>
      <dsp:spPr>
        <a:xfrm>
          <a:off x="292311" y="1427226"/>
          <a:ext cx="531475" cy="5314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2B0B0A-FB9E-433B-AC2E-E4FD95CD09F0}">
      <dsp:nvSpPr>
        <dsp:cNvPr id="0" name=""/>
        <dsp:cNvSpPr/>
      </dsp:nvSpPr>
      <dsp:spPr>
        <a:xfrm>
          <a:off x="1116098" y="1209805"/>
          <a:ext cx="9537480" cy="9663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269" tIns="102269" rIns="102269" bIns="102269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Multiple retrieval strategies</a:t>
          </a:r>
          <a:r>
            <a:rPr lang="en-US" sz="2200" kern="1200"/>
            <a:t>: dense, sparse, hybrid, reranking.</a:t>
          </a:r>
        </a:p>
      </dsp:txBody>
      <dsp:txXfrm>
        <a:off x="1116098" y="1209805"/>
        <a:ext cx="9537480" cy="966318"/>
      </dsp:txXfrm>
    </dsp:sp>
    <dsp:sp modelId="{F891BBC0-662C-42FB-A0D5-8C9F02755928}">
      <dsp:nvSpPr>
        <dsp:cNvPr id="0" name=""/>
        <dsp:cNvSpPr/>
      </dsp:nvSpPr>
      <dsp:spPr>
        <a:xfrm>
          <a:off x="0" y="2417703"/>
          <a:ext cx="10653579" cy="96631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060744-89DE-4B7C-886A-C3C147FAF409}">
      <dsp:nvSpPr>
        <dsp:cNvPr id="0" name=""/>
        <dsp:cNvSpPr/>
      </dsp:nvSpPr>
      <dsp:spPr>
        <a:xfrm>
          <a:off x="292311" y="2635125"/>
          <a:ext cx="531475" cy="5314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8B0E2A-5216-4BBD-A7DB-86DFA38CEB05}">
      <dsp:nvSpPr>
        <dsp:cNvPr id="0" name=""/>
        <dsp:cNvSpPr/>
      </dsp:nvSpPr>
      <dsp:spPr>
        <a:xfrm>
          <a:off x="1116098" y="2417703"/>
          <a:ext cx="9537480" cy="9663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269" tIns="102269" rIns="102269" bIns="102269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Composable retrieval graphs</a:t>
          </a:r>
          <a:r>
            <a:rPr lang="en-US" sz="2200" kern="1200"/>
            <a:t> for multi‑corpus queries.</a:t>
          </a:r>
        </a:p>
      </dsp:txBody>
      <dsp:txXfrm>
        <a:off x="1116098" y="2417703"/>
        <a:ext cx="9537480" cy="966318"/>
      </dsp:txXfrm>
    </dsp:sp>
    <dsp:sp modelId="{EAAFE8C0-376E-44A3-9A12-7575EC4A1D03}">
      <dsp:nvSpPr>
        <dsp:cNvPr id="0" name=""/>
        <dsp:cNvSpPr/>
      </dsp:nvSpPr>
      <dsp:spPr>
        <a:xfrm>
          <a:off x="0" y="3625602"/>
          <a:ext cx="10653579" cy="96631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DE2281-211B-4800-9472-84EAA099F5E8}">
      <dsp:nvSpPr>
        <dsp:cNvPr id="0" name=""/>
        <dsp:cNvSpPr/>
      </dsp:nvSpPr>
      <dsp:spPr>
        <a:xfrm>
          <a:off x="292311" y="3843024"/>
          <a:ext cx="531475" cy="53147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E203C6-3B53-4F2C-8474-99FF0A057C71}">
      <dsp:nvSpPr>
        <dsp:cNvPr id="0" name=""/>
        <dsp:cNvSpPr/>
      </dsp:nvSpPr>
      <dsp:spPr>
        <a:xfrm>
          <a:off x="1116098" y="3625602"/>
          <a:ext cx="9537480" cy="9663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269" tIns="102269" rIns="102269" bIns="102269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Observability tools</a:t>
          </a:r>
          <a:r>
            <a:rPr lang="en-US" sz="2200" kern="1200"/>
            <a:t> to see why certain chunks were retrieved.</a:t>
          </a:r>
        </a:p>
      </dsp:txBody>
      <dsp:txXfrm>
        <a:off x="1116098" y="3625602"/>
        <a:ext cx="9537480" cy="96631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C325C2-5A98-4B67-B456-B9D42AE6A932}">
      <dsp:nvSpPr>
        <dsp:cNvPr id="0" name=""/>
        <dsp:cNvSpPr/>
      </dsp:nvSpPr>
      <dsp:spPr>
        <a:xfrm>
          <a:off x="0" y="956885"/>
          <a:ext cx="2906817" cy="18458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F30521-8786-4C99-AEEB-2A64624B4438}">
      <dsp:nvSpPr>
        <dsp:cNvPr id="0" name=""/>
        <dsp:cNvSpPr/>
      </dsp:nvSpPr>
      <dsp:spPr>
        <a:xfrm>
          <a:off x="322979" y="1263716"/>
          <a:ext cx="2906817" cy="18458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Retrieval adds extra latency.</a:t>
          </a:r>
        </a:p>
      </dsp:txBody>
      <dsp:txXfrm>
        <a:off x="377041" y="1317778"/>
        <a:ext cx="2798693" cy="1737704"/>
      </dsp:txXfrm>
    </dsp:sp>
    <dsp:sp modelId="{492CA034-55EB-4034-ACF4-22EEE0BB0D1C}">
      <dsp:nvSpPr>
        <dsp:cNvPr id="0" name=""/>
        <dsp:cNvSpPr/>
      </dsp:nvSpPr>
      <dsp:spPr>
        <a:xfrm>
          <a:off x="3552776" y="956885"/>
          <a:ext cx="2906817" cy="18458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921D66-8960-475F-B2AA-427840B488E0}">
      <dsp:nvSpPr>
        <dsp:cNvPr id="0" name=""/>
        <dsp:cNvSpPr/>
      </dsp:nvSpPr>
      <dsp:spPr>
        <a:xfrm>
          <a:off x="3875756" y="1263716"/>
          <a:ext cx="2906817" cy="18458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Index maintenance (updates, storage) can be costly.</a:t>
          </a:r>
        </a:p>
      </dsp:txBody>
      <dsp:txXfrm>
        <a:off x="3929818" y="1317778"/>
        <a:ext cx="2798693" cy="1737704"/>
      </dsp:txXfrm>
    </dsp:sp>
    <dsp:sp modelId="{BB130691-E40E-4A92-94D2-00997A06709B}">
      <dsp:nvSpPr>
        <dsp:cNvPr id="0" name=""/>
        <dsp:cNvSpPr/>
      </dsp:nvSpPr>
      <dsp:spPr>
        <a:xfrm>
          <a:off x="7105553" y="956885"/>
          <a:ext cx="2906817" cy="18458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A3E4A3-20EF-4D44-AEB7-CB29EAF26A33}">
      <dsp:nvSpPr>
        <dsp:cNvPr id="0" name=""/>
        <dsp:cNvSpPr/>
      </dsp:nvSpPr>
      <dsp:spPr>
        <a:xfrm>
          <a:off x="7428532" y="1263716"/>
          <a:ext cx="2906817" cy="18458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More focused on retrieval → less flexible for arbitrary tool use.</a:t>
          </a:r>
        </a:p>
      </dsp:txBody>
      <dsp:txXfrm>
        <a:off x="7482594" y="1317778"/>
        <a:ext cx="2798693" cy="173770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4E57C0-C565-4E3B-A8A6-184E0455D3D3}">
      <dsp:nvSpPr>
        <dsp:cNvPr id="0" name=""/>
        <dsp:cNvSpPr/>
      </dsp:nvSpPr>
      <dsp:spPr>
        <a:xfrm>
          <a:off x="0" y="560"/>
          <a:ext cx="10653579" cy="13122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C6104E-AB69-4221-BA05-5809E0C252F5}">
      <dsp:nvSpPr>
        <dsp:cNvPr id="0" name=""/>
        <dsp:cNvSpPr/>
      </dsp:nvSpPr>
      <dsp:spPr>
        <a:xfrm>
          <a:off x="396941" y="295806"/>
          <a:ext cx="721711" cy="7217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87CA95-AA35-4BE8-AD62-F6F7C7E6C818}">
      <dsp:nvSpPr>
        <dsp:cNvPr id="0" name=""/>
        <dsp:cNvSpPr/>
      </dsp:nvSpPr>
      <dsp:spPr>
        <a:xfrm>
          <a:off x="1515593" y="560"/>
          <a:ext cx="9137985" cy="13122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875" tIns="138875" rIns="138875" bIns="13887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Integration complexity: connecting both stacks needs engineering effort.</a:t>
          </a:r>
        </a:p>
      </dsp:txBody>
      <dsp:txXfrm>
        <a:off x="1515593" y="560"/>
        <a:ext cx="9137985" cy="1312201"/>
      </dsp:txXfrm>
    </dsp:sp>
    <dsp:sp modelId="{8E6966E5-D734-44FD-BFDD-3FBD8F76FFA9}">
      <dsp:nvSpPr>
        <dsp:cNvPr id="0" name=""/>
        <dsp:cNvSpPr/>
      </dsp:nvSpPr>
      <dsp:spPr>
        <a:xfrm>
          <a:off x="0" y="1640813"/>
          <a:ext cx="10653579" cy="13122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F5222C-4DA4-4D9B-9156-DCE96A040D61}">
      <dsp:nvSpPr>
        <dsp:cNvPr id="0" name=""/>
        <dsp:cNvSpPr/>
      </dsp:nvSpPr>
      <dsp:spPr>
        <a:xfrm>
          <a:off x="396941" y="1936058"/>
          <a:ext cx="721711" cy="7217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9E33BA-406F-4AC3-8700-C4B4269BFC52}">
      <dsp:nvSpPr>
        <dsp:cNvPr id="0" name=""/>
        <dsp:cNvSpPr/>
      </dsp:nvSpPr>
      <dsp:spPr>
        <a:xfrm>
          <a:off x="1515593" y="1640813"/>
          <a:ext cx="9137985" cy="13122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875" tIns="138875" rIns="138875" bIns="13887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Higher resource usage (two frameworks + vector DB).</a:t>
          </a:r>
        </a:p>
      </dsp:txBody>
      <dsp:txXfrm>
        <a:off x="1515593" y="1640813"/>
        <a:ext cx="9137985" cy="1312201"/>
      </dsp:txXfrm>
    </dsp:sp>
    <dsp:sp modelId="{CD6A42F0-E0FD-4F18-955D-6184373A2921}">
      <dsp:nvSpPr>
        <dsp:cNvPr id="0" name=""/>
        <dsp:cNvSpPr/>
      </dsp:nvSpPr>
      <dsp:spPr>
        <a:xfrm>
          <a:off x="0" y="3281065"/>
          <a:ext cx="10653579" cy="13122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33620F-56CC-47C1-AF68-23B7DD089045}">
      <dsp:nvSpPr>
        <dsp:cNvPr id="0" name=""/>
        <dsp:cNvSpPr/>
      </dsp:nvSpPr>
      <dsp:spPr>
        <a:xfrm>
          <a:off x="396941" y="3576310"/>
          <a:ext cx="721711" cy="7217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95FF75-D797-4A19-A06B-F8FEAE2214EF}">
      <dsp:nvSpPr>
        <dsp:cNvPr id="0" name=""/>
        <dsp:cNvSpPr/>
      </dsp:nvSpPr>
      <dsp:spPr>
        <a:xfrm>
          <a:off x="1515593" y="3281065"/>
          <a:ext cx="9137985" cy="13122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875" tIns="138875" rIns="138875" bIns="13887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Monitoring must span across both systems.</a:t>
          </a:r>
        </a:p>
      </dsp:txBody>
      <dsp:txXfrm>
        <a:off x="1515593" y="3281065"/>
        <a:ext cx="9137985" cy="131220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32B6B0-D107-45D1-A889-F82C33055466}">
      <dsp:nvSpPr>
        <dsp:cNvPr id="0" name=""/>
        <dsp:cNvSpPr/>
      </dsp:nvSpPr>
      <dsp:spPr>
        <a:xfrm>
          <a:off x="0" y="89663"/>
          <a:ext cx="10653579" cy="5896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LangChain alone (lightweight RAG or reasoning only):</a:t>
          </a:r>
          <a:endParaRPr lang="en-US" sz="2400" kern="1200"/>
        </a:p>
      </dsp:txBody>
      <dsp:txXfrm>
        <a:off x="28786" y="118449"/>
        <a:ext cx="10596007" cy="532107"/>
      </dsp:txXfrm>
    </dsp:sp>
    <dsp:sp modelId="{AD672AE0-3920-46BA-B54F-2AF8CDE3F152}">
      <dsp:nvSpPr>
        <dsp:cNvPr id="0" name=""/>
        <dsp:cNvSpPr/>
      </dsp:nvSpPr>
      <dsp:spPr>
        <a:xfrm>
          <a:off x="0" y="679343"/>
          <a:ext cx="10653579" cy="6582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8251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Pure tool orchestration (math + APIs + light retrieval).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Latency‑sensitive tasks where deep retrieval is not required.</a:t>
          </a:r>
        </a:p>
      </dsp:txBody>
      <dsp:txXfrm>
        <a:off x="0" y="679343"/>
        <a:ext cx="10653579" cy="658260"/>
      </dsp:txXfrm>
    </dsp:sp>
    <dsp:sp modelId="{9DEF51A8-E6F4-4578-B085-B95CD0FE68EE}">
      <dsp:nvSpPr>
        <dsp:cNvPr id="0" name=""/>
        <dsp:cNvSpPr/>
      </dsp:nvSpPr>
      <dsp:spPr>
        <a:xfrm>
          <a:off x="0" y="1337604"/>
          <a:ext cx="10653579" cy="5896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LlamaIndex alone (deep retrieval, less orchestration):</a:t>
          </a:r>
          <a:endParaRPr lang="en-US" sz="2400" kern="1200"/>
        </a:p>
      </dsp:txBody>
      <dsp:txXfrm>
        <a:off x="28786" y="1366390"/>
        <a:ext cx="10596007" cy="532107"/>
      </dsp:txXfrm>
    </dsp:sp>
    <dsp:sp modelId="{664331EF-83E9-401D-9E79-BFD24E094845}">
      <dsp:nvSpPr>
        <dsp:cNvPr id="0" name=""/>
        <dsp:cNvSpPr/>
      </dsp:nvSpPr>
      <dsp:spPr>
        <a:xfrm>
          <a:off x="0" y="1927284"/>
          <a:ext cx="10653579" cy="993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8251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Academic literature search.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Legal document summarization.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Multi‑document QA where retrieval quality is priority.</a:t>
          </a:r>
        </a:p>
      </dsp:txBody>
      <dsp:txXfrm>
        <a:off x="0" y="1927284"/>
        <a:ext cx="10653579" cy="993600"/>
      </dsp:txXfrm>
    </dsp:sp>
    <dsp:sp modelId="{B92189E7-9E9D-4513-9ADD-DC22B768AE91}">
      <dsp:nvSpPr>
        <dsp:cNvPr id="0" name=""/>
        <dsp:cNvSpPr/>
      </dsp:nvSpPr>
      <dsp:spPr>
        <a:xfrm>
          <a:off x="0" y="2920884"/>
          <a:ext cx="10653579" cy="5896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LangChain + LlamaIndex combined:</a:t>
          </a:r>
          <a:endParaRPr lang="en-US" sz="2400" kern="1200"/>
        </a:p>
      </dsp:txBody>
      <dsp:txXfrm>
        <a:off x="28786" y="2949670"/>
        <a:ext cx="10596007" cy="532107"/>
      </dsp:txXfrm>
    </dsp:sp>
    <dsp:sp modelId="{6A9ACB0A-861F-4499-9F8C-F23D27EABBB9}">
      <dsp:nvSpPr>
        <dsp:cNvPr id="0" name=""/>
        <dsp:cNvSpPr/>
      </dsp:nvSpPr>
      <dsp:spPr>
        <a:xfrm>
          <a:off x="0" y="3510564"/>
          <a:ext cx="10653579" cy="993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8251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Enterprise knowledge assistants (contracts + APIs).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Customer support bots (retrieval + action execution).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Research copilots (retrieval across multi‑corpus + reasoning to plan steps).</a:t>
          </a:r>
        </a:p>
      </dsp:txBody>
      <dsp:txXfrm>
        <a:off x="0" y="3510564"/>
        <a:ext cx="10653579" cy="9936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EB022E-7985-404F-924B-047A4F97998E}">
      <dsp:nvSpPr>
        <dsp:cNvPr id="0" name=""/>
        <dsp:cNvSpPr/>
      </dsp:nvSpPr>
      <dsp:spPr>
        <a:xfrm>
          <a:off x="0" y="560"/>
          <a:ext cx="10653579" cy="13122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511656-DF0B-45B9-9002-52D2F6B9DF48}">
      <dsp:nvSpPr>
        <dsp:cNvPr id="0" name=""/>
        <dsp:cNvSpPr/>
      </dsp:nvSpPr>
      <dsp:spPr>
        <a:xfrm>
          <a:off x="396941" y="295806"/>
          <a:ext cx="721711" cy="7217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7C6AF5-6D52-4B43-A7FA-B4CCD0CA6805}">
      <dsp:nvSpPr>
        <dsp:cNvPr id="0" name=""/>
        <dsp:cNvSpPr/>
      </dsp:nvSpPr>
      <dsp:spPr>
        <a:xfrm>
          <a:off x="1515593" y="560"/>
          <a:ext cx="9137985" cy="13122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875" tIns="138875" rIns="138875" bIns="13887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RAG can use </a:t>
          </a:r>
          <a:r>
            <a:rPr lang="en-US" sz="2500" b="1" kern="1200"/>
            <a:t>local memory</a:t>
          </a:r>
          <a:r>
            <a:rPr lang="en-US" sz="2500" kern="1200"/>
            <a:t> to store retrieved chunks temporarily for the session.</a:t>
          </a:r>
        </a:p>
      </dsp:txBody>
      <dsp:txXfrm>
        <a:off x="1515593" y="560"/>
        <a:ext cx="9137985" cy="1312201"/>
      </dsp:txXfrm>
    </dsp:sp>
    <dsp:sp modelId="{27F48174-49ED-41EF-8886-A777A24B983A}">
      <dsp:nvSpPr>
        <dsp:cNvPr id="0" name=""/>
        <dsp:cNvSpPr/>
      </dsp:nvSpPr>
      <dsp:spPr>
        <a:xfrm>
          <a:off x="0" y="1640813"/>
          <a:ext cx="10653579" cy="13122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00FC66-DA5D-4D6F-8C05-BAAD71AFB567}">
      <dsp:nvSpPr>
        <dsp:cNvPr id="0" name=""/>
        <dsp:cNvSpPr/>
      </dsp:nvSpPr>
      <dsp:spPr>
        <a:xfrm>
          <a:off x="396941" y="1936058"/>
          <a:ext cx="721711" cy="7217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11ED43-8A54-41B1-85E5-9942EE562D74}">
      <dsp:nvSpPr>
        <dsp:cNvPr id="0" name=""/>
        <dsp:cNvSpPr/>
      </dsp:nvSpPr>
      <dsp:spPr>
        <a:xfrm>
          <a:off x="1515593" y="1640813"/>
          <a:ext cx="4794110" cy="13122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875" tIns="138875" rIns="138875" bIns="13887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Acts as a short‑term memory:</a:t>
          </a:r>
        </a:p>
      </dsp:txBody>
      <dsp:txXfrm>
        <a:off x="1515593" y="1640813"/>
        <a:ext cx="4794110" cy="1312201"/>
      </dsp:txXfrm>
    </dsp:sp>
    <dsp:sp modelId="{55BBB04A-58F8-4104-B818-134FF4CEA786}">
      <dsp:nvSpPr>
        <dsp:cNvPr id="0" name=""/>
        <dsp:cNvSpPr/>
      </dsp:nvSpPr>
      <dsp:spPr>
        <a:xfrm>
          <a:off x="6309703" y="1640813"/>
          <a:ext cx="4343875" cy="13122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875" tIns="138875" rIns="138875" bIns="138875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Keeps context across multiple turns.</a:t>
          </a:r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Can reset or expire after session.</a:t>
          </a:r>
        </a:p>
      </dsp:txBody>
      <dsp:txXfrm>
        <a:off x="6309703" y="1640813"/>
        <a:ext cx="4343875" cy="1312201"/>
      </dsp:txXfrm>
    </dsp:sp>
    <dsp:sp modelId="{8E099417-FEEF-4036-B6FA-EEF4F33D5A2F}">
      <dsp:nvSpPr>
        <dsp:cNvPr id="0" name=""/>
        <dsp:cNvSpPr/>
      </dsp:nvSpPr>
      <dsp:spPr>
        <a:xfrm>
          <a:off x="0" y="3281065"/>
          <a:ext cx="10653579" cy="13122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1EFBD1-6F39-4A3E-AB1E-26A1AD4D7F98}">
      <dsp:nvSpPr>
        <dsp:cNvPr id="0" name=""/>
        <dsp:cNvSpPr/>
      </dsp:nvSpPr>
      <dsp:spPr>
        <a:xfrm>
          <a:off x="396941" y="3576310"/>
          <a:ext cx="721711" cy="7217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AA5E5D-ADC6-4E50-BA44-7E425258D975}">
      <dsp:nvSpPr>
        <dsp:cNvPr id="0" name=""/>
        <dsp:cNvSpPr/>
      </dsp:nvSpPr>
      <dsp:spPr>
        <a:xfrm>
          <a:off x="1515593" y="3281065"/>
          <a:ext cx="9137985" cy="13122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875" tIns="138875" rIns="138875" bIns="13887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Complements vector DB (long‑term storage).</a:t>
          </a:r>
        </a:p>
      </dsp:txBody>
      <dsp:txXfrm>
        <a:off x="1515593" y="3281065"/>
        <a:ext cx="9137985" cy="131220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0781BA-8922-4162-9650-9DECACB07469}">
      <dsp:nvSpPr>
        <dsp:cNvPr id="0" name=""/>
        <dsp:cNvSpPr/>
      </dsp:nvSpPr>
      <dsp:spPr>
        <a:xfrm>
          <a:off x="0" y="354"/>
          <a:ext cx="10382492" cy="4881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48BA46-84A9-4B99-94C6-4112D3C8D07B}">
      <dsp:nvSpPr>
        <dsp:cNvPr id="0" name=""/>
        <dsp:cNvSpPr/>
      </dsp:nvSpPr>
      <dsp:spPr>
        <a:xfrm>
          <a:off x="147660" y="110184"/>
          <a:ext cx="268474" cy="26847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09E200-CD3E-4771-B05B-0C8190BFC29A}">
      <dsp:nvSpPr>
        <dsp:cNvPr id="0" name=""/>
        <dsp:cNvSpPr/>
      </dsp:nvSpPr>
      <dsp:spPr>
        <a:xfrm>
          <a:off x="563795" y="354"/>
          <a:ext cx="9818696" cy="488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661" tIns="51661" rIns="51661" bIns="5166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An agent = an LLM that can decide which tool to use step by step.</a:t>
          </a:r>
        </a:p>
      </dsp:txBody>
      <dsp:txXfrm>
        <a:off x="563795" y="354"/>
        <a:ext cx="9818696" cy="488134"/>
      </dsp:txXfrm>
    </dsp:sp>
    <dsp:sp modelId="{F8EA44F5-4A9D-48E7-B33D-1E5993BBF894}">
      <dsp:nvSpPr>
        <dsp:cNvPr id="0" name=""/>
        <dsp:cNvSpPr/>
      </dsp:nvSpPr>
      <dsp:spPr>
        <a:xfrm>
          <a:off x="0" y="610522"/>
          <a:ext cx="10382492" cy="4881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C4738E-7E66-4E7D-93CB-85B01F536A80}">
      <dsp:nvSpPr>
        <dsp:cNvPr id="0" name=""/>
        <dsp:cNvSpPr/>
      </dsp:nvSpPr>
      <dsp:spPr>
        <a:xfrm>
          <a:off x="147660" y="720353"/>
          <a:ext cx="268474" cy="26847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63C19F-A610-4DCC-A766-57BB2F66C1A8}">
      <dsp:nvSpPr>
        <dsp:cNvPr id="0" name=""/>
        <dsp:cNvSpPr/>
      </dsp:nvSpPr>
      <dsp:spPr>
        <a:xfrm>
          <a:off x="563795" y="610522"/>
          <a:ext cx="9818696" cy="488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661" tIns="51661" rIns="51661" bIns="5166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Tool examples: calculator, search engine, API call, knowledge base retriever (like LlamaIndex).</a:t>
          </a:r>
        </a:p>
      </dsp:txBody>
      <dsp:txXfrm>
        <a:off x="563795" y="610522"/>
        <a:ext cx="9818696" cy="488134"/>
      </dsp:txXfrm>
    </dsp:sp>
    <dsp:sp modelId="{EC215432-602A-4FA1-A9F5-888D7DA7104D}">
      <dsp:nvSpPr>
        <dsp:cNvPr id="0" name=""/>
        <dsp:cNvSpPr/>
      </dsp:nvSpPr>
      <dsp:spPr>
        <a:xfrm>
          <a:off x="0" y="1220691"/>
          <a:ext cx="10382492" cy="4881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0916AC-48D1-4003-BA4F-3B957BEAD742}">
      <dsp:nvSpPr>
        <dsp:cNvPr id="0" name=""/>
        <dsp:cNvSpPr/>
      </dsp:nvSpPr>
      <dsp:spPr>
        <a:xfrm>
          <a:off x="147660" y="1330521"/>
          <a:ext cx="268474" cy="26847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00EC13-7ED7-414C-8B1A-2A8B9A28489B}">
      <dsp:nvSpPr>
        <dsp:cNvPr id="0" name=""/>
        <dsp:cNvSpPr/>
      </dsp:nvSpPr>
      <dsp:spPr>
        <a:xfrm>
          <a:off x="563795" y="1220691"/>
          <a:ext cx="9818696" cy="488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661" tIns="51661" rIns="51661" bIns="5166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Tool augmentation means you are giving the agent more abilities than just retrieval:</a:t>
          </a:r>
        </a:p>
      </dsp:txBody>
      <dsp:txXfrm>
        <a:off x="563795" y="1220691"/>
        <a:ext cx="9818696" cy="488134"/>
      </dsp:txXfrm>
    </dsp:sp>
    <dsp:sp modelId="{200B91F7-7D0E-4DE5-9597-FC2E06D115E4}">
      <dsp:nvSpPr>
        <dsp:cNvPr id="0" name=""/>
        <dsp:cNvSpPr/>
      </dsp:nvSpPr>
      <dsp:spPr>
        <a:xfrm>
          <a:off x="0" y="1830859"/>
          <a:ext cx="10382492" cy="4881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04549B-21B9-4392-8F9B-3CB4B471CE2B}">
      <dsp:nvSpPr>
        <dsp:cNvPr id="0" name=""/>
        <dsp:cNvSpPr/>
      </dsp:nvSpPr>
      <dsp:spPr>
        <a:xfrm>
          <a:off x="147660" y="1940689"/>
          <a:ext cx="268474" cy="26847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C9EF06-DF50-4E2B-9A9E-A40B6C613659}">
      <dsp:nvSpPr>
        <dsp:cNvPr id="0" name=""/>
        <dsp:cNvSpPr/>
      </dsp:nvSpPr>
      <dsp:spPr>
        <a:xfrm>
          <a:off x="563795" y="1830859"/>
          <a:ext cx="9818696" cy="488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661" tIns="51661" rIns="51661" bIns="5166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It can calculate.</a:t>
          </a:r>
        </a:p>
      </dsp:txBody>
      <dsp:txXfrm>
        <a:off x="563795" y="1830859"/>
        <a:ext cx="9818696" cy="488134"/>
      </dsp:txXfrm>
    </dsp:sp>
    <dsp:sp modelId="{A9865CD1-09EC-4311-8377-D92A50EE25DD}">
      <dsp:nvSpPr>
        <dsp:cNvPr id="0" name=""/>
        <dsp:cNvSpPr/>
      </dsp:nvSpPr>
      <dsp:spPr>
        <a:xfrm>
          <a:off x="0" y="2441028"/>
          <a:ext cx="10382492" cy="4881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16BB21-111D-4FD4-B746-7902EC6DACD3}">
      <dsp:nvSpPr>
        <dsp:cNvPr id="0" name=""/>
        <dsp:cNvSpPr/>
      </dsp:nvSpPr>
      <dsp:spPr>
        <a:xfrm>
          <a:off x="147660" y="2550858"/>
          <a:ext cx="268474" cy="26847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55A8CB-B516-494A-8749-E19BDDC5A439}">
      <dsp:nvSpPr>
        <dsp:cNvPr id="0" name=""/>
        <dsp:cNvSpPr/>
      </dsp:nvSpPr>
      <dsp:spPr>
        <a:xfrm>
          <a:off x="563795" y="2441028"/>
          <a:ext cx="9818696" cy="488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661" tIns="51661" rIns="51661" bIns="5166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It can search the web.</a:t>
          </a:r>
        </a:p>
      </dsp:txBody>
      <dsp:txXfrm>
        <a:off x="563795" y="2441028"/>
        <a:ext cx="9818696" cy="488134"/>
      </dsp:txXfrm>
    </dsp:sp>
    <dsp:sp modelId="{38F85100-4A1A-4893-90DA-A42A8D8A1253}">
      <dsp:nvSpPr>
        <dsp:cNvPr id="0" name=""/>
        <dsp:cNvSpPr/>
      </dsp:nvSpPr>
      <dsp:spPr>
        <a:xfrm>
          <a:off x="0" y="3051196"/>
          <a:ext cx="10382492" cy="4881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C6E99A-2F6B-4512-9498-2D848D1E3CB0}">
      <dsp:nvSpPr>
        <dsp:cNvPr id="0" name=""/>
        <dsp:cNvSpPr/>
      </dsp:nvSpPr>
      <dsp:spPr>
        <a:xfrm>
          <a:off x="147660" y="3161026"/>
          <a:ext cx="268474" cy="268474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841A0A-3089-423C-9E26-9BB5330792DA}">
      <dsp:nvSpPr>
        <dsp:cNvPr id="0" name=""/>
        <dsp:cNvSpPr/>
      </dsp:nvSpPr>
      <dsp:spPr>
        <a:xfrm>
          <a:off x="563795" y="3051196"/>
          <a:ext cx="9818696" cy="488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661" tIns="51661" rIns="51661" bIns="5166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It can fetch from your vector DB (via LlamaIndex).</a:t>
          </a:r>
        </a:p>
      </dsp:txBody>
      <dsp:txXfrm>
        <a:off x="563795" y="3051196"/>
        <a:ext cx="9818696" cy="488134"/>
      </dsp:txXfrm>
    </dsp:sp>
    <dsp:sp modelId="{6F7A1C8F-3487-4F61-ABA7-2E6E3958634B}">
      <dsp:nvSpPr>
        <dsp:cNvPr id="0" name=""/>
        <dsp:cNvSpPr/>
      </dsp:nvSpPr>
      <dsp:spPr>
        <a:xfrm>
          <a:off x="0" y="3661364"/>
          <a:ext cx="10382492" cy="4881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CAB468-799B-4CC7-B187-06F8B9DF6394}">
      <dsp:nvSpPr>
        <dsp:cNvPr id="0" name=""/>
        <dsp:cNvSpPr/>
      </dsp:nvSpPr>
      <dsp:spPr>
        <a:xfrm>
          <a:off x="147660" y="3771195"/>
          <a:ext cx="268474" cy="268474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68FB50-C274-4953-AAA9-EA1306E4BB48}">
      <dsp:nvSpPr>
        <dsp:cNvPr id="0" name=""/>
        <dsp:cNvSpPr/>
      </dsp:nvSpPr>
      <dsp:spPr>
        <a:xfrm>
          <a:off x="563795" y="3661364"/>
          <a:ext cx="9818696" cy="488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661" tIns="51661" rIns="51661" bIns="5166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It can combine multiple results.</a:t>
          </a:r>
        </a:p>
      </dsp:txBody>
      <dsp:txXfrm>
        <a:off x="563795" y="3661364"/>
        <a:ext cx="9818696" cy="48813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A33C47-34CE-49FD-BB37-852530509F76}">
      <dsp:nvSpPr>
        <dsp:cNvPr id="0" name=""/>
        <dsp:cNvSpPr/>
      </dsp:nvSpPr>
      <dsp:spPr>
        <a:xfrm>
          <a:off x="0" y="560"/>
          <a:ext cx="106535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9C6C2F-8C9F-44A1-87D8-A54DBA65991F}">
      <dsp:nvSpPr>
        <dsp:cNvPr id="0" name=""/>
        <dsp:cNvSpPr/>
      </dsp:nvSpPr>
      <dsp:spPr>
        <a:xfrm>
          <a:off x="0" y="560"/>
          <a:ext cx="10653579" cy="9185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When knowledge changes frequently.</a:t>
          </a:r>
        </a:p>
      </dsp:txBody>
      <dsp:txXfrm>
        <a:off x="0" y="560"/>
        <a:ext cx="10653579" cy="918541"/>
      </dsp:txXfrm>
    </dsp:sp>
    <dsp:sp modelId="{9509AF37-051B-4241-96AC-7158EDCADA78}">
      <dsp:nvSpPr>
        <dsp:cNvPr id="0" name=""/>
        <dsp:cNvSpPr/>
      </dsp:nvSpPr>
      <dsp:spPr>
        <a:xfrm>
          <a:off x="0" y="919102"/>
          <a:ext cx="106535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5EBE09-80BF-4155-9DF7-21CBE5ED7B17}">
      <dsp:nvSpPr>
        <dsp:cNvPr id="0" name=""/>
        <dsp:cNvSpPr/>
      </dsp:nvSpPr>
      <dsp:spPr>
        <a:xfrm>
          <a:off x="0" y="919102"/>
          <a:ext cx="10653579" cy="9185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When citations are needed.</a:t>
          </a:r>
        </a:p>
      </dsp:txBody>
      <dsp:txXfrm>
        <a:off x="0" y="919102"/>
        <a:ext cx="10653579" cy="918541"/>
      </dsp:txXfrm>
    </dsp:sp>
    <dsp:sp modelId="{04CE3A64-CB4B-4ACF-9C9F-97101B1C44AF}">
      <dsp:nvSpPr>
        <dsp:cNvPr id="0" name=""/>
        <dsp:cNvSpPr/>
      </dsp:nvSpPr>
      <dsp:spPr>
        <a:xfrm>
          <a:off x="0" y="1837643"/>
          <a:ext cx="106535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AF1FEE-A3B0-42A5-A792-12154DB2710B}">
      <dsp:nvSpPr>
        <dsp:cNvPr id="0" name=""/>
        <dsp:cNvSpPr/>
      </dsp:nvSpPr>
      <dsp:spPr>
        <a:xfrm>
          <a:off x="0" y="1837643"/>
          <a:ext cx="10653579" cy="9185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When private/internal data must be accessed.</a:t>
          </a:r>
        </a:p>
      </dsp:txBody>
      <dsp:txXfrm>
        <a:off x="0" y="1837643"/>
        <a:ext cx="10653579" cy="918541"/>
      </dsp:txXfrm>
    </dsp:sp>
    <dsp:sp modelId="{58B53E86-8238-4E3B-8820-D71E56BE809E}">
      <dsp:nvSpPr>
        <dsp:cNvPr id="0" name=""/>
        <dsp:cNvSpPr/>
      </dsp:nvSpPr>
      <dsp:spPr>
        <a:xfrm>
          <a:off x="0" y="2756184"/>
          <a:ext cx="106535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D4D52A-6DB4-4BC8-8CFF-3843961A5AB5}">
      <dsp:nvSpPr>
        <dsp:cNvPr id="0" name=""/>
        <dsp:cNvSpPr/>
      </dsp:nvSpPr>
      <dsp:spPr>
        <a:xfrm>
          <a:off x="0" y="2756184"/>
          <a:ext cx="10653579" cy="9185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When reducing hallucination risk is critical.</a:t>
          </a:r>
        </a:p>
      </dsp:txBody>
      <dsp:txXfrm>
        <a:off x="0" y="2756184"/>
        <a:ext cx="10653579" cy="918541"/>
      </dsp:txXfrm>
    </dsp:sp>
    <dsp:sp modelId="{04F5487C-0124-4FA4-9655-91A16605EE5D}">
      <dsp:nvSpPr>
        <dsp:cNvPr id="0" name=""/>
        <dsp:cNvSpPr/>
      </dsp:nvSpPr>
      <dsp:spPr>
        <a:xfrm>
          <a:off x="0" y="3674725"/>
          <a:ext cx="106535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FF7433-0289-40D4-BD58-8E040EA7CE86}">
      <dsp:nvSpPr>
        <dsp:cNvPr id="0" name=""/>
        <dsp:cNvSpPr/>
      </dsp:nvSpPr>
      <dsp:spPr>
        <a:xfrm>
          <a:off x="0" y="3674725"/>
          <a:ext cx="10653579" cy="9185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When not to use RAG:</a:t>
          </a:r>
          <a:r>
            <a:rPr lang="en-US" sz="2500" kern="1200"/>
            <a:t> - Simple tasks without external knowledge. - Latency‑sensitive use cases.</a:t>
          </a:r>
        </a:p>
      </dsp:txBody>
      <dsp:txXfrm>
        <a:off x="0" y="3674725"/>
        <a:ext cx="10653579" cy="918541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5369C2-3EBB-46D6-BF21-BE5917CC8EEE}">
      <dsp:nvSpPr>
        <dsp:cNvPr id="0" name=""/>
        <dsp:cNvSpPr/>
      </dsp:nvSpPr>
      <dsp:spPr>
        <a:xfrm>
          <a:off x="1639158" y="51372"/>
          <a:ext cx="976394" cy="97639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0EE08E-4E0B-4467-9891-F6966B69F30D}">
      <dsp:nvSpPr>
        <dsp:cNvPr id="0" name=""/>
        <dsp:cNvSpPr/>
      </dsp:nvSpPr>
      <dsp:spPr>
        <a:xfrm>
          <a:off x="1844201" y="256414"/>
          <a:ext cx="566308" cy="56630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A6ABA9-67E7-422D-9D88-BF92F7D234B1}">
      <dsp:nvSpPr>
        <dsp:cNvPr id="0" name=""/>
        <dsp:cNvSpPr/>
      </dsp:nvSpPr>
      <dsp:spPr>
        <a:xfrm>
          <a:off x="2824779" y="51372"/>
          <a:ext cx="2301500" cy="976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Chat with PDFs.</a:t>
          </a:r>
        </a:p>
      </dsp:txBody>
      <dsp:txXfrm>
        <a:off x="2824779" y="51372"/>
        <a:ext cx="2301500" cy="976394"/>
      </dsp:txXfrm>
    </dsp:sp>
    <dsp:sp modelId="{E125D10F-5B40-4A01-9ACB-B6D8F64802CE}">
      <dsp:nvSpPr>
        <dsp:cNvPr id="0" name=""/>
        <dsp:cNvSpPr/>
      </dsp:nvSpPr>
      <dsp:spPr>
        <a:xfrm>
          <a:off x="5527298" y="51372"/>
          <a:ext cx="976394" cy="97639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80C461-378C-4EB8-B62F-C9E53E3186E4}">
      <dsp:nvSpPr>
        <dsp:cNvPr id="0" name=""/>
        <dsp:cNvSpPr/>
      </dsp:nvSpPr>
      <dsp:spPr>
        <a:xfrm>
          <a:off x="5732341" y="256414"/>
          <a:ext cx="566308" cy="56630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AE13C0-F80E-44AF-90F5-3ED05E4CC22D}">
      <dsp:nvSpPr>
        <dsp:cNvPr id="0" name=""/>
        <dsp:cNvSpPr/>
      </dsp:nvSpPr>
      <dsp:spPr>
        <a:xfrm>
          <a:off x="6712920" y="51372"/>
          <a:ext cx="2301500" cy="976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Legal assistants (contracts, policies).</a:t>
          </a:r>
        </a:p>
      </dsp:txBody>
      <dsp:txXfrm>
        <a:off x="6712920" y="51372"/>
        <a:ext cx="2301500" cy="976394"/>
      </dsp:txXfrm>
    </dsp:sp>
    <dsp:sp modelId="{A7726FA5-25FC-44AB-BB75-CC8AA1D5FC11}">
      <dsp:nvSpPr>
        <dsp:cNvPr id="0" name=""/>
        <dsp:cNvSpPr/>
      </dsp:nvSpPr>
      <dsp:spPr>
        <a:xfrm>
          <a:off x="1639158" y="1808716"/>
          <a:ext cx="976394" cy="97639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FB58F8-D944-46FA-BAAC-0CB8128388CF}">
      <dsp:nvSpPr>
        <dsp:cNvPr id="0" name=""/>
        <dsp:cNvSpPr/>
      </dsp:nvSpPr>
      <dsp:spPr>
        <a:xfrm>
          <a:off x="1844201" y="2013759"/>
          <a:ext cx="566308" cy="56630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12CD24-2D0E-47C5-B04F-D2134BB0CA9F}">
      <dsp:nvSpPr>
        <dsp:cNvPr id="0" name=""/>
        <dsp:cNvSpPr/>
      </dsp:nvSpPr>
      <dsp:spPr>
        <a:xfrm>
          <a:off x="2824779" y="1808716"/>
          <a:ext cx="2301500" cy="976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Academic research bots.</a:t>
          </a:r>
        </a:p>
      </dsp:txBody>
      <dsp:txXfrm>
        <a:off x="2824779" y="1808716"/>
        <a:ext cx="2301500" cy="976394"/>
      </dsp:txXfrm>
    </dsp:sp>
    <dsp:sp modelId="{25FA0C66-5DBB-401D-BD9D-2F76225F6152}">
      <dsp:nvSpPr>
        <dsp:cNvPr id="0" name=""/>
        <dsp:cNvSpPr/>
      </dsp:nvSpPr>
      <dsp:spPr>
        <a:xfrm>
          <a:off x="5527298" y="1808716"/>
          <a:ext cx="976394" cy="97639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C35F33-9898-46A3-9FF1-0699A15985F2}">
      <dsp:nvSpPr>
        <dsp:cNvPr id="0" name=""/>
        <dsp:cNvSpPr/>
      </dsp:nvSpPr>
      <dsp:spPr>
        <a:xfrm>
          <a:off x="5732341" y="2013759"/>
          <a:ext cx="566308" cy="56630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DBF442-80AB-4AD3-B2D0-FBD2067BBAFD}">
      <dsp:nvSpPr>
        <dsp:cNvPr id="0" name=""/>
        <dsp:cNvSpPr/>
      </dsp:nvSpPr>
      <dsp:spPr>
        <a:xfrm>
          <a:off x="6712920" y="1808716"/>
          <a:ext cx="2301500" cy="976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E‑commerce assistants (product catalogs).</a:t>
          </a:r>
        </a:p>
      </dsp:txBody>
      <dsp:txXfrm>
        <a:off x="6712920" y="1808716"/>
        <a:ext cx="2301500" cy="976394"/>
      </dsp:txXfrm>
    </dsp:sp>
    <dsp:sp modelId="{29DFBFB6-661C-4A64-8402-B8B6998A79B5}">
      <dsp:nvSpPr>
        <dsp:cNvPr id="0" name=""/>
        <dsp:cNvSpPr/>
      </dsp:nvSpPr>
      <dsp:spPr>
        <a:xfrm>
          <a:off x="1639158" y="3566061"/>
          <a:ext cx="976394" cy="97639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E7E590-2C3B-4FDE-BDB4-44009D050877}">
      <dsp:nvSpPr>
        <dsp:cNvPr id="0" name=""/>
        <dsp:cNvSpPr/>
      </dsp:nvSpPr>
      <dsp:spPr>
        <a:xfrm>
          <a:off x="1844201" y="3771104"/>
          <a:ext cx="566308" cy="56630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332B10-D4CE-40D6-B800-36786C70F23A}">
      <dsp:nvSpPr>
        <dsp:cNvPr id="0" name=""/>
        <dsp:cNvSpPr/>
      </dsp:nvSpPr>
      <dsp:spPr>
        <a:xfrm>
          <a:off x="2824779" y="3566061"/>
          <a:ext cx="2301500" cy="976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Customer support systems.</a:t>
          </a:r>
        </a:p>
      </dsp:txBody>
      <dsp:txXfrm>
        <a:off x="2824779" y="3566061"/>
        <a:ext cx="2301500" cy="976394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48B8E2-8079-428A-BEC5-F33A43501721}">
      <dsp:nvSpPr>
        <dsp:cNvPr id="0" name=""/>
        <dsp:cNvSpPr/>
      </dsp:nvSpPr>
      <dsp:spPr>
        <a:xfrm>
          <a:off x="0" y="35115"/>
          <a:ext cx="10653579" cy="10725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Retrieval quality depends on embeddings.</a:t>
          </a:r>
        </a:p>
      </dsp:txBody>
      <dsp:txXfrm>
        <a:off x="52359" y="87474"/>
        <a:ext cx="10548861" cy="967861"/>
      </dsp:txXfrm>
    </dsp:sp>
    <dsp:sp modelId="{BED2FC84-9594-4B07-9981-B3E225C97858}">
      <dsp:nvSpPr>
        <dsp:cNvPr id="0" name=""/>
        <dsp:cNvSpPr/>
      </dsp:nvSpPr>
      <dsp:spPr>
        <a:xfrm>
          <a:off x="0" y="1185454"/>
          <a:ext cx="10653579" cy="10725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Chunk size trade‑off: too big → noise, too small → loss of context.</a:t>
          </a:r>
        </a:p>
      </dsp:txBody>
      <dsp:txXfrm>
        <a:off x="52359" y="1237813"/>
        <a:ext cx="10548861" cy="967861"/>
      </dsp:txXfrm>
    </dsp:sp>
    <dsp:sp modelId="{8F214B7D-F290-4792-A415-59976F2C0FD4}">
      <dsp:nvSpPr>
        <dsp:cNvPr id="0" name=""/>
        <dsp:cNvSpPr/>
      </dsp:nvSpPr>
      <dsp:spPr>
        <a:xfrm>
          <a:off x="0" y="2335794"/>
          <a:ext cx="10653579" cy="10725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Retrieval errors → wrong or incomplete answers.</a:t>
          </a:r>
        </a:p>
      </dsp:txBody>
      <dsp:txXfrm>
        <a:off x="52359" y="2388153"/>
        <a:ext cx="10548861" cy="967861"/>
      </dsp:txXfrm>
    </dsp:sp>
    <dsp:sp modelId="{D6EE9685-3D4B-489A-9025-45FB6B67A2F2}">
      <dsp:nvSpPr>
        <dsp:cNvPr id="0" name=""/>
        <dsp:cNvSpPr/>
      </dsp:nvSpPr>
      <dsp:spPr>
        <a:xfrm>
          <a:off x="0" y="3486133"/>
          <a:ext cx="10653579" cy="10725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Latency added due to retrieval.</a:t>
          </a:r>
        </a:p>
      </dsp:txBody>
      <dsp:txXfrm>
        <a:off x="52359" y="3538492"/>
        <a:ext cx="10548861" cy="967861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C42D11-7A32-4DA5-AD36-30A21011628D}">
      <dsp:nvSpPr>
        <dsp:cNvPr id="0" name=""/>
        <dsp:cNvSpPr/>
      </dsp:nvSpPr>
      <dsp:spPr>
        <a:xfrm>
          <a:off x="2684" y="543878"/>
          <a:ext cx="2129516" cy="298132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025" tIns="330200" rIns="166025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Use </a:t>
          </a:r>
          <a:r>
            <a:rPr lang="en-US" sz="1500" b="1" kern="1200"/>
            <a:t>clean, structured documents</a:t>
          </a:r>
          <a:r>
            <a:rPr lang="en-US" sz="1500" kern="1200"/>
            <a:t>.</a:t>
          </a:r>
        </a:p>
      </dsp:txBody>
      <dsp:txXfrm>
        <a:off x="2684" y="1676781"/>
        <a:ext cx="2129516" cy="1788793"/>
      </dsp:txXfrm>
    </dsp:sp>
    <dsp:sp modelId="{71082659-7AB5-44CC-8482-C547488B367A}">
      <dsp:nvSpPr>
        <dsp:cNvPr id="0" name=""/>
        <dsp:cNvSpPr/>
      </dsp:nvSpPr>
      <dsp:spPr>
        <a:xfrm>
          <a:off x="620243" y="842010"/>
          <a:ext cx="894396" cy="89439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731" tIns="12700" rIns="69731" bIns="1270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1</a:t>
          </a:r>
        </a:p>
      </dsp:txBody>
      <dsp:txXfrm>
        <a:off x="751224" y="972991"/>
        <a:ext cx="632434" cy="632434"/>
      </dsp:txXfrm>
    </dsp:sp>
    <dsp:sp modelId="{E2BCFF19-3933-454D-BBC1-F920401945BE}">
      <dsp:nvSpPr>
        <dsp:cNvPr id="0" name=""/>
        <dsp:cNvSpPr/>
      </dsp:nvSpPr>
      <dsp:spPr>
        <a:xfrm>
          <a:off x="2684" y="3525129"/>
          <a:ext cx="2129516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3DABE9-0121-42F2-BADC-A95EF362A497}">
      <dsp:nvSpPr>
        <dsp:cNvPr id="0" name=""/>
        <dsp:cNvSpPr/>
      </dsp:nvSpPr>
      <dsp:spPr>
        <a:xfrm>
          <a:off x="2345152" y="543878"/>
          <a:ext cx="2129516" cy="298132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025" tIns="330200" rIns="166025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Choose </a:t>
          </a:r>
          <a:r>
            <a:rPr lang="en-US" sz="1500" b="1" kern="1200"/>
            <a:t>chunk size</a:t>
          </a:r>
          <a:r>
            <a:rPr lang="en-US" sz="1500" kern="1200"/>
            <a:t> carefully (200–500 tokens typical).</a:t>
          </a:r>
        </a:p>
      </dsp:txBody>
      <dsp:txXfrm>
        <a:off x="2345152" y="1676781"/>
        <a:ext cx="2129516" cy="1788793"/>
      </dsp:txXfrm>
    </dsp:sp>
    <dsp:sp modelId="{CF1E9B6F-D615-46D4-9CB6-AD75CDA85765}">
      <dsp:nvSpPr>
        <dsp:cNvPr id="0" name=""/>
        <dsp:cNvSpPr/>
      </dsp:nvSpPr>
      <dsp:spPr>
        <a:xfrm>
          <a:off x="2962711" y="842010"/>
          <a:ext cx="894396" cy="89439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731" tIns="12700" rIns="69731" bIns="1270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2</a:t>
          </a:r>
        </a:p>
      </dsp:txBody>
      <dsp:txXfrm>
        <a:off x="3093692" y="972991"/>
        <a:ext cx="632434" cy="632434"/>
      </dsp:txXfrm>
    </dsp:sp>
    <dsp:sp modelId="{8EF68070-C37E-4958-81BE-A2F4AC4690A8}">
      <dsp:nvSpPr>
        <dsp:cNvPr id="0" name=""/>
        <dsp:cNvSpPr/>
      </dsp:nvSpPr>
      <dsp:spPr>
        <a:xfrm>
          <a:off x="2345152" y="3525129"/>
          <a:ext cx="2129516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DB177A-E10E-4A4B-ADD7-51983410C3BD}">
      <dsp:nvSpPr>
        <dsp:cNvPr id="0" name=""/>
        <dsp:cNvSpPr/>
      </dsp:nvSpPr>
      <dsp:spPr>
        <a:xfrm>
          <a:off x="4687619" y="543878"/>
          <a:ext cx="2129516" cy="298132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025" tIns="330200" rIns="166025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Evaluate with </a:t>
          </a:r>
          <a:r>
            <a:rPr lang="en-US" sz="1500" b="1" kern="1200"/>
            <a:t>grounding checks</a:t>
          </a:r>
          <a:r>
            <a:rPr lang="en-US" sz="1500" kern="1200"/>
            <a:t> and </a:t>
          </a:r>
          <a:r>
            <a:rPr lang="en-US" sz="1500" b="1" kern="1200"/>
            <a:t>citations</a:t>
          </a:r>
          <a:r>
            <a:rPr lang="en-US" sz="1500" kern="1200"/>
            <a:t>.</a:t>
          </a:r>
        </a:p>
      </dsp:txBody>
      <dsp:txXfrm>
        <a:off x="4687619" y="1676781"/>
        <a:ext cx="2129516" cy="1788793"/>
      </dsp:txXfrm>
    </dsp:sp>
    <dsp:sp modelId="{EEECE50C-B2C2-4FFC-A562-D4D862C88F06}">
      <dsp:nvSpPr>
        <dsp:cNvPr id="0" name=""/>
        <dsp:cNvSpPr/>
      </dsp:nvSpPr>
      <dsp:spPr>
        <a:xfrm>
          <a:off x="5305179" y="842010"/>
          <a:ext cx="894396" cy="89439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731" tIns="12700" rIns="69731" bIns="1270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3</a:t>
          </a:r>
        </a:p>
      </dsp:txBody>
      <dsp:txXfrm>
        <a:off x="5436160" y="972991"/>
        <a:ext cx="632434" cy="632434"/>
      </dsp:txXfrm>
    </dsp:sp>
    <dsp:sp modelId="{C2F75472-BF96-40FB-A57C-DFE23FBFCB9E}">
      <dsp:nvSpPr>
        <dsp:cNvPr id="0" name=""/>
        <dsp:cNvSpPr/>
      </dsp:nvSpPr>
      <dsp:spPr>
        <a:xfrm>
          <a:off x="4687619" y="3525129"/>
          <a:ext cx="2129516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4E0B18-EF8C-4C7F-A382-C1EC9C183865}">
      <dsp:nvSpPr>
        <dsp:cNvPr id="0" name=""/>
        <dsp:cNvSpPr/>
      </dsp:nvSpPr>
      <dsp:spPr>
        <a:xfrm>
          <a:off x="7030087" y="543878"/>
          <a:ext cx="2129516" cy="298132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025" tIns="330200" rIns="166025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Combine long‑term (vector DB) with short‑term (local memory) for best results.</a:t>
          </a:r>
        </a:p>
      </dsp:txBody>
      <dsp:txXfrm>
        <a:off x="7030087" y="1676781"/>
        <a:ext cx="2129516" cy="1788793"/>
      </dsp:txXfrm>
    </dsp:sp>
    <dsp:sp modelId="{994AD802-5299-4D46-A0D4-76392CC7CB54}">
      <dsp:nvSpPr>
        <dsp:cNvPr id="0" name=""/>
        <dsp:cNvSpPr/>
      </dsp:nvSpPr>
      <dsp:spPr>
        <a:xfrm>
          <a:off x="7647647" y="842010"/>
          <a:ext cx="894396" cy="89439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731" tIns="12700" rIns="69731" bIns="1270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4</a:t>
          </a:r>
        </a:p>
      </dsp:txBody>
      <dsp:txXfrm>
        <a:off x="7778628" y="972991"/>
        <a:ext cx="632434" cy="632434"/>
      </dsp:txXfrm>
    </dsp:sp>
    <dsp:sp modelId="{FF7F4BEC-FFFF-40B4-B612-B8C58411647C}">
      <dsp:nvSpPr>
        <dsp:cNvPr id="0" name=""/>
        <dsp:cNvSpPr/>
      </dsp:nvSpPr>
      <dsp:spPr>
        <a:xfrm>
          <a:off x="7030087" y="3525129"/>
          <a:ext cx="2129516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A07028-D2D0-48D1-8A69-D57EAE568C1C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D28738-470F-4C2F-96E5-FC2F29764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235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Vector Index</a:t>
            </a:r>
            <a:endParaRPr lang="en-US" dirty="0"/>
          </a:p>
          <a:p>
            <a:r>
              <a:rPr lang="en-US" dirty="0"/>
              <a:t>Embedding-based similarity search </a:t>
            </a:r>
            <a:r>
              <a:rPr lang="en-US" dirty="0" err="1"/>
              <a:t>karta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.</a:t>
            </a:r>
          </a:p>
          <a:p>
            <a:r>
              <a:rPr lang="en-US" dirty="0"/>
              <a:t>Useful jab </a:t>
            </a:r>
            <a:r>
              <a:rPr lang="en-US" dirty="0" err="1"/>
              <a:t>tumhe</a:t>
            </a:r>
            <a:r>
              <a:rPr lang="en-US" dirty="0"/>
              <a:t> semantic search </a:t>
            </a:r>
            <a:r>
              <a:rPr lang="en-US" dirty="0" err="1"/>
              <a:t>chahiye</a:t>
            </a:r>
            <a:r>
              <a:rPr lang="en-US" dirty="0"/>
              <a:t> (</a:t>
            </a:r>
            <a:r>
              <a:rPr lang="en-US" dirty="0" err="1"/>
              <a:t>matlab</a:t>
            </a:r>
            <a:r>
              <a:rPr lang="en-US" dirty="0"/>
              <a:t> “meaning” </a:t>
            </a:r>
            <a:r>
              <a:rPr lang="en-US" dirty="0" err="1"/>
              <a:t>ke</a:t>
            </a:r>
            <a:r>
              <a:rPr lang="en-US" dirty="0"/>
              <a:t> basis pe search,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sirf</a:t>
            </a:r>
            <a:r>
              <a:rPr lang="en-US" dirty="0"/>
              <a:t> keywords).</a:t>
            </a:r>
          </a:p>
          <a:p>
            <a:r>
              <a:rPr lang="en-US" b="1" dirty="0"/>
              <a:t>Tree Index</a:t>
            </a:r>
            <a:endParaRPr lang="en-US" dirty="0"/>
          </a:p>
          <a:p>
            <a:r>
              <a:rPr lang="en-US" dirty="0"/>
              <a:t>Long documents ko hierarchically summarize </a:t>
            </a:r>
            <a:r>
              <a:rPr lang="en-US" dirty="0" err="1"/>
              <a:t>karta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.</a:t>
            </a:r>
          </a:p>
          <a:p>
            <a:r>
              <a:rPr lang="en-US" dirty="0"/>
              <a:t>Best for </a:t>
            </a:r>
            <a:r>
              <a:rPr lang="en-US" i="1" dirty="0"/>
              <a:t>“summarize research paper in steps”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</a:t>
            </a:r>
            <a:r>
              <a:rPr lang="en-US" i="1" dirty="0"/>
              <a:t>“drill down into sections”</a:t>
            </a:r>
            <a:r>
              <a:rPr lang="en-US" dirty="0"/>
              <a:t> type tasks.</a:t>
            </a:r>
          </a:p>
          <a:p>
            <a:r>
              <a:rPr lang="en-US" b="1" dirty="0"/>
              <a:t>Keyword Table</a:t>
            </a:r>
            <a:endParaRPr lang="en-US" dirty="0"/>
          </a:p>
          <a:p>
            <a:r>
              <a:rPr lang="en-US" dirty="0"/>
              <a:t>Fast keyword-based lookup.</a:t>
            </a:r>
          </a:p>
          <a:p>
            <a:r>
              <a:rPr lang="en-US" dirty="0"/>
              <a:t>Helpful for FAQs, simple term-matching queries.</a:t>
            </a:r>
          </a:p>
          <a:p>
            <a:r>
              <a:rPr lang="en-US" b="1" dirty="0"/>
              <a:t>List Index</a:t>
            </a:r>
            <a:endParaRPr lang="en-US" dirty="0"/>
          </a:p>
          <a:p>
            <a:r>
              <a:rPr lang="en-US" dirty="0"/>
              <a:t>Linear docs (</a:t>
            </a:r>
            <a:r>
              <a:rPr lang="en-US" dirty="0" err="1"/>
              <a:t>jaise</a:t>
            </a:r>
            <a:r>
              <a:rPr lang="en-US" dirty="0"/>
              <a:t> chat history, transcripts)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liye</a:t>
            </a:r>
            <a:r>
              <a:rPr lang="en-US" dirty="0"/>
              <a:t> best.</a:t>
            </a:r>
          </a:p>
          <a:p>
            <a:r>
              <a:rPr lang="en-US" dirty="0"/>
              <a:t>Queries ko sequential order </a:t>
            </a:r>
            <a:r>
              <a:rPr lang="en-US" dirty="0" err="1"/>
              <a:t>mein</a:t>
            </a:r>
            <a:r>
              <a:rPr lang="en-US" dirty="0"/>
              <a:t> process </a:t>
            </a:r>
            <a:r>
              <a:rPr lang="en-US" dirty="0" err="1"/>
              <a:t>karta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28738-470F-4C2F-96E5-FC2F2976471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8045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[1]: https://www.pinecone.io/learn/chunking-strategies/ "Chunking Strategies for LLM Applications | Pinecone"</a:t>
            </a:r>
          </a:p>
          <a:p>
            <a:r>
              <a:rPr lang="en-US" dirty="0"/>
              <a:t>[2]: https://developers.llamaindex.ai/python/framework/optimizing/basic_strategies/basic_strategies/ "Basic Strategies | LlamaIndex OSS Documentation"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28738-470F-4C2F-96E5-FC2F2976471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4737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122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145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933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173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035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145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488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318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721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542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07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460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16" r:id="rId6"/>
    <p:sldLayoutId id="2147483712" r:id="rId7"/>
    <p:sldLayoutId id="2147483713" r:id="rId8"/>
    <p:sldLayoutId id="2147483714" r:id="rId9"/>
    <p:sldLayoutId id="2147483715" r:id="rId10"/>
    <p:sldLayoutId id="214748371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E448DB1-4196-18A6-15DA-C72635C1B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 descr="A close-up of a network&#10;&#10;AI-generated content may be incorrect.">
            <a:extLst>
              <a:ext uri="{FF2B5EF4-FFF2-40B4-BE49-F238E27FC236}">
                <a16:creationId xmlns:a16="http://schemas.microsoft.com/office/drawing/2014/main" id="{7ABA0EEC-F48D-6231-5D83-7929DBC994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68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6A10D8F-D463-70E5-239B-17AD65EF4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04F892-C2E0-90F4-41FD-985E58B240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506" y="603315"/>
            <a:ext cx="5649211" cy="3685731"/>
          </a:xfrm>
        </p:spPr>
        <p:txBody>
          <a:bodyPr anchor="t">
            <a:normAutofit/>
          </a:bodyPr>
          <a:lstStyle/>
          <a:p>
            <a:pPr algn="l"/>
            <a:r>
              <a:rPr lang="en-US" sz="6600"/>
              <a:t>LangChain × LlamaIndex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9275C-0D67-90CC-C7A7-2D25F6AD0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6507" y="4437176"/>
            <a:ext cx="4007587" cy="1290807"/>
          </a:xfrm>
        </p:spPr>
        <p:txBody>
          <a:bodyPr anchor="ctr">
            <a:normAutofit/>
          </a:bodyPr>
          <a:lstStyle/>
          <a:p>
            <a:pPr algn="l"/>
            <a:r>
              <a:rPr lang="en-US" sz="2200"/>
              <a:t>Retrieval‑Augmented Generation &amp; Tool‑Augmented Agents </a:t>
            </a:r>
          </a:p>
        </p:txBody>
      </p:sp>
    </p:spTree>
    <p:extLst>
      <p:ext uri="{BB962C8B-B14F-4D97-AF65-F5344CB8AC3E}">
        <p14:creationId xmlns:p14="http://schemas.microsoft.com/office/powerpoint/2010/main" val="23625801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7B458-B515-7B4B-5743-24011260D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this lecture</a:t>
            </a: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0DBD6089-FFA5-0821-BD6B-FE8031AEE00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01455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B424F4-4DFD-9B51-03C7-1FE5028B0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4000"/>
              <a:t>What is RAG?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A1FDE21-8C9A-B884-49F9-D3BD88A3DC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7971486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13945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2809C-44AF-6DC9-A7AD-DE69E78C9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not rely only on </a:t>
            </a:r>
            <a:r>
              <a:rPr lang="en-US" dirty="0" err="1"/>
              <a:t>LangChain</a:t>
            </a:r>
            <a:r>
              <a:rPr lang="en-US" dirty="0"/>
              <a:t>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539AF5A-2CB7-4B84-AFD2-62882BC3C11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74021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51922D2-D397-9EA4-A66D-55B0884D1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CDEE30-6CCA-314C-9EB4-3A05763D2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9"/>
            <a:ext cx="3494314" cy="5786638"/>
          </a:xfrm>
        </p:spPr>
        <p:txBody>
          <a:bodyPr anchor="t">
            <a:normAutofit/>
          </a:bodyPr>
          <a:lstStyle/>
          <a:p>
            <a:r>
              <a:rPr lang="en-US" dirty="0"/>
              <a:t>Why </a:t>
            </a:r>
            <a:r>
              <a:rPr lang="en-US" dirty="0" err="1"/>
              <a:t>LlamaIndex</a:t>
            </a:r>
            <a:r>
              <a:rPr lang="en-US" dirty="0"/>
              <a:t>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E061B74-057A-B155-EC08-A6D5F7289F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8772243"/>
              </p:ext>
            </p:extLst>
          </p:nvPr>
        </p:nvGraphicFramePr>
        <p:xfrm>
          <a:off x="4608246" y="548640"/>
          <a:ext cx="6949440" cy="5786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98764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53E35-D990-0CC2-4EA3-989002783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</a:t>
            </a:r>
            <a:r>
              <a:rPr lang="en-US" dirty="0" err="1"/>
              <a:t>LlamaIndex</a:t>
            </a:r>
            <a:r>
              <a:rPr lang="en-US" dirty="0"/>
              <a:t> for RAG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B8BD1F6-A819-A15A-48F4-01DECF028CD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36056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1A22726-DA03-BCB0-F12E-98258FB7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6C0D4A-B4A0-DE42-E363-92FC7D324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48640"/>
            <a:ext cx="9160475" cy="1132258"/>
          </a:xfrm>
        </p:spPr>
        <p:txBody>
          <a:bodyPr anchor="ctr">
            <a:normAutofit/>
          </a:bodyPr>
          <a:lstStyle/>
          <a:p>
            <a:pPr algn="ctr"/>
            <a:r>
              <a:rPr lang="en-US" dirty="0" err="1"/>
              <a:t>LlamaIndex</a:t>
            </a:r>
            <a:r>
              <a:rPr lang="en-US" dirty="0"/>
              <a:t> limitations:</a:t>
            </a: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20E1705-A888-D7FC-6D29-E14D9503E7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960074"/>
              </p:ext>
            </p:extLst>
          </p:nvPr>
        </p:nvGraphicFramePr>
        <p:xfrm>
          <a:off x="930876" y="2037806"/>
          <a:ext cx="10335350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58081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2CC1E4F-F1F0-B945-BE50-C72A7103E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23AE8-35DC-811A-6B2C-9EA4411A0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3007" y="603501"/>
            <a:ext cx="4361693" cy="1527049"/>
          </a:xfrm>
        </p:spPr>
        <p:txBody>
          <a:bodyPr anchor="b">
            <a:normAutofit/>
          </a:bodyPr>
          <a:lstStyle/>
          <a:p>
            <a:r>
              <a:rPr lang="en-US" sz="3300" dirty="0"/>
              <a:t>Best of both worlds (Combination)</a:t>
            </a:r>
          </a:p>
        </p:txBody>
      </p:sp>
      <p:pic>
        <p:nvPicPr>
          <p:cNvPr id="5" name="Picture 4" descr="Brown and white alpacas">
            <a:extLst>
              <a:ext uri="{FF2B5EF4-FFF2-40B4-BE49-F238E27FC236}">
                <a16:creationId xmlns:a16="http://schemas.microsoft.com/office/drawing/2014/main" id="{7F354773-7299-7829-2B91-A11BBB04A4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505" r="19461" b="-1"/>
          <a:stretch>
            <a:fillRect/>
          </a:stretch>
        </p:blipFill>
        <p:spPr>
          <a:xfrm>
            <a:off x="1" y="10"/>
            <a:ext cx="6373368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343D7-D121-CCCE-9B6A-264A11830D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3007" y="2212846"/>
            <a:ext cx="4361693" cy="4096514"/>
          </a:xfrm>
        </p:spPr>
        <p:txBody>
          <a:bodyPr>
            <a:normAutofit/>
          </a:bodyPr>
          <a:lstStyle/>
          <a:p>
            <a:pPr lvl="0"/>
            <a:r>
              <a:rPr lang="en-US" sz="1800" b="1"/>
              <a:t>LangChain + LlamaIndex</a:t>
            </a:r>
            <a:r>
              <a:rPr lang="en-US" sz="1800"/>
              <a:t> together:</a:t>
            </a:r>
          </a:p>
          <a:p>
            <a:pPr lvl="1"/>
            <a:r>
              <a:rPr lang="en-US"/>
              <a:t>LangChain provides orchestration &amp; reasoning.</a:t>
            </a:r>
          </a:p>
          <a:p>
            <a:pPr lvl="1"/>
            <a:r>
              <a:rPr lang="en-US"/>
              <a:t>LlamaIndex provides indexing &amp; retrieval depth.</a:t>
            </a:r>
          </a:p>
          <a:p>
            <a:pPr lvl="0"/>
            <a:r>
              <a:rPr lang="en-US" sz="1800"/>
              <a:t>Result = Agents that reason (LangChain) and ground on your data (LlamaIndex).</a:t>
            </a:r>
          </a:p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773536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9B117-9ABA-6601-AEF9-D510A8FD5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Combined approach limitations: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2262EEE-EDF0-3C74-8062-D8C756B1DE9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06706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C8817-3C5C-0C01-8CBC-08BDEBD85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cases where each works best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6A7A404-E39C-0BF0-9EEF-8D655FC88C3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45419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033BBD-7009-05E3-B74C-0AC3BD8A2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0074"/>
            <a:ext cx="6035040" cy="1529932"/>
          </a:xfrm>
        </p:spPr>
        <p:txBody>
          <a:bodyPr anchor="b">
            <a:normAutofit/>
          </a:bodyPr>
          <a:lstStyle/>
          <a:p>
            <a:r>
              <a:rPr lang="en-US" sz="3300"/>
              <a:t>What is a Vector Database?</a:t>
            </a:r>
            <a:br>
              <a:rPr lang="en-US" sz="3300"/>
            </a:br>
            <a:endParaRPr lang="en-US" sz="33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850B4-7E08-96E3-4ECC-B17432F4A3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2212848"/>
            <a:ext cx="6035041" cy="4096512"/>
          </a:xfrm>
        </p:spPr>
        <p:txBody>
          <a:bodyPr>
            <a:normAutofit/>
          </a:bodyPr>
          <a:lstStyle/>
          <a:p>
            <a:pPr lvl="0"/>
            <a:r>
              <a:rPr lang="en-US" sz="1800"/>
              <a:t>A </a:t>
            </a:r>
            <a:r>
              <a:rPr lang="en-US" sz="1800" b="1"/>
              <a:t>vector database</a:t>
            </a:r>
            <a:r>
              <a:rPr lang="en-US" sz="1800"/>
              <a:t> stores document embeddings (numerical vector representations of text).</a:t>
            </a:r>
          </a:p>
          <a:p>
            <a:pPr lvl="0"/>
            <a:r>
              <a:rPr lang="en-US" sz="1800"/>
              <a:t>Enables </a:t>
            </a:r>
            <a:r>
              <a:rPr lang="en-US" sz="1800" b="1"/>
              <a:t>similarity search</a:t>
            </a:r>
            <a:r>
              <a:rPr lang="en-US" sz="1800"/>
              <a:t>: find chunks closest in meaning to the query.</a:t>
            </a:r>
          </a:p>
          <a:p>
            <a:pPr lvl="0"/>
            <a:r>
              <a:rPr lang="en-US" sz="1800"/>
              <a:t>Examples: Chroma, Pinecone, Weaviate, FAISS.</a:t>
            </a:r>
          </a:p>
          <a:p>
            <a:pPr lvl="0"/>
            <a:r>
              <a:rPr lang="en-US" sz="1800"/>
              <a:t>Key properties:</a:t>
            </a:r>
          </a:p>
          <a:p>
            <a:pPr lvl="1"/>
            <a:r>
              <a:rPr lang="en-US" dirty="0"/>
              <a:t>Fast nearest‑neighbor search.</a:t>
            </a:r>
          </a:p>
          <a:p>
            <a:pPr lvl="1"/>
            <a:r>
              <a:rPr lang="en-US" dirty="0"/>
              <a:t>Metadata filters.</a:t>
            </a:r>
          </a:p>
          <a:p>
            <a:pPr lvl="1"/>
            <a:r>
              <a:rPr lang="en-US" dirty="0"/>
              <a:t>Persistent storage for embeddings.</a:t>
            </a:r>
          </a:p>
          <a:p>
            <a:endParaRPr lang="en-US" sz="1800"/>
          </a:p>
        </p:txBody>
      </p:sp>
      <p:pic>
        <p:nvPicPr>
          <p:cNvPr id="12" name="Picture 11" descr="Computer script on a screen">
            <a:extLst>
              <a:ext uri="{FF2B5EF4-FFF2-40B4-BE49-F238E27FC236}">
                <a16:creationId xmlns:a16="http://schemas.microsoft.com/office/drawing/2014/main" id="{9C0B84C9-D352-12A1-E9BC-A61A67DD1A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28" r="46301" b="-1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145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14E97-5012-5C3F-2FD3-B40FB114B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in RAG Systems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7D75EED-4CFD-119D-93F8-B77087D4932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4978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6C6A06-9CC1-3D1D-BB6F-5862B366E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anchor="b">
            <a:normAutofit/>
          </a:bodyPr>
          <a:lstStyle/>
          <a:p>
            <a:r>
              <a:rPr lang="en-US" dirty="0"/>
              <a:t>The RAG Pipeline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9CA47-1EDA-5848-12CA-88EA53F1D3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84058"/>
            <a:ext cx="4621553" cy="3159018"/>
          </a:xfrm>
        </p:spPr>
        <p:txBody>
          <a:bodyPr>
            <a:normAutofit/>
          </a:bodyPr>
          <a:lstStyle/>
          <a:p>
            <a:pPr lvl="0"/>
            <a:r>
              <a:rPr lang="en-US" sz="1800" b="1"/>
              <a:t>Loaders</a:t>
            </a:r>
            <a:r>
              <a:rPr lang="en-US" sz="1800"/>
              <a:t> </a:t>
            </a:r>
          </a:p>
          <a:p>
            <a:pPr lvl="0"/>
            <a:r>
              <a:rPr lang="en-US" sz="1800" b="1"/>
              <a:t>Text splitters</a:t>
            </a:r>
            <a:endParaRPr lang="en-US" sz="1800"/>
          </a:p>
          <a:p>
            <a:pPr lvl="0"/>
            <a:r>
              <a:rPr lang="en-US" sz="1800" b="1"/>
              <a:t>Embeddings</a:t>
            </a:r>
            <a:r>
              <a:rPr lang="en-US" sz="1800"/>
              <a:t> </a:t>
            </a:r>
          </a:p>
          <a:p>
            <a:pPr lvl="0"/>
            <a:r>
              <a:rPr lang="en-US" sz="1800" b="1"/>
              <a:t>Vector DB</a:t>
            </a:r>
            <a:endParaRPr lang="en-US" sz="1800"/>
          </a:p>
          <a:p>
            <a:pPr lvl="0"/>
            <a:r>
              <a:rPr lang="en-US" sz="1800" b="1"/>
              <a:t>Retriever</a:t>
            </a:r>
            <a:r>
              <a:rPr lang="en-US" sz="1800"/>
              <a:t> </a:t>
            </a:r>
          </a:p>
          <a:p>
            <a:pPr lvl="0"/>
            <a:r>
              <a:rPr lang="en-US" sz="1800" b="1"/>
              <a:t>LLM</a:t>
            </a:r>
            <a:r>
              <a:rPr lang="en-US" sz="1800"/>
              <a:t> </a:t>
            </a:r>
          </a:p>
          <a:p>
            <a:pPr lvl="0"/>
            <a:r>
              <a:rPr lang="en-US" sz="1800" b="1"/>
              <a:t>(Optional memory)</a:t>
            </a:r>
            <a:endParaRPr lang="en-US" sz="1800"/>
          </a:p>
          <a:p>
            <a:endParaRPr lang="en-US" sz="1800"/>
          </a:p>
        </p:txBody>
      </p:sp>
      <p:pic>
        <p:nvPicPr>
          <p:cNvPr id="9" name="Picture 8" descr="A diagram of a diagram&#10;&#10;AI-generated content may be incorrect.">
            <a:extLst>
              <a:ext uri="{FF2B5EF4-FFF2-40B4-BE49-F238E27FC236}">
                <a16:creationId xmlns:a16="http://schemas.microsoft.com/office/drawing/2014/main" id="{263DF996-6A8F-6233-E627-0C41A04CA8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84" b="9104"/>
          <a:stretch>
            <a:fillRect/>
          </a:stretch>
        </p:blipFill>
        <p:spPr>
          <a:xfrm>
            <a:off x="4632959" y="782320"/>
            <a:ext cx="7410801" cy="5699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8377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B5F88-90C9-2A32-0C88-C16B192B3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Tool‑Augmented Agents</a:t>
            </a:r>
          </a:p>
        </p:txBody>
      </p:sp>
      <p:graphicFrame>
        <p:nvGraphicFramePr>
          <p:cNvPr id="7" name="Rectangle 2">
            <a:extLst>
              <a:ext uri="{FF2B5EF4-FFF2-40B4-BE49-F238E27FC236}">
                <a16:creationId xmlns:a16="http://schemas.microsoft.com/office/drawing/2014/main" id="{422FBBBC-B287-B38E-7AE4-3E120086A91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48191" y="1538686"/>
          <a:ext cx="10382492" cy="41498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240416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F4AA1E-3F4D-4BCE-6707-B73D80709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anchor="b">
            <a:normAutofit/>
          </a:bodyPr>
          <a:lstStyle/>
          <a:p>
            <a:r>
              <a:rPr lang="en-US" sz="2800"/>
              <a:t>Combine reasoning with retrieval and external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8A680-3390-2485-6997-4CE5B8AD2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84058"/>
            <a:ext cx="4621553" cy="3159018"/>
          </a:xfrm>
        </p:spPr>
        <p:txBody>
          <a:bodyPr>
            <a:normAutofit/>
          </a:bodyPr>
          <a:lstStyle/>
          <a:p>
            <a:pPr lvl="0">
              <a:lnSpc>
                <a:spcPct val="110000"/>
              </a:lnSpc>
            </a:pPr>
            <a:r>
              <a:rPr lang="en-US" sz="1800"/>
              <a:t>Example: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Question: </a:t>
            </a:r>
            <a:r>
              <a:rPr lang="en-US" i="1" dirty="0"/>
              <a:t>“What is 12×7 and what does section 3 of the contract say?”</a:t>
            </a:r>
            <a:endParaRPr lang="en-US"/>
          </a:p>
          <a:p>
            <a:pPr lvl="1">
              <a:lnSpc>
                <a:spcPct val="110000"/>
              </a:lnSpc>
            </a:pPr>
            <a:r>
              <a:rPr lang="en-US" dirty="0"/>
              <a:t>Agent’s steps:</a:t>
            </a:r>
            <a:endParaRPr lang="en-US"/>
          </a:p>
          <a:p>
            <a:pPr lvl="2">
              <a:lnSpc>
                <a:spcPct val="110000"/>
              </a:lnSpc>
            </a:pPr>
            <a:r>
              <a:rPr lang="en-US" sz="1800"/>
              <a:t>Use calculator tool → 12×7 = 84.</a:t>
            </a:r>
          </a:p>
          <a:p>
            <a:pPr lvl="2">
              <a:lnSpc>
                <a:spcPct val="110000"/>
              </a:lnSpc>
            </a:pPr>
            <a:r>
              <a:rPr lang="en-US" sz="1800"/>
              <a:t>Use retriever tool → fetch contract section 3.</a:t>
            </a:r>
          </a:p>
          <a:p>
            <a:pPr lvl="2">
              <a:lnSpc>
                <a:spcPct val="110000"/>
              </a:lnSpc>
            </a:pPr>
            <a:r>
              <a:rPr lang="en-US" sz="1800"/>
              <a:t>Combine both into a single grounded answer.</a:t>
            </a:r>
          </a:p>
          <a:p>
            <a:pPr>
              <a:lnSpc>
                <a:spcPct val="110000"/>
              </a:lnSpc>
            </a:pPr>
            <a:endParaRPr lang="en-US" sz="1800"/>
          </a:p>
        </p:txBody>
      </p:sp>
      <p:pic>
        <p:nvPicPr>
          <p:cNvPr id="7" name="Graphic 6" descr="Questions">
            <a:extLst>
              <a:ext uri="{FF2B5EF4-FFF2-40B4-BE49-F238E27FC236}">
                <a16:creationId xmlns:a16="http://schemas.microsoft.com/office/drawing/2014/main" id="{F1D1DC61-6A08-6B7A-AE42-97933076D9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96074" y="1114923"/>
            <a:ext cx="4628153" cy="4628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5856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8C9F0-12F9-9D8F-D30D-DE5AEE08B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use RAG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3158366-4482-1763-AC73-58BF16F2FA8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297592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C097D-8256-DB64-5D45-5F73BD6DA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Real‑world applications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5AC5946-935F-F4F4-35D8-E4F97528645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433049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02511-441B-B533-ED89-1E68DFEEE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RAG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49B0C391-F233-6666-AFDE-56EE8668016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635156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AF8E2-6AAC-0537-4EA6-7851C4FE8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Deciding Chunk Size in RAG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3E3A0-F467-88ED-3106-A0F16FDDC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371601"/>
            <a:ext cx="10653579" cy="5214256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b="1" dirty="0"/>
              <a:t>Start from the embedding model’s context window: </a:t>
            </a:r>
            <a:r>
              <a:rPr lang="en-US" dirty="0"/>
              <a:t>chunking is necessary so embeddings don’t truncate input; overflowing the embedding context can discard important tokens before vectorization. </a:t>
            </a:r>
          </a:p>
          <a:p>
            <a:pPr algn="just"/>
            <a:r>
              <a:rPr lang="en-US" b="1" dirty="0"/>
              <a:t>Aim for “standalone meaning”: </a:t>
            </a:r>
            <a:r>
              <a:rPr lang="en-US" dirty="0"/>
              <a:t>a practical rule of thumb is that if a chunk makes sense to a human without surrounding context, it will make sense to the model—too small/too large chunks hurt retrieval precision and recall. </a:t>
            </a:r>
          </a:p>
          <a:p>
            <a:pPr algn="just"/>
            <a:r>
              <a:rPr lang="en-US" b="1" dirty="0"/>
              <a:t>Understand the precision generality trade-off</a:t>
            </a:r>
            <a:r>
              <a:rPr lang="en-US" dirty="0"/>
              <a:t>: smaller chunks → more precise embeddings, larger chunks → more general embeddings that can miss fine-grained details.</a:t>
            </a:r>
          </a:p>
          <a:p>
            <a:pPr algn="just"/>
            <a:r>
              <a:rPr lang="en-US" b="1" dirty="0"/>
              <a:t>Use sensible defaults, then tune empirically</a:t>
            </a:r>
            <a:r>
              <a:rPr lang="en-US" dirty="0"/>
              <a:t>: LlamaIndex notes defaults of </a:t>
            </a:r>
            <a:r>
              <a:rPr lang="en-US" dirty="0" err="1"/>
              <a:t>chunk_size</a:t>
            </a:r>
            <a:r>
              <a:rPr lang="en-US" dirty="0"/>
              <a:t>=1024 and </a:t>
            </a:r>
            <a:r>
              <a:rPr lang="en-US" dirty="0" err="1"/>
              <a:t>chunk_overlap</a:t>
            </a:r>
            <a:r>
              <a:rPr lang="en-US" dirty="0"/>
              <a:t>=20, and explicitly encourages customization based on data type and retrieval results.</a:t>
            </a:r>
          </a:p>
          <a:p>
            <a:pPr algn="just"/>
            <a:r>
              <a:rPr lang="en-US" b="1" dirty="0"/>
              <a:t>Tune retrieval depth when you shrink chunks: </a:t>
            </a:r>
            <a:r>
              <a:rPr lang="en-US" dirty="0"/>
              <a:t>when you reduce chunk size, you often need a higher `</a:t>
            </a:r>
            <a:r>
              <a:rPr lang="en-US" dirty="0" err="1"/>
              <a:t>similarity_top_k</a:t>
            </a:r>
            <a:r>
              <a:rPr lang="en-US" dirty="0"/>
              <a:t>` to retrieve enough coverage (LlamaIndex example halves chunk size and doubles `</a:t>
            </a:r>
            <a:r>
              <a:rPr lang="en-US" dirty="0" err="1"/>
              <a:t>similarity_top_k</a:t>
            </a:r>
            <a:r>
              <a:rPr lang="en-US" dirty="0"/>
              <a:t>`).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9770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5B9334-3E03-4CA7-3616-4D3C9DC2C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2050C-2CDB-9272-04A7-B88CFFD6A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4856" y="548640"/>
            <a:ext cx="9162288" cy="1132258"/>
          </a:xfrm>
        </p:spPr>
        <p:txBody>
          <a:bodyPr>
            <a:normAutofit/>
          </a:bodyPr>
          <a:lstStyle/>
          <a:p>
            <a:r>
              <a:rPr lang="en-US" dirty="0"/>
              <a:t>Best practices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4B6A995-5D92-BEA9-B8DE-83C420A733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9245481"/>
              </p:ext>
            </p:extLst>
          </p:nvPr>
        </p:nvGraphicFramePr>
        <p:xfrm>
          <a:off x="1514856" y="2039112"/>
          <a:ext cx="9162288" cy="4069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613484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585D4-F60A-E4E2-67C9-ECCB070B5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F569D-8EE0-956C-0FD6-84E7ACDE91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 err="1"/>
              <a:t>LangChain</a:t>
            </a:r>
            <a:r>
              <a:rPr lang="en-US" dirty="0"/>
              <a:t>: orchestration, reasoning, tool use.</a:t>
            </a:r>
          </a:p>
          <a:p>
            <a:pPr lvl="0"/>
            <a:r>
              <a:rPr lang="en-US" b="1" dirty="0" err="1"/>
              <a:t>LlamaIndex</a:t>
            </a:r>
            <a:r>
              <a:rPr lang="en-US" dirty="0"/>
              <a:t>: indexing, retrieval, observability.</a:t>
            </a:r>
          </a:p>
          <a:p>
            <a:pPr lvl="0"/>
            <a:r>
              <a:rPr lang="en-US" b="1" dirty="0"/>
              <a:t>Vector DB</a:t>
            </a:r>
            <a:r>
              <a:rPr lang="en-US" dirty="0"/>
              <a:t>: foundation for semantic search.</a:t>
            </a:r>
          </a:p>
          <a:p>
            <a:pPr lvl="0"/>
            <a:r>
              <a:rPr lang="en-US" b="1" dirty="0"/>
              <a:t>Memory</a:t>
            </a:r>
            <a:r>
              <a:rPr lang="en-US" dirty="0"/>
              <a:t>: temporary context persistence.</a:t>
            </a:r>
          </a:p>
          <a:p>
            <a:pPr lvl="0"/>
            <a:r>
              <a:rPr lang="en-US" dirty="0"/>
              <a:t>Together: Reliable, grounded, and capable agents for real‑world AI systems.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688575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88</TotalTime>
  <Words>1346</Words>
  <Application>Microsoft Office PowerPoint</Application>
  <PresentationFormat>Widescreen</PresentationFormat>
  <Paragraphs>150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Arial</vt:lpstr>
      <vt:lpstr>Neue Haas Grotesk Text Pro</vt:lpstr>
      <vt:lpstr>VanillaVTI</vt:lpstr>
      <vt:lpstr>LangChain × LlamaIndex</vt:lpstr>
      <vt:lpstr>Why this lecture</vt:lpstr>
      <vt:lpstr>What is RAG?</vt:lpstr>
      <vt:lpstr>Why not rely only on LangChain?</vt:lpstr>
      <vt:lpstr>Why LlamaIndex?</vt:lpstr>
      <vt:lpstr>Benefits of LlamaIndex for RAG</vt:lpstr>
      <vt:lpstr>LlamaIndex limitations:</vt:lpstr>
      <vt:lpstr>Best of both worlds (Combination)</vt:lpstr>
      <vt:lpstr>Combined approach limitations:</vt:lpstr>
      <vt:lpstr>Use cases where each works best</vt:lpstr>
      <vt:lpstr>What is a Vector Database? </vt:lpstr>
      <vt:lpstr>Memory in RAG Systems </vt:lpstr>
      <vt:lpstr>The RAG Pipeline </vt:lpstr>
      <vt:lpstr>Tool‑Augmented Agents</vt:lpstr>
      <vt:lpstr>Combine reasoning with retrieval and external tools</vt:lpstr>
      <vt:lpstr>When to use RAG </vt:lpstr>
      <vt:lpstr>Real‑world applications</vt:lpstr>
      <vt:lpstr>Limitations of RAG </vt:lpstr>
      <vt:lpstr>Deciding Chunk Size in RAG </vt:lpstr>
      <vt:lpstr>Best practices </vt:lpstr>
      <vt:lpstr>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usama imtiaz</dc:creator>
  <cp:lastModifiedBy>usama imtiaz</cp:lastModifiedBy>
  <cp:revision>11</cp:revision>
  <dcterms:created xsi:type="dcterms:W3CDTF">2025-09-14T18:29:33Z</dcterms:created>
  <dcterms:modified xsi:type="dcterms:W3CDTF">2026-02-25T19:12:16Z</dcterms:modified>
</cp:coreProperties>
</file>