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00673-3BC3-4B9C-A34C-44A8C030DA3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034FDD-BB84-4F7B-8A75-38A8C5668168}">
      <dgm:prSet/>
      <dgm:spPr/>
      <dgm:t>
        <a:bodyPr/>
        <a:lstStyle/>
        <a:p>
          <a:r>
            <a:rPr lang="en-US"/>
            <a:t>Working Memory (Context Window)</a:t>
          </a:r>
        </a:p>
      </dgm:t>
    </dgm:pt>
    <dgm:pt modelId="{422915A8-B52F-4FF4-9614-9E5A141C0D0C}" type="parTrans" cxnId="{5B10BF0B-E1AC-44CE-AA2A-E37D77CDA0B9}">
      <dgm:prSet/>
      <dgm:spPr/>
      <dgm:t>
        <a:bodyPr/>
        <a:lstStyle/>
        <a:p>
          <a:endParaRPr lang="en-US"/>
        </a:p>
      </dgm:t>
    </dgm:pt>
    <dgm:pt modelId="{C756E480-2D4D-48FB-862D-6D634AADE05B}" type="sibTrans" cxnId="{5B10BF0B-E1AC-44CE-AA2A-E37D77CDA0B9}">
      <dgm:prSet/>
      <dgm:spPr/>
      <dgm:t>
        <a:bodyPr/>
        <a:lstStyle/>
        <a:p>
          <a:endParaRPr lang="en-US"/>
        </a:p>
      </dgm:t>
    </dgm:pt>
    <dgm:pt modelId="{192535AA-9ABD-4361-B7B9-BEC9178CF67B}">
      <dgm:prSet/>
      <dgm:spPr/>
      <dgm:t>
        <a:bodyPr/>
        <a:lstStyle/>
        <a:p>
          <a:r>
            <a:rPr lang="en-US"/>
            <a:t>Session Memory (Buffers)</a:t>
          </a:r>
        </a:p>
      </dgm:t>
    </dgm:pt>
    <dgm:pt modelId="{AA33E9DC-545B-46A4-8FD1-27093A7EB0AC}" type="parTrans" cxnId="{566214B3-51E1-4AAA-8C39-59B574A702DB}">
      <dgm:prSet/>
      <dgm:spPr/>
      <dgm:t>
        <a:bodyPr/>
        <a:lstStyle/>
        <a:p>
          <a:endParaRPr lang="en-US"/>
        </a:p>
      </dgm:t>
    </dgm:pt>
    <dgm:pt modelId="{45B6BA8D-FC06-493A-887A-FDFE12DBCC1F}" type="sibTrans" cxnId="{566214B3-51E1-4AAA-8C39-59B574A702DB}">
      <dgm:prSet/>
      <dgm:spPr/>
      <dgm:t>
        <a:bodyPr/>
        <a:lstStyle/>
        <a:p>
          <a:endParaRPr lang="en-US"/>
        </a:p>
      </dgm:t>
    </dgm:pt>
    <dgm:pt modelId="{F9C74B62-FC9A-4568-906B-9410653C4FEE}">
      <dgm:prSet/>
      <dgm:spPr/>
      <dgm:t>
        <a:bodyPr/>
        <a:lstStyle/>
        <a:p>
          <a:r>
            <a:rPr lang="en-US"/>
            <a:t>Semantic Memory (Vector DB)</a:t>
          </a:r>
        </a:p>
      </dgm:t>
    </dgm:pt>
    <dgm:pt modelId="{FBEBB149-92E3-45E9-A0B8-47F94DD2A677}" type="parTrans" cxnId="{0B1CEB6B-49DC-423C-BC74-4E91C5B7CB35}">
      <dgm:prSet/>
      <dgm:spPr/>
      <dgm:t>
        <a:bodyPr/>
        <a:lstStyle/>
        <a:p>
          <a:endParaRPr lang="en-US"/>
        </a:p>
      </dgm:t>
    </dgm:pt>
    <dgm:pt modelId="{F9E6E7C4-43C3-4FC5-9105-BF01D88BD011}" type="sibTrans" cxnId="{0B1CEB6B-49DC-423C-BC74-4E91C5B7CB35}">
      <dgm:prSet/>
      <dgm:spPr/>
      <dgm:t>
        <a:bodyPr/>
        <a:lstStyle/>
        <a:p>
          <a:endParaRPr lang="en-US"/>
        </a:p>
      </dgm:t>
    </dgm:pt>
    <dgm:pt modelId="{53FECD8F-8216-4C94-8B98-82CBA4FDA4BC}">
      <dgm:prSet/>
      <dgm:spPr/>
      <dgm:t>
        <a:bodyPr/>
        <a:lstStyle/>
        <a:p>
          <a:r>
            <a:rPr lang="en-US"/>
            <a:t>Episodic Memory (Agent Logs)</a:t>
          </a:r>
        </a:p>
      </dgm:t>
    </dgm:pt>
    <dgm:pt modelId="{4951AA4A-389E-40DB-8FCA-C9F1ABB578E9}" type="parTrans" cxnId="{D8C6AC2F-10CD-4D26-AC92-B0177EDD70C4}">
      <dgm:prSet/>
      <dgm:spPr/>
      <dgm:t>
        <a:bodyPr/>
        <a:lstStyle/>
        <a:p>
          <a:endParaRPr lang="en-US"/>
        </a:p>
      </dgm:t>
    </dgm:pt>
    <dgm:pt modelId="{CE40FA6B-CB2F-4753-8622-09B7ABD132C4}" type="sibTrans" cxnId="{D8C6AC2F-10CD-4D26-AC92-B0177EDD70C4}">
      <dgm:prSet/>
      <dgm:spPr/>
      <dgm:t>
        <a:bodyPr/>
        <a:lstStyle/>
        <a:p>
          <a:endParaRPr lang="en-US"/>
        </a:p>
      </dgm:t>
    </dgm:pt>
    <dgm:pt modelId="{7E1C274A-6289-4E0E-88C0-F00EDA5EDBC3}" type="pres">
      <dgm:prSet presAssocID="{EC000673-3BC3-4B9C-A34C-44A8C030DA33}" presName="root" presStyleCnt="0">
        <dgm:presLayoutVars>
          <dgm:dir/>
          <dgm:resizeHandles val="exact"/>
        </dgm:presLayoutVars>
      </dgm:prSet>
      <dgm:spPr/>
    </dgm:pt>
    <dgm:pt modelId="{D6E7DD0D-8E51-491B-A8BB-D391BE763022}" type="pres">
      <dgm:prSet presAssocID="{68034FDD-BB84-4F7B-8A75-38A8C5668168}" presName="compNode" presStyleCnt="0"/>
      <dgm:spPr/>
    </dgm:pt>
    <dgm:pt modelId="{CE62C60E-3166-45E4-A7BF-F4A560DBDD16}" type="pres">
      <dgm:prSet presAssocID="{68034FDD-BB84-4F7B-8A75-38A8C56681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FA4A0FC-1694-46B2-B983-9A1CC29D1E73}" type="pres">
      <dgm:prSet presAssocID="{68034FDD-BB84-4F7B-8A75-38A8C5668168}" presName="spaceRect" presStyleCnt="0"/>
      <dgm:spPr/>
    </dgm:pt>
    <dgm:pt modelId="{D2A63B41-506E-471A-AA42-A01B95792433}" type="pres">
      <dgm:prSet presAssocID="{68034FDD-BB84-4F7B-8A75-38A8C5668168}" presName="textRect" presStyleLbl="revTx" presStyleIdx="0" presStyleCnt="4">
        <dgm:presLayoutVars>
          <dgm:chMax val="1"/>
          <dgm:chPref val="1"/>
        </dgm:presLayoutVars>
      </dgm:prSet>
      <dgm:spPr/>
    </dgm:pt>
    <dgm:pt modelId="{B2547548-51DA-4E7F-93D3-A5DBB4563F6F}" type="pres">
      <dgm:prSet presAssocID="{C756E480-2D4D-48FB-862D-6D634AADE05B}" presName="sibTrans" presStyleCnt="0"/>
      <dgm:spPr/>
    </dgm:pt>
    <dgm:pt modelId="{BBC8C52E-D56C-41A9-8133-9B076259C1D9}" type="pres">
      <dgm:prSet presAssocID="{192535AA-9ABD-4361-B7B9-BEC9178CF67B}" presName="compNode" presStyleCnt="0"/>
      <dgm:spPr/>
    </dgm:pt>
    <dgm:pt modelId="{7E56A393-F88E-4063-937E-8469C91A749F}" type="pres">
      <dgm:prSet presAssocID="{192535AA-9ABD-4361-B7B9-BEC9178CF6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5B4CA0E-3924-486D-9E77-76E7020A0185}" type="pres">
      <dgm:prSet presAssocID="{192535AA-9ABD-4361-B7B9-BEC9178CF67B}" presName="spaceRect" presStyleCnt="0"/>
      <dgm:spPr/>
    </dgm:pt>
    <dgm:pt modelId="{43D23EC3-D7C1-47FB-A240-773E4CECEF15}" type="pres">
      <dgm:prSet presAssocID="{192535AA-9ABD-4361-B7B9-BEC9178CF67B}" presName="textRect" presStyleLbl="revTx" presStyleIdx="1" presStyleCnt="4">
        <dgm:presLayoutVars>
          <dgm:chMax val="1"/>
          <dgm:chPref val="1"/>
        </dgm:presLayoutVars>
      </dgm:prSet>
      <dgm:spPr/>
    </dgm:pt>
    <dgm:pt modelId="{F03B6CF7-9F15-4C29-8223-10DC13CED309}" type="pres">
      <dgm:prSet presAssocID="{45B6BA8D-FC06-493A-887A-FDFE12DBCC1F}" presName="sibTrans" presStyleCnt="0"/>
      <dgm:spPr/>
    </dgm:pt>
    <dgm:pt modelId="{79DAB60E-81DA-4052-A521-4CDCBFC526DE}" type="pres">
      <dgm:prSet presAssocID="{F9C74B62-FC9A-4568-906B-9410653C4FEE}" presName="compNode" presStyleCnt="0"/>
      <dgm:spPr/>
    </dgm:pt>
    <dgm:pt modelId="{62CEE018-12B7-4711-8D77-EB673DB2D1F0}" type="pres">
      <dgm:prSet presAssocID="{F9C74B62-FC9A-4568-906B-9410653C4F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8336488-F534-4123-B5B0-51462F3F0440}" type="pres">
      <dgm:prSet presAssocID="{F9C74B62-FC9A-4568-906B-9410653C4FEE}" presName="spaceRect" presStyleCnt="0"/>
      <dgm:spPr/>
    </dgm:pt>
    <dgm:pt modelId="{7751F66F-1898-4B8E-ABC5-AA8E178268BE}" type="pres">
      <dgm:prSet presAssocID="{F9C74B62-FC9A-4568-906B-9410653C4FEE}" presName="textRect" presStyleLbl="revTx" presStyleIdx="2" presStyleCnt="4">
        <dgm:presLayoutVars>
          <dgm:chMax val="1"/>
          <dgm:chPref val="1"/>
        </dgm:presLayoutVars>
      </dgm:prSet>
      <dgm:spPr/>
    </dgm:pt>
    <dgm:pt modelId="{4D96D416-F738-46B3-BA17-06247D3F4679}" type="pres">
      <dgm:prSet presAssocID="{F9E6E7C4-43C3-4FC5-9105-BF01D88BD011}" presName="sibTrans" presStyleCnt="0"/>
      <dgm:spPr/>
    </dgm:pt>
    <dgm:pt modelId="{C0084E58-949F-4F5B-8D6C-E5FAAF4B971C}" type="pres">
      <dgm:prSet presAssocID="{53FECD8F-8216-4C94-8B98-82CBA4FDA4BC}" presName="compNode" presStyleCnt="0"/>
      <dgm:spPr/>
    </dgm:pt>
    <dgm:pt modelId="{D2220578-5308-4392-A2D8-7D4274A0587F}" type="pres">
      <dgm:prSet presAssocID="{53FECD8F-8216-4C94-8B98-82CBA4FDA4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2F63AB2D-7402-48D1-BF2B-DCCF0A22A204}" type="pres">
      <dgm:prSet presAssocID="{53FECD8F-8216-4C94-8B98-82CBA4FDA4BC}" presName="spaceRect" presStyleCnt="0"/>
      <dgm:spPr/>
    </dgm:pt>
    <dgm:pt modelId="{F17C6A48-715C-4EBF-BF39-D5C1AEF22DA9}" type="pres">
      <dgm:prSet presAssocID="{53FECD8F-8216-4C94-8B98-82CBA4FDA4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B10BF0B-E1AC-44CE-AA2A-E37D77CDA0B9}" srcId="{EC000673-3BC3-4B9C-A34C-44A8C030DA33}" destId="{68034FDD-BB84-4F7B-8A75-38A8C5668168}" srcOrd="0" destOrd="0" parTransId="{422915A8-B52F-4FF4-9614-9E5A141C0D0C}" sibTransId="{C756E480-2D4D-48FB-862D-6D634AADE05B}"/>
    <dgm:cxn modelId="{D8C6AC2F-10CD-4D26-AC92-B0177EDD70C4}" srcId="{EC000673-3BC3-4B9C-A34C-44A8C030DA33}" destId="{53FECD8F-8216-4C94-8B98-82CBA4FDA4BC}" srcOrd="3" destOrd="0" parTransId="{4951AA4A-389E-40DB-8FCA-C9F1ABB578E9}" sibTransId="{CE40FA6B-CB2F-4753-8622-09B7ABD132C4}"/>
    <dgm:cxn modelId="{DEB47D3A-FEB3-4FBE-BE7C-5ABB3C3BDD54}" type="presOf" srcId="{68034FDD-BB84-4F7B-8A75-38A8C5668168}" destId="{D2A63B41-506E-471A-AA42-A01B95792433}" srcOrd="0" destOrd="0" presId="urn:microsoft.com/office/officeart/2018/2/layout/IconLabelList"/>
    <dgm:cxn modelId="{0B1CEB6B-49DC-423C-BC74-4E91C5B7CB35}" srcId="{EC000673-3BC3-4B9C-A34C-44A8C030DA33}" destId="{F9C74B62-FC9A-4568-906B-9410653C4FEE}" srcOrd="2" destOrd="0" parTransId="{FBEBB149-92E3-45E9-A0B8-47F94DD2A677}" sibTransId="{F9E6E7C4-43C3-4FC5-9105-BF01D88BD011}"/>
    <dgm:cxn modelId="{5502B57E-CE05-46FE-BE60-CD5E7A180D5C}" type="presOf" srcId="{F9C74B62-FC9A-4568-906B-9410653C4FEE}" destId="{7751F66F-1898-4B8E-ABC5-AA8E178268BE}" srcOrd="0" destOrd="0" presId="urn:microsoft.com/office/officeart/2018/2/layout/IconLabelList"/>
    <dgm:cxn modelId="{41BF9485-145C-4386-B7F9-1456ED1DAE5E}" type="presOf" srcId="{EC000673-3BC3-4B9C-A34C-44A8C030DA33}" destId="{7E1C274A-6289-4E0E-88C0-F00EDA5EDBC3}" srcOrd="0" destOrd="0" presId="urn:microsoft.com/office/officeart/2018/2/layout/IconLabelList"/>
    <dgm:cxn modelId="{566214B3-51E1-4AAA-8C39-59B574A702DB}" srcId="{EC000673-3BC3-4B9C-A34C-44A8C030DA33}" destId="{192535AA-9ABD-4361-B7B9-BEC9178CF67B}" srcOrd="1" destOrd="0" parTransId="{AA33E9DC-545B-46A4-8FD1-27093A7EB0AC}" sibTransId="{45B6BA8D-FC06-493A-887A-FDFE12DBCC1F}"/>
    <dgm:cxn modelId="{2EF77DC7-757E-4F0A-B97D-66E09FEE1707}" type="presOf" srcId="{53FECD8F-8216-4C94-8B98-82CBA4FDA4BC}" destId="{F17C6A48-715C-4EBF-BF39-D5C1AEF22DA9}" srcOrd="0" destOrd="0" presId="urn:microsoft.com/office/officeart/2018/2/layout/IconLabelList"/>
    <dgm:cxn modelId="{B500F7F5-287E-4426-80B1-57EBCB97CB81}" type="presOf" srcId="{192535AA-9ABD-4361-B7B9-BEC9178CF67B}" destId="{43D23EC3-D7C1-47FB-A240-773E4CECEF15}" srcOrd="0" destOrd="0" presId="urn:microsoft.com/office/officeart/2018/2/layout/IconLabelList"/>
    <dgm:cxn modelId="{F00F2B2C-3016-4E63-80B3-0ED8E32ECAEE}" type="presParOf" srcId="{7E1C274A-6289-4E0E-88C0-F00EDA5EDBC3}" destId="{D6E7DD0D-8E51-491B-A8BB-D391BE763022}" srcOrd="0" destOrd="0" presId="urn:microsoft.com/office/officeart/2018/2/layout/IconLabelList"/>
    <dgm:cxn modelId="{4F9FD95C-0EA8-4559-B681-23FFBDB351BE}" type="presParOf" srcId="{D6E7DD0D-8E51-491B-A8BB-D391BE763022}" destId="{CE62C60E-3166-45E4-A7BF-F4A560DBDD16}" srcOrd="0" destOrd="0" presId="urn:microsoft.com/office/officeart/2018/2/layout/IconLabelList"/>
    <dgm:cxn modelId="{607C5397-6258-441F-AC41-3826DB899E2A}" type="presParOf" srcId="{D6E7DD0D-8E51-491B-A8BB-D391BE763022}" destId="{4FA4A0FC-1694-46B2-B983-9A1CC29D1E73}" srcOrd="1" destOrd="0" presId="urn:microsoft.com/office/officeart/2018/2/layout/IconLabelList"/>
    <dgm:cxn modelId="{7DCD6EE6-46DA-46DC-9D2A-F0ADEBB10B90}" type="presParOf" srcId="{D6E7DD0D-8E51-491B-A8BB-D391BE763022}" destId="{D2A63B41-506E-471A-AA42-A01B95792433}" srcOrd="2" destOrd="0" presId="urn:microsoft.com/office/officeart/2018/2/layout/IconLabelList"/>
    <dgm:cxn modelId="{DB3EC146-0FA2-4A13-B910-C511A9BAA169}" type="presParOf" srcId="{7E1C274A-6289-4E0E-88C0-F00EDA5EDBC3}" destId="{B2547548-51DA-4E7F-93D3-A5DBB4563F6F}" srcOrd="1" destOrd="0" presId="urn:microsoft.com/office/officeart/2018/2/layout/IconLabelList"/>
    <dgm:cxn modelId="{B6014B58-A13C-49BE-B82B-AE2622098A40}" type="presParOf" srcId="{7E1C274A-6289-4E0E-88C0-F00EDA5EDBC3}" destId="{BBC8C52E-D56C-41A9-8133-9B076259C1D9}" srcOrd="2" destOrd="0" presId="urn:microsoft.com/office/officeart/2018/2/layout/IconLabelList"/>
    <dgm:cxn modelId="{2EC6723B-DA41-4549-B042-017BBDECB73C}" type="presParOf" srcId="{BBC8C52E-D56C-41A9-8133-9B076259C1D9}" destId="{7E56A393-F88E-4063-937E-8469C91A749F}" srcOrd="0" destOrd="0" presId="urn:microsoft.com/office/officeart/2018/2/layout/IconLabelList"/>
    <dgm:cxn modelId="{6730448B-16FF-422A-B9A8-CE33E6200C59}" type="presParOf" srcId="{BBC8C52E-D56C-41A9-8133-9B076259C1D9}" destId="{15B4CA0E-3924-486D-9E77-76E7020A0185}" srcOrd="1" destOrd="0" presId="urn:microsoft.com/office/officeart/2018/2/layout/IconLabelList"/>
    <dgm:cxn modelId="{E95A890A-1779-424E-BA94-F1DFEE89D94F}" type="presParOf" srcId="{BBC8C52E-D56C-41A9-8133-9B076259C1D9}" destId="{43D23EC3-D7C1-47FB-A240-773E4CECEF15}" srcOrd="2" destOrd="0" presId="urn:microsoft.com/office/officeart/2018/2/layout/IconLabelList"/>
    <dgm:cxn modelId="{63116D68-2736-4A21-B096-F5E14114E5E8}" type="presParOf" srcId="{7E1C274A-6289-4E0E-88C0-F00EDA5EDBC3}" destId="{F03B6CF7-9F15-4C29-8223-10DC13CED309}" srcOrd="3" destOrd="0" presId="urn:microsoft.com/office/officeart/2018/2/layout/IconLabelList"/>
    <dgm:cxn modelId="{EEEB5FD8-24C0-4185-B143-09D759B9970E}" type="presParOf" srcId="{7E1C274A-6289-4E0E-88C0-F00EDA5EDBC3}" destId="{79DAB60E-81DA-4052-A521-4CDCBFC526DE}" srcOrd="4" destOrd="0" presId="urn:microsoft.com/office/officeart/2018/2/layout/IconLabelList"/>
    <dgm:cxn modelId="{85FAFB4A-6AD4-4101-A6A4-C1B271A67887}" type="presParOf" srcId="{79DAB60E-81DA-4052-A521-4CDCBFC526DE}" destId="{62CEE018-12B7-4711-8D77-EB673DB2D1F0}" srcOrd="0" destOrd="0" presId="urn:microsoft.com/office/officeart/2018/2/layout/IconLabelList"/>
    <dgm:cxn modelId="{13F5412B-DF4D-4703-A149-E7517FED1A89}" type="presParOf" srcId="{79DAB60E-81DA-4052-A521-4CDCBFC526DE}" destId="{F8336488-F534-4123-B5B0-51462F3F0440}" srcOrd="1" destOrd="0" presId="urn:microsoft.com/office/officeart/2018/2/layout/IconLabelList"/>
    <dgm:cxn modelId="{0C1148B9-C2DA-4454-A66B-9CD91268A914}" type="presParOf" srcId="{79DAB60E-81DA-4052-A521-4CDCBFC526DE}" destId="{7751F66F-1898-4B8E-ABC5-AA8E178268BE}" srcOrd="2" destOrd="0" presId="urn:microsoft.com/office/officeart/2018/2/layout/IconLabelList"/>
    <dgm:cxn modelId="{DF55346D-76DF-4BC1-9FE1-BB7E173B36B6}" type="presParOf" srcId="{7E1C274A-6289-4E0E-88C0-F00EDA5EDBC3}" destId="{4D96D416-F738-46B3-BA17-06247D3F4679}" srcOrd="5" destOrd="0" presId="urn:microsoft.com/office/officeart/2018/2/layout/IconLabelList"/>
    <dgm:cxn modelId="{CD91A5D1-E498-4386-B106-C703A4B5DD99}" type="presParOf" srcId="{7E1C274A-6289-4E0E-88C0-F00EDA5EDBC3}" destId="{C0084E58-949F-4F5B-8D6C-E5FAAF4B971C}" srcOrd="6" destOrd="0" presId="urn:microsoft.com/office/officeart/2018/2/layout/IconLabelList"/>
    <dgm:cxn modelId="{BB0882DC-A694-45B5-972B-54325071865F}" type="presParOf" srcId="{C0084E58-949F-4F5B-8D6C-E5FAAF4B971C}" destId="{D2220578-5308-4392-A2D8-7D4274A0587F}" srcOrd="0" destOrd="0" presId="urn:microsoft.com/office/officeart/2018/2/layout/IconLabelList"/>
    <dgm:cxn modelId="{7A5438E7-A680-4157-AD4A-4225091CC567}" type="presParOf" srcId="{C0084E58-949F-4F5B-8D6C-E5FAAF4B971C}" destId="{2F63AB2D-7402-48D1-BF2B-DCCF0A22A204}" srcOrd="1" destOrd="0" presId="urn:microsoft.com/office/officeart/2018/2/layout/IconLabelList"/>
    <dgm:cxn modelId="{A2A88F48-C597-4421-ADC4-AD4BF15B1300}" type="presParOf" srcId="{C0084E58-949F-4F5B-8D6C-E5FAAF4B971C}" destId="{F17C6A48-715C-4EBF-BF39-D5C1AEF22D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B6E733-F7E1-4C51-B0EA-0A1374CDFBF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51F07C-FB5C-412E-9BE1-9955F120E344}">
      <dgm:prSet/>
      <dgm:spPr/>
      <dgm:t>
        <a:bodyPr/>
        <a:lstStyle/>
        <a:p>
          <a:r>
            <a:rPr lang="en-US"/>
            <a:t>LLMs remember information inside:</a:t>
          </a:r>
        </a:p>
      </dgm:t>
    </dgm:pt>
    <dgm:pt modelId="{2F616DCF-EE03-4625-A5AA-A9ABB0829BAE}" type="parTrans" cxnId="{39686759-90B4-49A0-8FA7-1A8BD3BEC47C}">
      <dgm:prSet/>
      <dgm:spPr/>
      <dgm:t>
        <a:bodyPr/>
        <a:lstStyle/>
        <a:p>
          <a:endParaRPr lang="en-US"/>
        </a:p>
      </dgm:t>
    </dgm:pt>
    <dgm:pt modelId="{D2B06F22-BC55-4BD5-BCF8-157087AD6A35}" type="sibTrans" cxnId="{39686759-90B4-49A0-8FA7-1A8BD3BEC47C}">
      <dgm:prSet/>
      <dgm:spPr/>
      <dgm:t>
        <a:bodyPr/>
        <a:lstStyle/>
        <a:p>
          <a:endParaRPr lang="en-US"/>
        </a:p>
      </dgm:t>
    </dgm:pt>
    <dgm:pt modelId="{E60D8E25-9B75-4E22-BECB-18F32AADC7B3}">
      <dgm:prSet/>
      <dgm:spPr/>
      <dgm:t>
        <a:bodyPr/>
        <a:lstStyle/>
        <a:p>
          <a:r>
            <a:rPr lang="en-US"/>
            <a:t>➡ The context window</a:t>
          </a:r>
        </a:p>
      </dgm:t>
    </dgm:pt>
    <dgm:pt modelId="{E00C6D6B-2CB8-4DB3-BBDB-DC674ACF3AF6}" type="parTrans" cxnId="{6C2A331D-9691-4738-953B-296D73CC91C6}">
      <dgm:prSet/>
      <dgm:spPr/>
      <dgm:t>
        <a:bodyPr/>
        <a:lstStyle/>
        <a:p>
          <a:endParaRPr lang="en-US"/>
        </a:p>
      </dgm:t>
    </dgm:pt>
    <dgm:pt modelId="{DEA51E15-FFA1-41FC-9125-53865038824F}" type="sibTrans" cxnId="{6C2A331D-9691-4738-953B-296D73CC91C6}">
      <dgm:prSet/>
      <dgm:spPr/>
      <dgm:t>
        <a:bodyPr/>
        <a:lstStyle/>
        <a:p>
          <a:endParaRPr lang="en-US"/>
        </a:p>
      </dgm:t>
    </dgm:pt>
    <dgm:pt modelId="{40A0B8D0-6166-4B95-AC44-8B81211EF1BB}">
      <dgm:prSet/>
      <dgm:spPr/>
      <dgm:t>
        <a:bodyPr/>
        <a:lstStyle/>
        <a:p>
          <a:r>
            <a:rPr lang="en-US"/>
            <a:t>This is temporary memory.</a:t>
          </a:r>
        </a:p>
      </dgm:t>
    </dgm:pt>
    <dgm:pt modelId="{69DC9735-6FA8-4231-A637-6BC38CAAE608}" type="parTrans" cxnId="{18971DDC-213C-428D-8AAE-06FAE1488A87}">
      <dgm:prSet/>
      <dgm:spPr/>
      <dgm:t>
        <a:bodyPr/>
        <a:lstStyle/>
        <a:p>
          <a:endParaRPr lang="en-US"/>
        </a:p>
      </dgm:t>
    </dgm:pt>
    <dgm:pt modelId="{812C5579-7AE2-4AA0-B4B3-1CBA83BC4EED}" type="sibTrans" cxnId="{18971DDC-213C-428D-8AAE-06FAE1488A87}">
      <dgm:prSet/>
      <dgm:spPr/>
      <dgm:t>
        <a:bodyPr/>
        <a:lstStyle/>
        <a:p>
          <a:endParaRPr lang="en-US"/>
        </a:p>
      </dgm:t>
    </dgm:pt>
    <dgm:pt modelId="{6681B855-0E57-4F33-830C-9CB5D3FA9ED4}">
      <dgm:prSet/>
      <dgm:spPr/>
      <dgm:t>
        <a:bodyPr/>
        <a:lstStyle/>
        <a:p>
          <a:r>
            <a:rPr lang="en-US"/>
            <a:t>It includes:</a:t>
          </a:r>
        </a:p>
      </dgm:t>
    </dgm:pt>
    <dgm:pt modelId="{D23DA590-8F34-4B50-9608-382A74CD4488}" type="parTrans" cxnId="{18C6400A-7CAD-4A79-B817-3EB91DCCA480}">
      <dgm:prSet/>
      <dgm:spPr/>
      <dgm:t>
        <a:bodyPr/>
        <a:lstStyle/>
        <a:p>
          <a:endParaRPr lang="en-US"/>
        </a:p>
      </dgm:t>
    </dgm:pt>
    <dgm:pt modelId="{DAA54601-72C9-4D8E-8C26-1AB79D533ABA}" type="sibTrans" cxnId="{18C6400A-7CAD-4A79-B817-3EB91DCCA480}">
      <dgm:prSet/>
      <dgm:spPr/>
      <dgm:t>
        <a:bodyPr/>
        <a:lstStyle/>
        <a:p>
          <a:endParaRPr lang="en-US"/>
        </a:p>
      </dgm:t>
    </dgm:pt>
    <dgm:pt modelId="{2A768955-EBF6-48E7-B32F-5A572F10CA1B}">
      <dgm:prSet/>
      <dgm:spPr/>
      <dgm:t>
        <a:bodyPr/>
        <a:lstStyle/>
        <a:p>
          <a:r>
            <a:rPr lang="en-US"/>
            <a:t>User prompt</a:t>
          </a:r>
        </a:p>
      </dgm:t>
    </dgm:pt>
    <dgm:pt modelId="{88D420A4-4BBE-41DA-AB14-E4B8FE5551F6}" type="parTrans" cxnId="{B3999E4A-B940-4994-A03B-C396AEC74DC5}">
      <dgm:prSet/>
      <dgm:spPr/>
      <dgm:t>
        <a:bodyPr/>
        <a:lstStyle/>
        <a:p>
          <a:endParaRPr lang="en-US"/>
        </a:p>
      </dgm:t>
    </dgm:pt>
    <dgm:pt modelId="{F41500FB-1285-4254-BFB7-B9C1B46A6743}" type="sibTrans" cxnId="{B3999E4A-B940-4994-A03B-C396AEC74DC5}">
      <dgm:prSet/>
      <dgm:spPr/>
      <dgm:t>
        <a:bodyPr/>
        <a:lstStyle/>
        <a:p>
          <a:endParaRPr lang="en-US"/>
        </a:p>
      </dgm:t>
    </dgm:pt>
    <dgm:pt modelId="{CEDF5C44-289D-445F-9E6E-4267194105CD}">
      <dgm:prSet/>
      <dgm:spPr/>
      <dgm:t>
        <a:bodyPr/>
        <a:lstStyle/>
        <a:p>
          <a:r>
            <a:rPr lang="en-US"/>
            <a:t>System prompt</a:t>
          </a:r>
        </a:p>
      </dgm:t>
    </dgm:pt>
    <dgm:pt modelId="{5CCFA821-EBBD-466A-BE91-DDE97C3B273B}" type="parTrans" cxnId="{8B409FB4-C851-4EF1-9559-970E528680ED}">
      <dgm:prSet/>
      <dgm:spPr/>
      <dgm:t>
        <a:bodyPr/>
        <a:lstStyle/>
        <a:p>
          <a:endParaRPr lang="en-US"/>
        </a:p>
      </dgm:t>
    </dgm:pt>
    <dgm:pt modelId="{B6DDB803-2AB7-480E-8623-5744E5DDA561}" type="sibTrans" cxnId="{8B409FB4-C851-4EF1-9559-970E528680ED}">
      <dgm:prSet/>
      <dgm:spPr/>
      <dgm:t>
        <a:bodyPr/>
        <a:lstStyle/>
        <a:p>
          <a:endParaRPr lang="en-US"/>
        </a:p>
      </dgm:t>
    </dgm:pt>
    <dgm:pt modelId="{17919846-6812-41F3-B820-55DF9D74A816}">
      <dgm:prSet/>
      <dgm:spPr/>
      <dgm:t>
        <a:bodyPr/>
        <a:lstStyle/>
        <a:p>
          <a:r>
            <a:rPr lang="en-US"/>
            <a:t>Previous conversation</a:t>
          </a:r>
        </a:p>
      </dgm:t>
    </dgm:pt>
    <dgm:pt modelId="{DEB890F3-C360-4E0D-A08D-3B257D1B1C7E}" type="parTrans" cxnId="{26DA6FD7-0984-4FA7-917E-1B1908B9C0E8}">
      <dgm:prSet/>
      <dgm:spPr/>
      <dgm:t>
        <a:bodyPr/>
        <a:lstStyle/>
        <a:p>
          <a:endParaRPr lang="en-US"/>
        </a:p>
      </dgm:t>
    </dgm:pt>
    <dgm:pt modelId="{FC3BBD08-63BD-4F53-842C-2F8D59567DC1}" type="sibTrans" cxnId="{26DA6FD7-0984-4FA7-917E-1B1908B9C0E8}">
      <dgm:prSet/>
      <dgm:spPr/>
      <dgm:t>
        <a:bodyPr/>
        <a:lstStyle/>
        <a:p>
          <a:endParaRPr lang="en-US"/>
        </a:p>
      </dgm:t>
    </dgm:pt>
    <dgm:pt modelId="{E5B07D0A-7B2A-4544-B224-E945EFF2671B}">
      <dgm:prSet/>
      <dgm:spPr/>
      <dgm:t>
        <a:bodyPr/>
        <a:lstStyle/>
        <a:p>
          <a:r>
            <a:rPr lang="en-US"/>
            <a:t>Retrieved documents</a:t>
          </a:r>
        </a:p>
      </dgm:t>
    </dgm:pt>
    <dgm:pt modelId="{73AB9AD2-AA9F-4010-8999-A0D9EF792A6B}" type="parTrans" cxnId="{078C169A-1A07-4E45-9FD8-A9A4C5FDD87B}">
      <dgm:prSet/>
      <dgm:spPr/>
      <dgm:t>
        <a:bodyPr/>
        <a:lstStyle/>
        <a:p>
          <a:endParaRPr lang="en-US"/>
        </a:p>
      </dgm:t>
    </dgm:pt>
    <dgm:pt modelId="{F12EBA1D-DC5D-4BAE-8040-784B05F6B91A}" type="sibTrans" cxnId="{078C169A-1A07-4E45-9FD8-A9A4C5FDD87B}">
      <dgm:prSet/>
      <dgm:spPr/>
      <dgm:t>
        <a:bodyPr/>
        <a:lstStyle/>
        <a:p>
          <a:endParaRPr lang="en-US"/>
        </a:p>
      </dgm:t>
    </dgm:pt>
    <dgm:pt modelId="{29BCB19B-F32F-4C5C-945C-C9F84ECFE308}">
      <dgm:prSet/>
      <dgm:spPr/>
      <dgm:t>
        <a:bodyPr/>
        <a:lstStyle/>
        <a:p>
          <a:r>
            <a:rPr lang="en-US"/>
            <a:t>But only within token limit.</a:t>
          </a:r>
        </a:p>
      </dgm:t>
    </dgm:pt>
    <dgm:pt modelId="{10D12255-46F3-439A-AF56-C5D5BC314EE9}" type="parTrans" cxnId="{3FC7758C-CBA5-4BB9-A8D5-F2F3E56C7EE7}">
      <dgm:prSet/>
      <dgm:spPr/>
      <dgm:t>
        <a:bodyPr/>
        <a:lstStyle/>
        <a:p>
          <a:endParaRPr lang="en-US"/>
        </a:p>
      </dgm:t>
    </dgm:pt>
    <dgm:pt modelId="{968F59B2-1C10-4227-8D99-E14C45501C6D}" type="sibTrans" cxnId="{3FC7758C-CBA5-4BB9-A8D5-F2F3E56C7EE7}">
      <dgm:prSet/>
      <dgm:spPr/>
      <dgm:t>
        <a:bodyPr/>
        <a:lstStyle/>
        <a:p>
          <a:endParaRPr lang="en-US"/>
        </a:p>
      </dgm:t>
    </dgm:pt>
    <dgm:pt modelId="{0F0BD37E-C952-45F1-9AAA-7274C24C1C47}" type="pres">
      <dgm:prSet presAssocID="{B6B6E733-F7E1-4C51-B0EA-0A1374CDFBF1}" presName="linear" presStyleCnt="0">
        <dgm:presLayoutVars>
          <dgm:animLvl val="lvl"/>
          <dgm:resizeHandles val="exact"/>
        </dgm:presLayoutVars>
      </dgm:prSet>
      <dgm:spPr/>
    </dgm:pt>
    <dgm:pt modelId="{02B76B3B-32FF-4071-A324-2E3DDA4B1F1D}" type="pres">
      <dgm:prSet presAssocID="{2C51F07C-FB5C-412E-9BE1-9955F120E34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10464C-B646-440D-A4CE-3B7C6A077360}" type="pres">
      <dgm:prSet presAssocID="{D2B06F22-BC55-4BD5-BCF8-157087AD6A35}" presName="spacer" presStyleCnt="0"/>
      <dgm:spPr/>
    </dgm:pt>
    <dgm:pt modelId="{F496AA24-2195-4789-B002-062EF9A04068}" type="pres">
      <dgm:prSet presAssocID="{E60D8E25-9B75-4E22-BECB-18F32AADC7B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2F595F5-A863-4155-91B1-A0DFDA920BD9}" type="pres">
      <dgm:prSet presAssocID="{DEA51E15-FFA1-41FC-9125-53865038824F}" presName="spacer" presStyleCnt="0"/>
      <dgm:spPr/>
    </dgm:pt>
    <dgm:pt modelId="{4EACC3BA-07B7-4C7F-93EA-9743530F58B7}" type="pres">
      <dgm:prSet presAssocID="{40A0B8D0-6166-4B95-AC44-8B81211EF1B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B009F4-0CF1-4372-A6A1-90B0EAD51158}" type="pres">
      <dgm:prSet presAssocID="{812C5579-7AE2-4AA0-B4B3-1CBA83BC4EED}" presName="spacer" presStyleCnt="0"/>
      <dgm:spPr/>
    </dgm:pt>
    <dgm:pt modelId="{5C81A03F-3E4C-4520-938E-0F69351F0187}" type="pres">
      <dgm:prSet presAssocID="{6681B855-0E57-4F33-830C-9CB5D3FA9ED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2BBF33C-1138-467A-99C1-749FA8B43D49}" type="pres">
      <dgm:prSet presAssocID="{6681B855-0E57-4F33-830C-9CB5D3FA9ED4}" presName="childText" presStyleLbl="revTx" presStyleIdx="0" presStyleCnt="1">
        <dgm:presLayoutVars>
          <dgm:bulletEnabled val="1"/>
        </dgm:presLayoutVars>
      </dgm:prSet>
      <dgm:spPr/>
    </dgm:pt>
    <dgm:pt modelId="{0AFE6390-F52E-49FF-B5D6-46E55298E654}" type="pres">
      <dgm:prSet presAssocID="{29BCB19B-F32F-4C5C-945C-C9F84ECFE30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8C6400A-7CAD-4A79-B817-3EB91DCCA480}" srcId="{B6B6E733-F7E1-4C51-B0EA-0A1374CDFBF1}" destId="{6681B855-0E57-4F33-830C-9CB5D3FA9ED4}" srcOrd="3" destOrd="0" parTransId="{D23DA590-8F34-4B50-9608-382A74CD4488}" sibTransId="{DAA54601-72C9-4D8E-8C26-1AB79D533ABA}"/>
    <dgm:cxn modelId="{6C2A331D-9691-4738-953B-296D73CC91C6}" srcId="{B6B6E733-F7E1-4C51-B0EA-0A1374CDFBF1}" destId="{E60D8E25-9B75-4E22-BECB-18F32AADC7B3}" srcOrd="1" destOrd="0" parTransId="{E00C6D6B-2CB8-4DB3-BBDB-DC674ACF3AF6}" sibTransId="{DEA51E15-FFA1-41FC-9125-53865038824F}"/>
    <dgm:cxn modelId="{2DB36F36-F67D-41BB-AF9A-67C7C44B203D}" type="presOf" srcId="{6681B855-0E57-4F33-830C-9CB5D3FA9ED4}" destId="{5C81A03F-3E4C-4520-938E-0F69351F0187}" srcOrd="0" destOrd="0" presId="urn:microsoft.com/office/officeart/2005/8/layout/vList2"/>
    <dgm:cxn modelId="{2D37E639-DB64-4733-AB2F-AEBC4F3A01B1}" type="presOf" srcId="{CEDF5C44-289D-445F-9E6E-4267194105CD}" destId="{F2BBF33C-1138-467A-99C1-749FA8B43D49}" srcOrd="0" destOrd="1" presId="urn:microsoft.com/office/officeart/2005/8/layout/vList2"/>
    <dgm:cxn modelId="{801AAB3A-C319-4B0C-AE39-686BF10D618C}" type="presOf" srcId="{B6B6E733-F7E1-4C51-B0EA-0A1374CDFBF1}" destId="{0F0BD37E-C952-45F1-9AAA-7274C24C1C47}" srcOrd="0" destOrd="0" presId="urn:microsoft.com/office/officeart/2005/8/layout/vList2"/>
    <dgm:cxn modelId="{F6F03C5B-75EF-40B4-A00F-BE78A38F11BD}" type="presOf" srcId="{E60D8E25-9B75-4E22-BECB-18F32AADC7B3}" destId="{F496AA24-2195-4789-B002-062EF9A04068}" srcOrd="0" destOrd="0" presId="urn:microsoft.com/office/officeart/2005/8/layout/vList2"/>
    <dgm:cxn modelId="{B3999E4A-B940-4994-A03B-C396AEC74DC5}" srcId="{6681B855-0E57-4F33-830C-9CB5D3FA9ED4}" destId="{2A768955-EBF6-48E7-B32F-5A572F10CA1B}" srcOrd="0" destOrd="0" parTransId="{88D420A4-4BBE-41DA-AB14-E4B8FE5551F6}" sibTransId="{F41500FB-1285-4254-BFB7-B9C1B46A6743}"/>
    <dgm:cxn modelId="{8A96DA74-BFD1-4D5B-925E-4EBE753D07A9}" type="presOf" srcId="{40A0B8D0-6166-4B95-AC44-8B81211EF1BB}" destId="{4EACC3BA-07B7-4C7F-93EA-9743530F58B7}" srcOrd="0" destOrd="0" presId="urn:microsoft.com/office/officeart/2005/8/layout/vList2"/>
    <dgm:cxn modelId="{C33F6857-5022-4843-8F24-87B7228CBE0F}" type="presOf" srcId="{E5B07D0A-7B2A-4544-B224-E945EFF2671B}" destId="{F2BBF33C-1138-467A-99C1-749FA8B43D49}" srcOrd="0" destOrd="3" presId="urn:microsoft.com/office/officeart/2005/8/layout/vList2"/>
    <dgm:cxn modelId="{39686759-90B4-49A0-8FA7-1A8BD3BEC47C}" srcId="{B6B6E733-F7E1-4C51-B0EA-0A1374CDFBF1}" destId="{2C51F07C-FB5C-412E-9BE1-9955F120E344}" srcOrd="0" destOrd="0" parTransId="{2F616DCF-EE03-4625-A5AA-A9ABB0829BAE}" sibTransId="{D2B06F22-BC55-4BD5-BCF8-157087AD6A35}"/>
    <dgm:cxn modelId="{3FC7758C-CBA5-4BB9-A8D5-F2F3E56C7EE7}" srcId="{B6B6E733-F7E1-4C51-B0EA-0A1374CDFBF1}" destId="{29BCB19B-F32F-4C5C-945C-C9F84ECFE308}" srcOrd="4" destOrd="0" parTransId="{10D12255-46F3-439A-AF56-C5D5BC314EE9}" sibTransId="{968F59B2-1C10-4227-8D99-E14C45501C6D}"/>
    <dgm:cxn modelId="{078C169A-1A07-4E45-9FD8-A9A4C5FDD87B}" srcId="{6681B855-0E57-4F33-830C-9CB5D3FA9ED4}" destId="{E5B07D0A-7B2A-4544-B224-E945EFF2671B}" srcOrd="3" destOrd="0" parTransId="{73AB9AD2-AA9F-4010-8999-A0D9EF792A6B}" sibTransId="{F12EBA1D-DC5D-4BAE-8040-784B05F6B91A}"/>
    <dgm:cxn modelId="{8B409FB4-C851-4EF1-9559-970E528680ED}" srcId="{6681B855-0E57-4F33-830C-9CB5D3FA9ED4}" destId="{CEDF5C44-289D-445F-9E6E-4267194105CD}" srcOrd="1" destOrd="0" parTransId="{5CCFA821-EBBD-466A-BE91-DDE97C3B273B}" sibTransId="{B6DDB803-2AB7-480E-8623-5744E5DDA561}"/>
    <dgm:cxn modelId="{E47088BA-3517-458D-9B55-71F9A2A37CE7}" type="presOf" srcId="{29BCB19B-F32F-4C5C-945C-C9F84ECFE308}" destId="{0AFE6390-F52E-49FF-B5D6-46E55298E654}" srcOrd="0" destOrd="0" presId="urn:microsoft.com/office/officeart/2005/8/layout/vList2"/>
    <dgm:cxn modelId="{B6C67DCE-A033-4FB6-99A1-28D24D908328}" type="presOf" srcId="{2A768955-EBF6-48E7-B32F-5A572F10CA1B}" destId="{F2BBF33C-1138-467A-99C1-749FA8B43D49}" srcOrd="0" destOrd="0" presId="urn:microsoft.com/office/officeart/2005/8/layout/vList2"/>
    <dgm:cxn modelId="{26DA6FD7-0984-4FA7-917E-1B1908B9C0E8}" srcId="{6681B855-0E57-4F33-830C-9CB5D3FA9ED4}" destId="{17919846-6812-41F3-B820-55DF9D74A816}" srcOrd="2" destOrd="0" parTransId="{DEB890F3-C360-4E0D-A08D-3B257D1B1C7E}" sibTransId="{FC3BBD08-63BD-4F53-842C-2F8D59567DC1}"/>
    <dgm:cxn modelId="{18971DDC-213C-428D-8AAE-06FAE1488A87}" srcId="{B6B6E733-F7E1-4C51-B0EA-0A1374CDFBF1}" destId="{40A0B8D0-6166-4B95-AC44-8B81211EF1BB}" srcOrd="2" destOrd="0" parTransId="{69DC9735-6FA8-4231-A637-6BC38CAAE608}" sibTransId="{812C5579-7AE2-4AA0-B4B3-1CBA83BC4EED}"/>
    <dgm:cxn modelId="{28E137E8-6ECD-40BC-BA81-005121A75447}" type="presOf" srcId="{17919846-6812-41F3-B820-55DF9D74A816}" destId="{F2BBF33C-1138-467A-99C1-749FA8B43D49}" srcOrd="0" destOrd="2" presId="urn:microsoft.com/office/officeart/2005/8/layout/vList2"/>
    <dgm:cxn modelId="{70BF17FC-01B3-4861-BFD4-7BC4907F6553}" type="presOf" srcId="{2C51F07C-FB5C-412E-9BE1-9955F120E344}" destId="{02B76B3B-32FF-4071-A324-2E3DDA4B1F1D}" srcOrd="0" destOrd="0" presId="urn:microsoft.com/office/officeart/2005/8/layout/vList2"/>
    <dgm:cxn modelId="{4061F45A-C305-492C-8EE3-EFF5EF285815}" type="presParOf" srcId="{0F0BD37E-C952-45F1-9AAA-7274C24C1C47}" destId="{02B76B3B-32FF-4071-A324-2E3DDA4B1F1D}" srcOrd="0" destOrd="0" presId="urn:microsoft.com/office/officeart/2005/8/layout/vList2"/>
    <dgm:cxn modelId="{7DEE5378-5253-4BC5-959C-369A8DB9AA03}" type="presParOf" srcId="{0F0BD37E-C952-45F1-9AAA-7274C24C1C47}" destId="{1110464C-B646-440D-A4CE-3B7C6A077360}" srcOrd="1" destOrd="0" presId="urn:microsoft.com/office/officeart/2005/8/layout/vList2"/>
    <dgm:cxn modelId="{F9F0B190-A80A-40D3-8209-E80380751B0F}" type="presParOf" srcId="{0F0BD37E-C952-45F1-9AAA-7274C24C1C47}" destId="{F496AA24-2195-4789-B002-062EF9A04068}" srcOrd="2" destOrd="0" presId="urn:microsoft.com/office/officeart/2005/8/layout/vList2"/>
    <dgm:cxn modelId="{F344364E-8CF6-426F-848C-9FE0951093A8}" type="presParOf" srcId="{0F0BD37E-C952-45F1-9AAA-7274C24C1C47}" destId="{F2F595F5-A863-4155-91B1-A0DFDA920BD9}" srcOrd="3" destOrd="0" presId="urn:microsoft.com/office/officeart/2005/8/layout/vList2"/>
    <dgm:cxn modelId="{2D6B5DF2-9C55-4625-8EA1-5D0AA0E15129}" type="presParOf" srcId="{0F0BD37E-C952-45F1-9AAA-7274C24C1C47}" destId="{4EACC3BA-07B7-4C7F-93EA-9743530F58B7}" srcOrd="4" destOrd="0" presId="urn:microsoft.com/office/officeart/2005/8/layout/vList2"/>
    <dgm:cxn modelId="{1290FEB0-D7B9-44B6-B026-E90CF5BCF49E}" type="presParOf" srcId="{0F0BD37E-C952-45F1-9AAA-7274C24C1C47}" destId="{C7B009F4-0CF1-4372-A6A1-90B0EAD51158}" srcOrd="5" destOrd="0" presId="urn:microsoft.com/office/officeart/2005/8/layout/vList2"/>
    <dgm:cxn modelId="{933D45A0-38A8-461E-A571-1ED0632A54E3}" type="presParOf" srcId="{0F0BD37E-C952-45F1-9AAA-7274C24C1C47}" destId="{5C81A03F-3E4C-4520-938E-0F69351F0187}" srcOrd="6" destOrd="0" presId="urn:microsoft.com/office/officeart/2005/8/layout/vList2"/>
    <dgm:cxn modelId="{F0C6C726-03DA-43DF-9873-C3BF96D20A2A}" type="presParOf" srcId="{0F0BD37E-C952-45F1-9AAA-7274C24C1C47}" destId="{F2BBF33C-1138-467A-99C1-749FA8B43D49}" srcOrd="7" destOrd="0" presId="urn:microsoft.com/office/officeart/2005/8/layout/vList2"/>
    <dgm:cxn modelId="{349911EE-AC2A-45BD-B78E-A4EA7A100C1B}" type="presParOf" srcId="{0F0BD37E-C952-45F1-9AAA-7274C24C1C47}" destId="{0AFE6390-F52E-49FF-B5D6-46E55298E65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63C1EE-0915-48DB-9091-0E891103E49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25E02D-4436-43E3-81DB-6D824C7C1F3C}">
      <dgm:prSet/>
      <dgm:spPr/>
      <dgm:t>
        <a:bodyPr/>
        <a:lstStyle/>
        <a:p>
          <a:r>
            <a:rPr lang="en-US"/>
            <a:t>The maximum number of tokens the model can “see” at once.</a:t>
          </a:r>
        </a:p>
      </dgm:t>
    </dgm:pt>
    <dgm:pt modelId="{01DD9F26-7437-49D2-B23A-EF00F06B875D}" type="parTrans" cxnId="{8A7FA922-6146-4229-895C-1DF0FA97091E}">
      <dgm:prSet/>
      <dgm:spPr/>
      <dgm:t>
        <a:bodyPr/>
        <a:lstStyle/>
        <a:p>
          <a:endParaRPr lang="en-US"/>
        </a:p>
      </dgm:t>
    </dgm:pt>
    <dgm:pt modelId="{35E4770E-BF65-477F-B478-39B45F237D0A}" type="sibTrans" cxnId="{8A7FA922-6146-4229-895C-1DF0FA97091E}">
      <dgm:prSet/>
      <dgm:spPr/>
      <dgm:t>
        <a:bodyPr/>
        <a:lstStyle/>
        <a:p>
          <a:endParaRPr lang="en-US"/>
        </a:p>
      </dgm:t>
    </dgm:pt>
    <dgm:pt modelId="{69807E47-71DD-46C8-9A62-BDBA8DA713A1}">
      <dgm:prSet/>
      <dgm:spPr/>
      <dgm:t>
        <a:bodyPr/>
        <a:lstStyle/>
        <a:p>
          <a:r>
            <a:rPr lang="en-US"/>
            <a:t>Example:</a:t>
          </a:r>
        </a:p>
      </dgm:t>
    </dgm:pt>
    <dgm:pt modelId="{1341414E-B384-41B1-826F-74B76547473A}" type="parTrans" cxnId="{C2AA0A4E-0946-406E-BB40-D3734E28840F}">
      <dgm:prSet/>
      <dgm:spPr/>
      <dgm:t>
        <a:bodyPr/>
        <a:lstStyle/>
        <a:p>
          <a:endParaRPr lang="en-US"/>
        </a:p>
      </dgm:t>
    </dgm:pt>
    <dgm:pt modelId="{ADD433D0-9B0C-4F59-870A-8C231DC9CE90}" type="sibTrans" cxnId="{C2AA0A4E-0946-406E-BB40-D3734E28840F}">
      <dgm:prSet/>
      <dgm:spPr/>
      <dgm:t>
        <a:bodyPr/>
        <a:lstStyle/>
        <a:p>
          <a:endParaRPr lang="en-US"/>
        </a:p>
      </dgm:t>
    </dgm:pt>
    <dgm:pt modelId="{594E4E4C-39E1-4155-987F-AF2F89C36FD8}">
      <dgm:prSet/>
      <dgm:spPr/>
      <dgm:t>
        <a:bodyPr/>
        <a:lstStyle/>
        <a:p>
          <a:r>
            <a:rPr lang="en-US"/>
            <a:t>8K tokens</a:t>
          </a:r>
        </a:p>
      </dgm:t>
    </dgm:pt>
    <dgm:pt modelId="{B5766577-4FAF-455E-98DE-53C29A516DAB}" type="parTrans" cxnId="{C5A5DF92-2A05-4704-B88B-5DC5BACDD5DA}">
      <dgm:prSet/>
      <dgm:spPr/>
      <dgm:t>
        <a:bodyPr/>
        <a:lstStyle/>
        <a:p>
          <a:endParaRPr lang="en-US"/>
        </a:p>
      </dgm:t>
    </dgm:pt>
    <dgm:pt modelId="{E931595A-1388-44F8-8633-0568F2DF540B}" type="sibTrans" cxnId="{C5A5DF92-2A05-4704-B88B-5DC5BACDD5DA}">
      <dgm:prSet/>
      <dgm:spPr/>
      <dgm:t>
        <a:bodyPr/>
        <a:lstStyle/>
        <a:p>
          <a:endParaRPr lang="en-US"/>
        </a:p>
      </dgm:t>
    </dgm:pt>
    <dgm:pt modelId="{69124739-DAD5-4185-B901-934952AF04B5}">
      <dgm:prSet/>
      <dgm:spPr/>
      <dgm:t>
        <a:bodyPr/>
        <a:lstStyle/>
        <a:p>
          <a:r>
            <a:rPr lang="en-US"/>
            <a:t>32K tokens</a:t>
          </a:r>
        </a:p>
      </dgm:t>
    </dgm:pt>
    <dgm:pt modelId="{7A8AC710-60A6-4271-B11C-2D542005B5AF}" type="parTrans" cxnId="{16ABA9B8-1F49-4593-BF8A-856BBE6194A3}">
      <dgm:prSet/>
      <dgm:spPr/>
      <dgm:t>
        <a:bodyPr/>
        <a:lstStyle/>
        <a:p>
          <a:endParaRPr lang="en-US"/>
        </a:p>
      </dgm:t>
    </dgm:pt>
    <dgm:pt modelId="{C4018E81-3013-4934-89FA-CBEC69904D80}" type="sibTrans" cxnId="{16ABA9B8-1F49-4593-BF8A-856BBE6194A3}">
      <dgm:prSet/>
      <dgm:spPr/>
      <dgm:t>
        <a:bodyPr/>
        <a:lstStyle/>
        <a:p>
          <a:endParaRPr lang="en-US"/>
        </a:p>
      </dgm:t>
    </dgm:pt>
    <dgm:pt modelId="{00654F6B-4C44-4D3C-BBAA-C10816B02405}">
      <dgm:prSet/>
      <dgm:spPr/>
      <dgm:t>
        <a:bodyPr/>
        <a:lstStyle/>
        <a:p>
          <a:r>
            <a:rPr lang="en-US"/>
            <a:t>128K tokens</a:t>
          </a:r>
        </a:p>
      </dgm:t>
    </dgm:pt>
    <dgm:pt modelId="{03392929-A6F0-405C-9A3C-DE42551F2783}" type="parTrans" cxnId="{46DC3FDE-E473-44C5-9AE1-33C1DBA1E91A}">
      <dgm:prSet/>
      <dgm:spPr/>
      <dgm:t>
        <a:bodyPr/>
        <a:lstStyle/>
        <a:p>
          <a:endParaRPr lang="en-US"/>
        </a:p>
      </dgm:t>
    </dgm:pt>
    <dgm:pt modelId="{1C131247-6AFF-423E-AF64-00DFB868548C}" type="sibTrans" cxnId="{46DC3FDE-E473-44C5-9AE1-33C1DBA1E91A}">
      <dgm:prSet/>
      <dgm:spPr/>
      <dgm:t>
        <a:bodyPr/>
        <a:lstStyle/>
        <a:p>
          <a:endParaRPr lang="en-US"/>
        </a:p>
      </dgm:t>
    </dgm:pt>
    <dgm:pt modelId="{567C71FD-20E9-4DD8-A2F3-2D286D74B4F5}">
      <dgm:prSet/>
      <dgm:spPr/>
      <dgm:t>
        <a:bodyPr/>
        <a:lstStyle/>
        <a:p>
          <a:r>
            <a:rPr lang="en-US"/>
            <a:t>If conversation exceeds limit → oldest tokens are removed.</a:t>
          </a:r>
        </a:p>
      </dgm:t>
    </dgm:pt>
    <dgm:pt modelId="{7C8FAB00-F764-4BA3-BCA0-EB62071F4A00}" type="parTrans" cxnId="{D5516A49-D6CD-4A6F-87B2-C1B443713CCC}">
      <dgm:prSet/>
      <dgm:spPr/>
      <dgm:t>
        <a:bodyPr/>
        <a:lstStyle/>
        <a:p>
          <a:endParaRPr lang="en-US"/>
        </a:p>
      </dgm:t>
    </dgm:pt>
    <dgm:pt modelId="{9C551DE1-AD5E-49AC-AA10-BFFCE393D900}" type="sibTrans" cxnId="{D5516A49-D6CD-4A6F-87B2-C1B443713CCC}">
      <dgm:prSet/>
      <dgm:spPr/>
      <dgm:t>
        <a:bodyPr/>
        <a:lstStyle/>
        <a:p>
          <a:endParaRPr lang="en-US"/>
        </a:p>
      </dgm:t>
    </dgm:pt>
    <dgm:pt modelId="{387B8D26-1895-4B88-A005-DCBF034E145B}" type="pres">
      <dgm:prSet presAssocID="{7963C1EE-0915-48DB-9091-0E891103E496}" presName="linear" presStyleCnt="0">
        <dgm:presLayoutVars>
          <dgm:animLvl val="lvl"/>
          <dgm:resizeHandles val="exact"/>
        </dgm:presLayoutVars>
      </dgm:prSet>
      <dgm:spPr/>
    </dgm:pt>
    <dgm:pt modelId="{1270DBD3-1DD5-44A0-9482-1C296ED815DA}" type="pres">
      <dgm:prSet presAssocID="{D225E02D-4436-43E3-81DB-6D824C7C1F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066594-8180-4CF0-82E0-858A37FB66D3}" type="pres">
      <dgm:prSet presAssocID="{35E4770E-BF65-477F-B478-39B45F237D0A}" presName="spacer" presStyleCnt="0"/>
      <dgm:spPr/>
    </dgm:pt>
    <dgm:pt modelId="{741E9B60-BE1F-4ABF-BA2D-4B4F6A30802F}" type="pres">
      <dgm:prSet presAssocID="{69807E47-71DD-46C8-9A62-BDBA8DA713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AAB5198-6A33-4B85-9D01-2A4ABCAE0391}" type="pres">
      <dgm:prSet presAssocID="{69807E47-71DD-46C8-9A62-BDBA8DA713A1}" presName="childText" presStyleLbl="revTx" presStyleIdx="0" presStyleCnt="1">
        <dgm:presLayoutVars>
          <dgm:bulletEnabled val="1"/>
        </dgm:presLayoutVars>
      </dgm:prSet>
      <dgm:spPr/>
    </dgm:pt>
    <dgm:pt modelId="{E1AD1079-3E9E-4C47-BE7B-C45C322D68A9}" type="pres">
      <dgm:prSet presAssocID="{567C71FD-20E9-4DD8-A2F3-2D286D74B4F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145803-A461-4B93-87B8-D166932C027C}" type="presOf" srcId="{00654F6B-4C44-4D3C-BBAA-C10816B02405}" destId="{0AAB5198-6A33-4B85-9D01-2A4ABCAE0391}" srcOrd="0" destOrd="2" presId="urn:microsoft.com/office/officeart/2005/8/layout/vList2"/>
    <dgm:cxn modelId="{3C42050F-E64B-4229-8ACB-AC1E0B9E7569}" type="presOf" srcId="{567C71FD-20E9-4DD8-A2F3-2D286D74B4F5}" destId="{E1AD1079-3E9E-4C47-BE7B-C45C322D68A9}" srcOrd="0" destOrd="0" presId="urn:microsoft.com/office/officeart/2005/8/layout/vList2"/>
    <dgm:cxn modelId="{A68FB81A-D293-42AC-A72A-0DDBB998240D}" type="presOf" srcId="{69807E47-71DD-46C8-9A62-BDBA8DA713A1}" destId="{741E9B60-BE1F-4ABF-BA2D-4B4F6A30802F}" srcOrd="0" destOrd="0" presId="urn:microsoft.com/office/officeart/2005/8/layout/vList2"/>
    <dgm:cxn modelId="{8A7FA922-6146-4229-895C-1DF0FA97091E}" srcId="{7963C1EE-0915-48DB-9091-0E891103E496}" destId="{D225E02D-4436-43E3-81DB-6D824C7C1F3C}" srcOrd="0" destOrd="0" parTransId="{01DD9F26-7437-49D2-B23A-EF00F06B875D}" sibTransId="{35E4770E-BF65-477F-B478-39B45F237D0A}"/>
    <dgm:cxn modelId="{D5516A49-D6CD-4A6F-87B2-C1B443713CCC}" srcId="{7963C1EE-0915-48DB-9091-0E891103E496}" destId="{567C71FD-20E9-4DD8-A2F3-2D286D74B4F5}" srcOrd="2" destOrd="0" parTransId="{7C8FAB00-F764-4BA3-BCA0-EB62071F4A00}" sibTransId="{9C551DE1-AD5E-49AC-AA10-BFFCE393D900}"/>
    <dgm:cxn modelId="{C2AA0A4E-0946-406E-BB40-D3734E28840F}" srcId="{7963C1EE-0915-48DB-9091-0E891103E496}" destId="{69807E47-71DD-46C8-9A62-BDBA8DA713A1}" srcOrd="1" destOrd="0" parTransId="{1341414E-B384-41B1-826F-74B76547473A}" sibTransId="{ADD433D0-9B0C-4F59-870A-8C231DC9CE90}"/>
    <dgm:cxn modelId="{72D09C77-3AF7-4FEF-A686-BD61D9DE1857}" type="presOf" srcId="{7963C1EE-0915-48DB-9091-0E891103E496}" destId="{387B8D26-1895-4B88-A005-DCBF034E145B}" srcOrd="0" destOrd="0" presId="urn:microsoft.com/office/officeart/2005/8/layout/vList2"/>
    <dgm:cxn modelId="{C5A5DF92-2A05-4704-B88B-5DC5BACDD5DA}" srcId="{69807E47-71DD-46C8-9A62-BDBA8DA713A1}" destId="{594E4E4C-39E1-4155-987F-AF2F89C36FD8}" srcOrd="0" destOrd="0" parTransId="{B5766577-4FAF-455E-98DE-53C29A516DAB}" sibTransId="{E931595A-1388-44F8-8633-0568F2DF540B}"/>
    <dgm:cxn modelId="{6F955EB6-E567-4E3A-B3A5-9099C03CBEB9}" type="presOf" srcId="{69124739-DAD5-4185-B901-934952AF04B5}" destId="{0AAB5198-6A33-4B85-9D01-2A4ABCAE0391}" srcOrd="0" destOrd="1" presId="urn:microsoft.com/office/officeart/2005/8/layout/vList2"/>
    <dgm:cxn modelId="{16ABA9B8-1F49-4593-BF8A-856BBE6194A3}" srcId="{69807E47-71DD-46C8-9A62-BDBA8DA713A1}" destId="{69124739-DAD5-4185-B901-934952AF04B5}" srcOrd="1" destOrd="0" parTransId="{7A8AC710-60A6-4271-B11C-2D542005B5AF}" sibTransId="{C4018E81-3013-4934-89FA-CBEC69904D80}"/>
    <dgm:cxn modelId="{D1B4F4BF-B516-4E84-9571-5C7E7CAA45F9}" type="presOf" srcId="{D225E02D-4436-43E3-81DB-6D824C7C1F3C}" destId="{1270DBD3-1DD5-44A0-9482-1C296ED815DA}" srcOrd="0" destOrd="0" presId="urn:microsoft.com/office/officeart/2005/8/layout/vList2"/>
    <dgm:cxn modelId="{6BC0C6DB-BFB3-4BBA-B499-C246222280B9}" type="presOf" srcId="{594E4E4C-39E1-4155-987F-AF2F89C36FD8}" destId="{0AAB5198-6A33-4B85-9D01-2A4ABCAE0391}" srcOrd="0" destOrd="0" presId="urn:microsoft.com/office/officeart/2005/8/layout/vList2"/>
    <dgm:cxn modelId="{46DC3FDE-E473-44C5-9AE1-33C1DBA1E91A}" srcId="{69807E47-71DD-46C8-9A62-BDBA8DA713A1}" destId="{00654F6B-4C44-4D3C-BBAA-C10816B02405}" srcOrd="2" destOrd="0" parTransId="{03392929-A6F0-405C-9A3C-DE42551F2783}" sibTransId="{1C131247-6AFF-423E-AF64-00DFB868548C}"/>
    <dgm:cxn modelId="{11FF8BF5-B0BB-4A64-8BE0-53D78089CCB9}" type="presParOf" srcId="{387B8D26-1895-4B88-A005-DCBF034E145B}" destId="{1270DBD3-1DD5-44A0-9482-1C296ED815DA}" srcOrd="0" destOrd="0" presId="urn:microsoft.com/office/officeart/2005/8/layout/vList2"/>
    <dgm:cxn modelId="{E3C063D8-A8D6-4F71-A8CF-DBB5CA2E0785}" type="presParOf" srcId="{387B8D26-1895-4B88-A005-DCBF034E145B}" destId="{65066594-8180-4CF0-82E0-858A37FB66D3}" srcOrd="1" destOrd="0" presId="urn:microsoft.com/office/officeart/2005/8/layout/vList2"/>
    <dgm:cxn modelId="{64B18182-4D92-4DEA-9EE4-20B1C5593C9B}" type="presParOf" srcId="{387B8D26-1895-4B88-A005-DCBF034E145B}" destId="{741E9B60-BE1F-4ABF-BA2D-4B4F6A30802F}" srcOrd="2" destOrd="0" presId="urn:microsoft.com/office/officeart/2005/8/layout/vList2"/>
    <dgm:cxn modelId="{E8499E38-176C-4C67-844E-645942266E6C}" type="presParOf" srcId="{387B8D26-1895-4B88-A005-DCBF034E145B}" destId="{0AAB5198-6A33-4B85-9D01-2A4ABCAE0391}" srcOrd="3" destOrd="0" presId="urn:microsoft.com/office/officeart/2005/8/layout/vList2"/>
    <dgm:cxn modelId="{D2EC9D8A-F005-4BC6-97D3-47EA631CBCD1}" type="presParOf" srcId="{387B8D26-1895-4B88-A005-DCBF034E145B}" destId="{E1AD1079-3E9E-4C47-BE7B-C45C322D68A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022D97-8C51-4554-A5F8-6BC0D0973B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2FB486-E0A7-46BA-AC43-0A2038648733}">
      <dgm:prSet/>
      <dgm:spPr/>
      <dgm:t>
        <a:bodyPr/>
        <a:lstStyle/>
        <a:p>
          <a:r>
            <a:rPr lang="en-US"/>
            <a:t>Transformers use:</a:t>
          </a:r>
        </a:p>
      </dgm:t>
    </dgm:pt>
    <dgm:pt modelId="{ED8F3458-D068-49B1-8990-511D2B9C651B}" type="parTrans" cxnId="{71BC47ED-3BC8-4B41-BC98-40E76F6134E6}">
      <dgm:prSet/>
      <dgm:spPr/>
      <dgm:t>
        <a:bodyPr/>
        <a:lstStyle/>
        <a:p>
          <a:endParaRPr lang="en-US"/>
        </a:p>
      </dgm:t>
    </dgm:pt>
    <dgm:pt modelId="{B31A0830-518E-4ABA-B52D-BE8203929483}" type="sibTrans" cxnId="{71BC47ED-3BC8-4B41-BC98-40E76F6134E6}">
      <dgm:prSet/>
      <dgm:spPr/>
      <dgm:t>
        <a:bodyPr/>
        <a:lstStyle/>
        <a:p>
          <a:endParaRPr lang="en-US"/>
        </a:p>
      </dgm:t>
    </dgm:pt>
    <dgm:pt modelId="{D6636EC8-A3EE-4E43-A8DB-4F9DCEE474A6}">
      <dgm:prSet/>
      <dgm:spPr/>
      <dgm:t>
        <a:bodyPr/>
        <a:lstStyle/>
        <a:p>
          <a:r>
            <a:rPr lang="en-US"/>
            <a:t>Self-Attention</a:t>
          </a:r>
        </a:p>
      </dgm:t>
    </dgm:pt>
    <dgm:pt modelId="{85059136-BF51-4C19-A16F-65C386D62D09}" type="parTrans" cxnId="{72CC60EE-930D-47B3-90EA-D3010FC1218D}">
      <dgm:prSet/>
      <dgm:spPr/>
      <dgm:t>
        <a:bodyPr/>
        <a:lstStyle/>
        <a:p>
          <a:endParaRPr lang="en-US"/>
        </a:p>
      </dgm:t>
    </dgm:pt>
    <dgm:pt modelId="{99AF9EB9-9D0F-4B35-9FFD-E8B61139136C}" type="sibTrans" cxnId="{72CC60EE-930D-47B3-90EA-D3010FC1218D}">
      <dgm:prSet/>
      <dgm:spPr/>
      <dgm:t>
        <a:bodyPr/>
        <a:lstStyle/>
        <a:p>
          <a:endParaRPr lang="en-US"/>
        </a:p>
      </dgm:t>
    </dgm:pt>
    <dgm:pt modelId="{E3E60F23-068F-4403-B91F-4F0C27363977}">
      <dgm:prSet/>
      <dgm:spPr/>
      <dgm:t>
        <a:bodyPr/>
        <a:lstStyle/>
        <a:p>
          <a:r>
            <a:rPr lang="en-US"/>
            <a:t>Each token attends to previous tokens.</a:t>
          </a:r>
        </a:p>
      </dgm:t>
    </dgm:pt>
    <dgm:pt modelId="{9E826097-8546-448C-B740-16B2ACBA0BB9}" type="parTrans" cxnId="{B526C9D9-BE2A-4E1D-B8EE-93F454DA5F8D}">
      <dgm:prSet/>
      <dgm:spPr/>
      <dgm:t>
        <a:bodyPr/>
        <a:lstStyle/>
        <a:p>
          <a:endParaRPr lang="en-US"/>
        </a:p>
      </dgm:t>
    </dgm:pt>
    <dgm:pt modelId="{17A6340A-55BD-49EB-AD64-66330506BE79}" type="sibTrans" cxnId="{B526C9D9-BE2A-4E1D-B8EE-93F454DA5F8D}">
      <dgm:prSet/>
      <dgm:spPr/>
      <dgm:t>
        <a:bodyPr/>
        <a:lstStyle/>
        <a:p>
          <a:endParaRPr lang="en-US"/>
        </a:p>
      </dgm:t>
    </dgm:pt>
    <dgm:pt modelId="{7D8E33DF-D490-4857-9687-9BAAC285B824}">
      <dgm:prSet/>
      <dgm:spPr/>
      <dgm:t>
        <a:bodyPr/>
        <a:lstStyle/>
        <a:p>
          <a:r>
            <a:rPr lang="en-US"/>
            <a:t>This allows:</a:t>
          </a:r>
        </a:p>
      </dgm:t>
    </dgm:pt>
    <dgm:pt modelId="{14CDB5C1-F336-41F5-83BB-B5B84A2049B2}" type="parTrans" cxnId="{0014747C-D80C-4845-AE15-16E758084FDE}">
      <dgm:prSet/>
      <dgm:spPr/>
      <dgm:t>
        <a:bodyPr/>
        <a:lstStyle/>
        <a:p>
          <a:endParaRPr lang="en-US"/>
        </a:p>
      </dgm:t>
    </dgm:pt>
    <dgm:pt modelId="{48F28650-5377-45BD-A7D9-FB92DE49FFC4}" type="sibTrans" cxnId="{0014747C-D80C-4845-AE15-16E758084FDE}">
      <dgm:prSet/>
      <dgm:spPr/>
      <dgm:t>
        <a:bodyPr/>
        <a:lstStyle/>
        <a:p>
          <a:endParaRPr lang="en-US"/>
        </a:p>
      </dgm:t>
    </dgm:pt>
    <dgm:pt modelId="{66AA4514-8AEB-4795-9DA9-FAF1A868A4F3}">
      <dgm:prSet/>
      <dgm:spPr/>
      <dgm:t>
        <a:bodyPr/>
        <a:lstStyle/>
        <a:p>
          <a:r>
            <a:rPr lang="en-US"/>
            <a:t>Context understanding</a:t>
          </a:r>
        </a:p>
      </dgm:t>
    </dgm:pt>
    <dgm:pt modelId="{330ABB48-0680-441C-B387-E7CB7C307E4B}" type="parTrans" cxnId="{4177B7F0-D8A2-4281-AEAF-743A13230189}">
      <dgm:prSet/>
      <dgm:spPr/>
      <dgm:t>
        <a:bodyPr/>
        <a:lstStyle/>
        <a:p>
          <a:endParaRPr lang="en-US"/>
        </a:p>
      </dgm:t>
    </dgm:pt>
    <dgm:pt modelId="{B15E3919-AA45-4106-9EC6-F4C55C612DC3}" type="sibTrans" cxnId="{4177B7F0-D8A2-4281-AEAF-743A13230189}">
      <dgm:prSet/>
      <dgm:spPr/>
      <dgm:t>
        <a:bodyPr/>
        <a:lstStyle/>
        <a:p>
          <a:endParaRPr lang="en-US"/>
        </a:p>
      </dgm:t>
    </dgm:pt>
    <dgm:pt modelId="{0F96D3CC-3FF3-4529-B121-168B278954CD}">
      <dgm:prSet/>
      <dgm:spPr/>
      <dgm:t>
        <a:bodyPr/>
        <a:lstStyle/>
        <a:p>
          <a:r>
            <a:rPr lang="en-US"/>
            <a:t>Dependency tracking</a:t>
          </a:r>
        </a:p>
      </dgm:t>
    </dgm:pt>
    <dgm:pt modelId="{3602E255-83AC-4CB9-AA64-ED6BB7F53685}" type="parTrans" cxnId="{F93E8D9E-8010-46D2-B91D-39560230D9E7}">
      <dgm:prSet/>
      <dgm:spPr/>
      <dgm:t>
        <a:bodyPr/>
        <a:lstStyle/>
        <a:p>
          <a:endParaRPr lang="en-US"/>
        </a:p>
      </dgm:t>
    </dgm:pt>
    <dgm:pt modelId="{E19A82B9-48CC-4361-B0D2-653D3D84B9B3}" type="sibTrans" cxnId="{F93E8D9E-8010-46D2-B91D-39560230D9E7}">
      <dgm:prSet/>
      <dgm:spPr/>
      <dgm:t>
        <a:bodyPr/>
        <a:lstStyle/>
        <a:p>
          <a:endParaRPr lang="en-US"/>
        </a:p>
      </dgm:t>
    </dgm:pt>
    <dgm:pt modelId="{B2D35729-E8D7-4D33-AD89-48A892442E69}">
      <dgm:prSet/>
      <dgm:spPr/>
      <dgm:t>
        <a:bodyPr/>
        <a:lstStyle/>
        <a:p>
          <a:r>
            <a:rPr lang="en-US"/>
            <a:t>Temporary memory</a:t>
          </a:r>
        </a:p>
      </dgm:t>
    </dgm:pt>
    <dgm:pt modelId="{5809A723-59F1-448C-A147-E6E5ECEE3C80}" type="parTrans" cxnId="{4ECF61D7-3F6A-434F-AF2B-B33FE27C65F5}">
      <dgm:prSet/>
      <dgm:spPr/>
      <dgm:t>
        <a:bodyPr/>
        <a:lstStyle/>
        <a:p>
          <a:endParaRPr lang="en-US"/>
        </a:p>
      </dgm:t>
    </dgm:pt>
    <dgm:pt modelId="{AA3C2283-8C85-4BAE-B451-4E78F300A3EC}" type="sibTrans" cxnId="{4ECF61D7-3F6A-434F-AF2B-B33FE27C65F5}">
      <dgm:prSet/>
      <dgm:spPr/>
      <dgm:t>
        <a:bodyPr/>
        <a:lstStyle/>
        <a:p>
          <a:endParaRPr lang="en-US"/>
        </a:p>
      </dgm:t>
    </dgm:pt>
    <dgm:pt modelId="{C4614912-D39A-4C91-BE91-4C4803909679}">
      <dgm:prSet/>
      <dgm:spPr/>
      <dgm:t>
        <a:bodyPr/>
        <a:lstStyle/>
        <a:p>
          <a:r>
            <a:rPr lang="en-US"/>
            <a:t>BUT…</a:t>
          </a:r>
        </a:p>
      </dgm:t>
    </dgm:pt>
    <dgm:pt modelId="{6C2B2EFD-7174-4A38-B0C4-6588CE88E530}" type="parTrans" cxnId="{82BE2ED3-C20D-4B49-ABB8-D015E0C196D1}">
      <dgm:prSet/>
      <dgm:spPr/>
      <dgm:t>
        <a:bodyPr/>
        <a:lstStyle/>
        <a:p>
          <a:endParaRPr lang="en-US"/>
        </a:p>
      </dgm:t>
    </dgm:pt>
    <dgm:pt modelId="{1CE06184-4B00-4535-87E6-5F7E501FAF0F}" type="sibTrans" cxnId="{82BE2ED3-C20D-4B49-ABB8-D015E0C196D1}">
      <dgm:prSet/>
      <dgm:spPr/>
      <dgm:t>
        <a:bodyPr/>
        <a:lstStyle/>
        <a:p>
          <a:endParaRPr lang="en-US"/>
        </a:p>
      </dgm:t>
    </dgm:pt>
    <dgm:pt modelId="{F6188248-3A70-4730-9C4C-F92A83BD3D35}">
      <dgm:prSet/>
      <dgm:spPr/>
      <dgm:t>
        <a:bodyPr/>
        <a:lstStyle/>
        <a:p>
          <a:r>
            <a:rPr lang="en-US"/>
            <a:t>Only inside current window.</a:t>
          </a:r>
        </a:p>
      </dgm:t>
    </dgm:pt>
    <dgm:pt modelId="{99827C6C-C164-40AF-AE48-592A7EA3A229}" type="parTrans" cxnId="{72805EBD-5EEF-4102-B625-20ADBF384219}">
      <dgm:prSet/>
      <dgm:spPr/>
      <dgm:t>
        <a:bodyPr/>
        <a:lstStyle/>
        <a:p>
          <a:endParaRPr lang="en-US"/>
        </a:p>
      </dgm:t>
    </dgm:pt>
    <dgm:pt modelId="{7B753BD6-E002-42DE-9022-AC4D68D3C344}" type="sibTrans" cxnId="{72805EBD-5EEF-4102-B625-20ADBF384219}">
      <dgm:prSet/>
      <dgm:spPr/>
      <dgm:t>
        <a:bodyPr/>
        <a:lstStyle/>
        <a:p>
          <a:endParaRPr lang="en-US"/>
        </a:p>
      </dgm:t>
    </dgm:pt>
    <dgm:pt modelId="{AED3751D-DA1E-4109-BE74-67A47091FA37}" type="pres">
      <dgm:prSet presAssocID="{9E022D97-8C51-4554-A5F8-6BC0D0973B9C}" presName="root" presStyleCnt="0">
        <dgm:presLayoutVars>
          <dgm:dir/>
          <dgm:resizeHandles val="exact"/>
        </dgm:presLayoutVars>
      </dgm:prSet>
      <dgm:spPr/>
    </dgm:pt>
    <dgm:pt modelId="{FB77CFAC-824F-4E64-97E6-82407F80964A}" type="pres">
      <dgm:prSet presAssocID="{892FB486-E0A7-46BA-AC43-0A2038648733}" presName="compNode" presStyleCnt="0"/>
      <dgm:spPr/>
    </dgm:pt>
    <dgm:pt modelId="{F588D6EE-7F97-4CCD-94C0-C1540E0A7085}" type="pres">
      <dgm:prSet presAssocID="{892FB486-E0A7-46BA-AC43-0A2038648733}" presName="bgRect" presStyleLbl="bgShp" presStyleIdx="0" presStyleCnt="4"/>
      <dgm:spPr/>
    </dgm:pt>
    <dgm:pt modelId="{686C2032-1DF5-4291-85F1-A9E5BD3165D1}" type="pres">
      <dgm:prSet presAssocID="{892FB486-E0A7-46BA-AC43-0A20386487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AF7F1D7B-3D27-48F8-A36D-DB47ECD0273E}" type="pres">
      <dgm:prSet presAssocID="{892FB486-E0A7-46BA-AC43-0A2038648733}" presName="spaceRect" presStyleCnt="0"/>
      <dgm:spPr/>
    </dgm:pt>
    <dgm:pt modelId="{DD6878D0-C8D8-4678-9BB9-4333C2B793EA}" type="pres">
      <dgm:prSet presAssocID="{892FB486-E0A7-46BA-AC43-0A2038648733}" presName="parTx" presStyleLbl="revTx" presStyleIdx="0" presStyleCnt="6">
        <dgm:presLayoutVars>
          <dgm:chMax val="0"/>
          <dgm:chPref val="0"/>
        </dgm:presLayoutVars>
      </dgm:prSet>
      <dgm:spPr/>
    </dgm:pt>
    <dgm:pt modelId="{02A42F21-B027-4A9E-8404-E94BFFFE7C40}" type="pres">
      <dgm:prSet presAssocID="{892FB486-E0A7-46BA-AC43-0A2038648733}" presName="desTx" presStyleLbl="revTx" presStyleIdx="1" presStyleCnt="6">
        <dgm:presLayoutVars/>
      </dgm:prSet>
      <dgm:spPr/>
    </dgm:pt>
    <dgm:pt modelId="{D199043E-270D-450E-8B5F-AF2DD6C7D284}" type="pres">
      <dgm:prSet presAssocID="{B31A0830-518E-4ABA-B52D-BE8203929483}" presName="sibTrans" presStyleCnt="0"/>
      <dgm:spPr/>
    </dgm:pt>
    <dgm:pt modelId="{B0B9C821-B317-47DA-BCAA-A66510EE19A1}" type="pres">
      <dgm:prSet presAssocID="{7D8E33DF-D490-4857-9687-9BAAC285B824}" presName="compNode" presStyleCnt="0"/>
      <dgm:spPr/>
    </dgm:pt>
    <dgm:pt modelId="{1FE7B4F8-10EF-428E-AF80-EEB2C383AE9D}" type="pres">
      <dgm:prSet presAssocID="{7D8E33DF-D490-4857-9687-9BAAC285B824}" presName="bgRect" presStyleLbl="bgShp" presStyleIdx="1" presStyleCnt="4"/>
      <dgm:spPr/>
    </dgm:pt>
    <dgm:pt modelId="{7AAC4B9D-306E-41A2-9FFE-F8DE1234E4B7}" type="pres">
      <dgm:prSet presAssocID="{7D8E33DF-D490-4857-9687-9BAAC285B82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2B292FD-F24F-4319-8493-3D5A7D7ED3F1}" type="pres">
      <dgm:prSet presAssocID="{7D8E33DF-D490-4857-9687-9BAAC285B824}" presName="spaceRect" presStyleCnt="0"/>
      <dgm:spPr/>
    </dgm:pt>
    <dgm:pt modelId="{A0F8F388-9921-4117-AB40-60162E3BCC3A}" type="pres">
      <dgm:prSet presAssocID="{7D8E33DF-D490-4857-9687-9BAAC285B824}" presName="parTx" presStyleLbl="revTx" presStyleIdx="2" presStyleCnt="6">
        <dgm:presLayoutVars>
          <dgm:chMax val="0"/>
          <dgm:chPref val="0"/>
        </dgm:presLayoutVars>
      </dgm:prSet>
      <dgm:spPr/>
    </dgm:pt>
    <dgm:pt modelId="{70D6F780-FD3D-4F0E-A2EE-152AC6F307B3}" type="pres">
      <dgm:prSet presAssocID="{7D8E33DF-D490-4857-9687-9BAAC285B824}" presName="desTx" presStyleLbl="revTx" presStyleIdx="3" presStyleCnt="6">
        <dgm:presLayoutVars/>
      </dgm:prSet>
      <dgm:spPr/>
    </dgm:pt>
    <dgm:pt modelId="{55BEA0F0-3FD0-4824-851F-E145672F0F54}" type="pres">
      <dgm:prSet presAssocID="{48F28650-5377-45BD-A7D9-FB92DE49FFC4}" presName="sibTrans" presStyleCnt="0"/>
      <dgm:spPr/>
    </dgm:pt>
    <dgm:pt modelId="{442AC42C-21E8-4797-A44F-E3798DEF43C3}" type="pres">
      <dgm:prSet presAssocID="{C4614912-D39A-4C91-BE91-4C4803909679}" presName="compNode" presStyleCnt="0"/>
      <dgm:spPr/>
    </dgm:pt>
    <dgm:pt modelId="{027A828A-CBA0-403F-9A6E-D20C3C2B5ED9}" type="pres">
      <dgm:prSet presAssocID="{C4614912-D39A-4C91-BE91-4C4803909679}" presName="bgRect" presStyleLbl="bgShp" presStyleIdx="2" presStyleCnt="4"/>
      <dgm:spPr/>
    </dgm:pt>
    <dgm:pt modelId="{6B94D2A9-057E-4707-B66A-40AE475B626A}" type="pres">
      <dgm:prSet presAssocID="{C4614912-D39A-4C91-BE91-4C48039096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A098A28-780B-4038-9357-1577C62BD7F2}" type="pres">
      <dgm:prSet presAssocID="{C4614912-D39A-4C91-BE91-4C4803909679}" presName="spaceRect" presStyleCnt="0"/>
      <dgm:spPr/>
    </dgm:pt>
    <dgm:pt modelId="{A4218F20-D72A-4B1C-AA39-90FA3F4F97BA}" type="pres">
      <dgm:prSet presAssocID="{C4614912-D39A-4C91-BE91-4C4803909679}" presName="parTx" presStyleLbl="revTx" presStyleIdx="4" presStyleCnt="6">
        <dgm:presLayoutVars>
          <dgm:chMax val="0"/>
          <dgm:chPref val="0"/>
        </dgm:presLayoutVars>
      </dgm:prSet>
      <dgm:spPr/>
    </dgm:pt>
    <dgm:pt modelId="{DE03EA67-4510-4522-B623-058F258994CD}" type="pres">
      <dgm:prSet presAssocID="{1CE06184-4B00-4535-87E6-5F7E501FAF0F}" presName="sibTrans" presStyleCnt="0"/>
      <dgm:spPr/>
    </dgm:pt>
    <dgm:pt modelId="{45497602-DC5E-4FE9-A294-948FC9FC6BB8}" type="pres">
      <dgm:prSet presAssocID="{F6188248-3A70-4730-9C4C-F92A83BD3D35}" presName="compNode" presStyleCnt="0"/>
      <dgm:spPr/>
    </dgm:pt>
    <dgm:pt modelId="{34D93D1E-D4BA-4ADF-91E6-F1B4E955CA72}" type="pres">
      <dgm:prSet presAssocID="{F6188248-3A70-4730-9C4C-F92A83BD3D35}" presName="bgRect" presStyleLbl="bgShp" presStyleIdx="3" presStyleCnt="4"/>
      <dgm:spPr/>
    </dgm:pt>
    <dgm:pt modelId="{602E99EE-BD64-4002-B642-0435E791C5D5}" type="pres">
      <dgm:prSet presAssocID="{F6188248-3A70-4730-9C4C-F92A83BD3D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65A449A5-FA37-4D65-ABD7-D9B560DFBD1A}" type="pres">
      <dgm:prSet presAssocID="{F6188248-3A70-4730-9C4C-F92A83BD3D35}" presName="spaceRect" presStyleCnt="0"/>
      <dgm:spPr/>
    </dgm:pt>
    <dgm:pt modelId="{FA419E5A-5FBA-4C45-B7DC-3A71ACC6B7DD}" type="pres">
      <dgm:prSet presAssocID="{F6188248-3A70-4730-9C4C-F92A83BD3D3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06B0B08-FB76-4F10-9871-AEE78AA81385}" type="presOf" srcId="{B2D35729-E8D7-4D33-AD89-48A892442E69}" destId="{70D6F780-FD3D-4F0E-A2EE-152AC6F307B3}" srcOrd="0" destOrd="2" presId="urn:microsoft.com/office/officeart/2018/2/layout/IconVerticalSolidList"/>
    <dgm:cxn modelId="{49A5164D-ED54-4BB8-BAD6-7CE2B961E5C4}" type="presOf" srcId="{D6636EC8-A3EE-4E43-A8DB-4F9DCEE474A6}" destId="{02A42F21-B027-4A9E-8404-E94BFFFE7C40}" srcOrd="0" destOrd="0" presId="urn:microsoft.com/office/officeart/2018/2/layout/IconVerticalSolidList"/>
    <dgm:cxn modelId="{0014747C-D80C-4845-AE15-16E758084FDE}" srcId="{9E022D97-8C51-4554-A5F8-6BC0D0973B9C}" destId="{7D8E33DF-D490-4857-9687-9BAAC285B824}" srcOrd="1" destOrd="0" parTransId="{14CDB5C1-F336-41F5-83BB-B5B84A2049B2}" sibTransId="{48F28650-5377-45BD-A7D9-FB92DE49FFC4}"/>
    <dgm:cxn modelId="{72283396-95D5-4C4C-BDCD-7887A3F78682}" type="presOf" srcId="{E3E60F23-068F-4403-B91F-4F0C27363977}" destId="{02A42F21-B027-4A9E-8404-E94BFFFE7C40}" srcOrd="0" destOrd="1" presId="urn:microsoft.com/office/officeart/2018/2/layout/IconVerticalSolidList"/>
    <dgm:cxn modelId="{289F039B-F990-4C84-9A52-F257C3D050BD}" type="presOf" srcId="{7D8E33DF-D490-4857-9687-9BAAC285B824}" destId="{A0F8F388-9921-4117-AB40-60162E3BCC3A}" srcOrd="0" destOrd="0" presId="urn:microsoft.com/office/officeart/2018/2/layout/IconVerticalSolidList"/>
    <dgm:cxn modelId="{F93E8D9E-8010-46D2-B91D-39560230D9E7}" srcId="{7D8E33DF-D490-4857-9687-9BAAC285B824}" destId="{0F96D3CC-3FF3-4529-B121-168B278954CD}" srcOrd="1" destOrd="0" parTransId="{3602E255-83AC-4CB9-AA64-ED6BB7F53685}" sibTransId="{E19A82B9-48CC-4361-B0D2-653D3D84B9B3}"/>
    <dgm:cxn modelId="{5DF851A8-C389-4FC8-A622-1BF82CD547D8}" type="presOf" srcId="{66AA4514-8AEB-4795-9DA9-FAF1A868A4F3}" destId="{70D6F780-FD3D-4F0E-A2EE-152AC6F307B3}" srcOrd="0" destOrd="0" presId="urn:microsoft.com/office/officeart/2018/2/layout/IconVerticalSolidList"/>
    <dgm:cxn modelId="{72805EBD-5EEF-4102-B625-20ADBF384219}" srcId="{9E022D97-8C51-4554-A5F8-6BC0D0973B9C}" destId="{F6188248-3A70-4730-9C4C-F92A83BD3D35}" srcOrd="3" destOrd="0" parTransId="{99827C6C-C164-40AF-AE48-592A7EA3A229}" sibTransId="{7B753BD6-E002-42DE-9022-AC4D68D3C344}"/>
    <dgm:cxn modelId="{48D672BD-E700-468D-8802-F378E6D4626B}" type="presOf" srcId="{9E022D97-8C51-4554-A5F8-6BC0D0973B9C}" destId="{AED3751D-DA1E-4109-BE74-67A47091FA37}" srcOrd="0" destOrd="0" presId="urn:microsoft.com/office/officeart/2018/2/layout/IconVerticalSolidList"/>
    <dgm:cxn modelId="{82BE2ED3-C20D-4B49-ABB8-D015E0C196D1}" srcId="{9E022D97-8C51-4554-A5F8-6BC0D0973B9C}" destId="{C4614912-D39A-4C91-BE91-4C4803909679}" srcOrd="2" destOrd="0" parTransId="{6C2B2EFD-7174-4A38-B0C4-6588CE88E530}" sibTransId="{1CE06184-4B00-4535-87E6-5F7E501FAF0F}"/>
    <dgm:cxn modelId="{4ECF61D7-3F6A-434F-AF2B-B33FE27C65F5}" srcId="{7D8E33DF-D490-4857-9687-9BAAC285B824}" destId="{B2D35729-E8D7-4D33-AD89-48A892442E69}" srcOrd="2" destOrd="0" parTransId="{5809A723-59F1-448C-A147-E6E5ECEE3C80}" sibTransId="{AA3C2283-8C85-4BAE-B451-4E78F300A3EC}"/>
    <dgm:cxn modelId="{FC9A14D8-57CC-4AE9-A943-8C9B8ECBC7BF}" type="presOf" srcId="{0F96D3CC-3FF3-4529-B121-168B278954CD}" destId="{70D6F780-FD3D-4F0E-A2EE-152AC6F307B3}" srcOrd="0" destOrd="1" presId="urn:microsoft.com/office/officeart/2018/2/layout/IconVerticalSolidList"/>
    <dgm:cxn modelId="{B526C9D9-BE2A-4E1D-B8EE-93F454DA5F8D}" srcId="{892FB486-E0A7-46BA-AC43-0A2038648733}" destId="{E3E60F23-068F-4403-B91F-4F0C27363977}" srcOrd="1" destOrd="0" parTransId="{9E826097-8546-448C-B740-16B2ACBA0BB9}" sibTransId="{17A6340A-55BD-49EB-AD64-66330506BE79}"/>
    <dgm:cxn modelId="{41633ADC-DD56-49E8-9C71-1D689F05F800}" type="presOf" srcId="{C4614912-D39A-4C91-BE91-4C4803909679}" destId="{A4218F20-D72A-4B1C-AA39-90FA3F4F97BA}" srcOrd="0" destOrd="0" presId="urn:microsoft.com/office/officeart/2018/2/layout/IconVerticalSolidList"/>
    <dgm:cxn modelId="{71BC47ED-3BC8-4B41-BC98-40E76F6134E6}" srcId="{9E022D97-8C51-4554-A5F8-6BC0D0973B9C}" destId="{892FB486-E0A7-46BA-AC43-0A2038648733}" srcOrd="0" destOrd="0" parTransId="{ED8F3458-D068-49B1-8990-511D2B9C651B}" sibTransId="{B31A0830-518E-4ABA-B52D-BE8203929483}"/>
    <dgm:cxn modelId="{72CC60EE-930D-47B3-90EA-D3010FC1218D}" srcId="{892FB486-E0A7-46BA-AC43-0A2038648733}" destId="{D6636EC8-A3EE-4E43-A8DB-4F9DCEE474A6}" srcOrd="0" destOrd="0" parTransId="{85059136-BF51-4C19-A16F-65C386D62D09}" sibTransId="{99AF9EB9-9D0F-4B35-9FFD-E8B61139136C}"/>
    <dgm:cxn modelId="{4177B7F0-D8A2-4281-AEAF-743A13230189}" srcId="{7D8E33DF-D490-4857-9687-9BAAC285B824}" destId="{66AA4514-8AEB-4795-9DA9-FAF1A868A4F3}" srcOrd="0" destOrd="0" parTransId="{330ABB48-0680-441C-B387-E7CB7C307E4B}" sibTransId="{B15E3919-AA45-4106-9EC6-F4C55C612DC3}"/>
    <dgm:cxn modelId="{9EBA24F6-E90C-442D-835D-FD9EEA61906C}" type="presOf" srcId="{892FB486-E0A7-46BA-AC43-0A2038648733}" destId="{DD6878D0-C8D8-4678-9BB9-4333C2B793EA}" srcOrd="0" destOrd="0" presId="urn:microsoft.com/office/officeart/2018/2/layout/IconVerticalSolidList"/>
    <dgm:cxn modelId="{C1285CFE-C0C6-43BF-94F0-2A25931996DF}" type="presOf" srcId="{F6188248-3A70-4730-9C4C-F92A83BD3D35}" destId="{FA419E5A-5FBA-4C45-B7DC-3A71ACC6B7DD}" srcOrd="0" destOrd="0" presId="urn:microsoft.com/office/officeart/2018/2/layout/IconVerticalSolidList"/>
    <dgm:cxn modelId="{B25F80BF-8E72-4C9E-BF29-AAAE750BE500}" type="presParOf" srcId="{AED3751D-DA1E-4109-BE74-67A47091FA37}" destId="{FB77CFAC-824F-4E64-97E6-82407F80964A}" srcOrd="0" destOrd="0" presId="urn:microsoft.com/office/officeart/2018/2/layout/IconVerticalSolidList"/>
    <dgm:cxn modelId="{1C62360A-D5A6-4DF4-B0C5-BDC90E366248}" type="presParOf" srcId="{FB77CFAC-824F-4E64-97E6-82407F80964A}" destId="{F588D6EE-7F97-4CCD-94C0-C1540E0A7085}" srcOrd="0" destOrd="0" presId="urn:microsoft.com/office/officeart/2018/2/layout/IconVerticalSolidList"/>
    <dgm:cxn modelId="{BA053CFD-3EEE-41A9-85FC-05B803E24F2D}" type="presParOf" srcId="{FB77CFAC-824F-4E64-97E6-82407F80964A}" destId="{686C2032-1DF5-4291-85F1-A9E5BD3165D1}" srcOrd="1" destOrd="0" presId="urn:microsoft.com/office/officeart/2018/2/layout/IconVerticalSolidList"/>
    <dgm:cxn modelId="{BFB8C518-9889-4F9E-9357-5F70CA0F5B1C}" type="presParOf" srcId="{FB77CFAC-824F-4E64-97E6-82407F80964A}" destId="{AF7F1D7B-3D27-48F8-A36D-DB47ECD0273E}" srcOrd="2" destOrd="0" presId="urn:microsoft.com/office/officeart/2018/2/layout/IconVerticalSolidList"/>
    <dgm:cxn modelId="{5D8F52A0-038E-44B2-B13E-106F012F2C87}" type="presParOf" srcId="{FB77CFAC-824F-4E64-97E6-82407F80964A}" destId="{DD6878D0-C8D8-4678-9BB9-4333C2B793EA}" srcOrd="3" destOrd="0" presId="urn:microsoft.com/office/officeart/2018/2/layout/IconVerticalSolidList"/>
    <dgm:cxn modelId="{3A357637-F399-4117-9E72-BA40AD1FA365}" type="presParOf" srcId="{FB77CFAC-824F-4E64-97E6-82407F80964A}" destId="{02A42F21-B027-4A9E-8404-E94BFFFE7C40}" srcOrd="4" destOrd="0" presId="urn:microsoft.com/office/officeart/2018/2/layout/IconVerticalSolidList"/>
    <dgm:cxn modelId="{5DE9B1AA-DF87-4C46-AE54-6AC2AA63449C}" type="presParOf" srcId="{AED3751D-DA1E-4109-BE74-67A47091FA37}" destId="{D199043E-270D-450E-8B5F-AF2DD6C7D284}" srcOrd="1" destOrd="0" presId="urn:microsoft.com/office/officeart/2018/2/layout/IconVerticalSolidList"/>
    <dgm:cxn modelId="{945EAB30-141A-4F38-A3E9-BD24EDF11CA5}" type="presParOf" srcId="{AED3751D-DA1E-4109-BE74-67A47091FA37}" destId="{B0B9C821-B317-47DA-BCAA-A66510EE19A1}" srcOrd="2" destOrd="0" presId="urn:microsoft.com/office/officeart/2018/2/layout/IconVerticalSolidList"/>
    <dgm:cxn modelId="{5A6764A4-7156-475A-9D49-14CAB8665B44}" type="presParOf" srcId="{B0B9C821-B317-47DA-BCAA-A66510EE19A1}" destId="{1FE7B4F8-10EF-428E-AF80-EEB2C383AE9D}" srcOrd="0" destOrd="0" presId="urn:microsoft.com/office/officeart/2018/2/layout/IconVerticalSolidList"/>
    <dgm:cxn modelId="{74CD18B8-719C-4D69-B038-3239D5735C47}" type="presParOf" srcId="{B0B9C821-B317-47DA-BCAA-A66510EE19A1}" destId="{7AAC4B9D-306E-41A2-9FFE-F8DE1234E4B7}" srcOrd="1" destOrd="0" presId="urn:microsoft.com/office/officeart/2018/2/layout/IconVerticalSolidList"/>
    <dgm:cxn modelId="{0F7F5716-2A34-472D-AB33-7E4F17811407}" type="presParOf" srcId="{B0B9C821-B317-47DA-BCAA-A66510EE19A1}" destId="{22B292FD-F24F-4319-8493-3D5A7D7ED3F1}" srcOrd="2" destOrd="0" presId="urn:microsoft.com/office/officeart/2018/2/layout/IconVerticalSolidList"/>
    <dgm:cxn modelId="{DAF9ACF0-3D82-4B3A-81B1-5D27765B1755}" type="presParOf" srcId="{B0B9C821-B317-47DA-BCAA-A66510EE19A1}" destId="{A0F8F388-9921-4117-AB40-60162E3BCC3A}" srcOrd="3" destOrd="0" presId="urn:microsoft.com/office/officeart/2018/2/layout/IconVerticalSolidList"/>
    <dgm:cxn modelId="{3ED02B89-B36D-4AE8-B859-C71234904B9D}" type="presParOf" srcId="{B0B9C821-B317-47DA-BCAA-A66510EE19A1}" destId="{70D6F780-FD3D-4F0E-A2EE-152AC6F307B3}" srcOrd="4" destOrd="0" presId="urn:microsoft.com/office/officeart/2018/2/layout/IconVerticalSolidList"/>
    <dgm:cxn modelId="{93884FEE-569C-4E70-BCB6-2E70120043F7}" type="presParOf" srcId="{AED3751D-DA1E-4109-BE74-67A47091FA37}" destId="{55BEA0F0-3FD0-4824-851F-E145672F0F54}" srcOrd="3" destOrd="0" presId="urn:microsoft.com/office/officeart/2018/2/layout/IconVerticalSolidList"/>
    <dgm:cxn modelId="{9D94CC16-B94F-49FB-8477-9E76CA849F4E}" type="presParOf" srcId="{AED3751D-DA1E-4109-BE74-67A47091FA37}" destId="{442AC42C-21E8-4797-A44F-E3798DEF43C3}" srcOrd="4" destOrd="0" presId="urn:microsoft.com/office/officeart/2018/2/layout/IconVerticalSolidList"/>
    <dgm:cxn modelId="{6DDED160-4AF8-4969-82A8-39E14ED8A6B6}" type="presParOf" srcId="{442AC42C-21E8-4797-A44F-E3798DEF43C3}" destId="{027A828A-CBA0-403F-9A6E-D20C3C2B5ED9}" srcOrd="0" destOrd="0" presId="urn:microsoft.com/office/officeart/2018/2/layout/IconVerticalSolidList"/>
    <dgm:cxn modelId="{0E7A3693-4713-412C-81FD-EF9E28AC50B7}" type="presParOf" srcId="{442AC42C-21E8-4797-A44F-E3798DEF43C3}" destId="{6B94D2A9-057E-4707-B66A-40AE475B626A}" srcOrd="1" destOrd="0" presId="urn:microsoft.com/office/officeart/2018/2/layout/IconVerticalSolidList"/>
    <dgm:cxn modelId="{703625C8-73ED-4DAE-9C08-FD435FB45996}" type="presParOf" srcId="{442AC42C-21E8-4797-A44F-E3798DEF43C3}" destId="{6A098A28-780B-4038-9357-1577C62BD7F2}" srcOrd="2" destOrd="0" presId="urn:microsoft.com/office/officeart/2018/2/layout/IconVerticalSolidList"/>
    <dgm:cxn modelId="{FB5960E7-6C06-4394-B4A4-ED908BEF36A7}" type="presParOf" srcId="{442AC42C-21E8-4797-A44F-E3798DEF43C3}" destId="{A4218F20-D72A-4B1C-AA39-90FA3F4F97BA}" srcOrd="3" destOrd="0" presId="urn:microsoft.com/office/officeart/2018/2/layout/IconVerticalSolidList"/>
    <dgm:cxn modelId="{68F27D32-4176-4CB1-AA9B-ECA79926408B}" type="presParOf" srcId="{AED3751D-DA1E-4109-BE74-67A47091FA37}" destId="{DE03EA67-4510-4522-B623-058F258994CD}" srcOrd="5" destOrd="0" presId="urn:microsoft.com/office/officeart/2018/2/layout/IconVerticalSolidList"/>
    <dgm:cxn modelId="{89A376EA-05E9-4F70-866C-B84520660C1C}" type="presParOf" srcId="{AED3751D-DA1E-4109-BE74-67A47091FA37}" destId="{45497602-DC5E-4FE9-A294-948FC9FC6BB8}" srcOrd="6" destOrd="0" presId="urn:microsoft.com/office/officeart/2018/2/layout/IconVerticalSolidList"/>
    <dgm:cxn modelId="{46295BA2-B4A4-49E5-B6D7-FBE125A4ADEA}" type="presParOf" srcId="{45497602-DC5E-4FE9-A294-948FC9FC6BB8}" destId="{34D93D1E-D4BA-4ADF-91E6-F1B4E955CA72}" srcOrd="0" destOrd="0" presId="urn:microsoft.com/office/officeart/2018/2/layout/IconVerticalSolidList"/>
    <dgm:cxn modelId="{06B8D09A-13E0-4A79-A626-6CDB1ECFB477}" type="presParOf" srcId="{45497602-DC5E-4FE9-A294-948FC9FC6BB8}" destId="{602E99EE-BD64-4002-B642-0435E791C5D5}" srcOrd="1" destOrd="0" presId="urn:microsoft.com/office/officeart/2018/2/layout/IconVerticalSolidList"/>
    <dgm:cxn modelId="{3FFA0570-72D0-41F8-BD82-4CF38EA81B08}" type="presParOf" srcId="{45497602-DC5E-4FE9-A294-948FC9FC6BB8}" destId="{65A449A5-FA37-4D65-ABD7-D9B560DFBD1A}" srcOrd="2" destOrd="0" presId="urn:microsoft.com/office/officeart/2018/2/layout/IconVerticalSolidList"/>
    <dgm:cxn modelId="{9FCB4B79-3512-4721-B96F-A61D33CF1BC2}" type="presParOf" srcId="{45497602-DC5E-4FE9-A294-948FC9FC6BB8}" destId="{FA419E5A-5FBA-4C45-B7DC-3A71ACC6B7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2D1461-0542-45B6-B331-40BD1BB62AF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B30CF6-91CC-44F0-B4C3-D9A7D5CBF683}">
      <dgm:prSet/>
      <dgm:spPr/>
      <dgm:t>
        <a:bodyPr/>
        <a:lstStyle/>
        <a:p>
          <a:r>
            <a:rPr lang="en-US"/>
            <a:t>Frameworks like LangChain introduce:</a:t>
          </a:r>
        </a:p>
      </dgm:t>
    </dgm:pt>
    <dgm:pt modelId="{C1E95D24-83F7-423B-8626-8877F8949791}" type="parTrans" cxnId="{E9B45460-B266-454B-8FFF-9011E8AB7E8A}">
      <dgm:prSet/>
      <dgm:spPr/>
      <dgm:t>
        <a:bodyPr/>
        <a:lstStyle/>
        <a:p>
          <a:endParaRPr lang="en-US"/>
        </a:p>
      </dgm:t>
    </dgm:pt>
    <dgm:pt modelId="{D0128FF9-305E-42E3-97C6-77CFA3439333}" type="sibTrans" cxnId="{E9B45460-B266-454B-8FFF-9011E8AB7E8A}">
      <dgm:prSet/>
      <dgm:spPr/>
      <dgm:t>
        <a:bodyPr/>
        <a:lstStyle/>
        <a:p>
          <a:endParaRPr lang="en-US"/>
        </a:p>
      </dgm:t>
    </dgm:pt>
    <dgm:pt modelId="{68EFCCC4-BF6F-4620-9E81-080478642ABF}">
      <dgm:prSet/>
      <dgm:spPr/>
      <dgm:t>
        <a:bodyPr/>
        <a:lstStyle/>
        <a:p>
          <a:r>
            <a:rPr lang="en-US"/>
            <a:t>Memory Buffers</a:t>
          </a:r>
        </a:p>
      </dgm:t>
    </dgm:pt>
    <dgm:pt modelId="{BF954611-9E6E-4E1D-AC56-A24AE6025C01}" type="parTrans" cxnId="{3088CB0D-68C8-4F70-9583-1A3830E9BEF2}">
      <dgm:prSet/>
      <dgm:spPr/>
      <dgm:t>
        <a:bodyPr/>
        <a:lstStyle/>
        <a:p>
          <a:endParaRPr lang="en-US"/>
        </a:p>
      </dgm:t>
    </dgm:pt>
    <dgm:pt modelId="{5C2670A6-18B2-4C4B-BA04-362A9928C5F7}" type="sibTrans" cxnId="{3088CB0D-68C8-4F70-9583-1A3830E9BEF2}">
      <dgm:prSet/>
      <dgm:spPr/>
      <dgm:t>
        <a:bodyPr/>
        <a:lstStyle/>
        <a:p>
          <a:endParaRPr lang="en-US"/>
        </a:p>
      </dgm:t>
    </dgm:pt>
    <dgm:pt modelId="{57B45F02-7789-4DE3-8427-F19B6CF7815C}">
      <dgm:prSet/>
      <dgm:spPr/>
      <dgm:t>
        <a:bodyPr/>
        <a:lstStyle/>
        <a:p>
          <a:r>
            <a:rPr lang="en-US"/>
            <a:t>These store conversation outside the model.</a:t>
          </a:r>
        </a:p>
      </dgm:t>
    </dgm:pt>
    <dgm:pt modelId="{07FEC12F-9AD7-4B9F-A839-B8DFD8D163F9}" type="parTrans" cxnId="{830F645A-C237-4F69-BC14-9B4838C7E927}">
      <dgm:prSet/>
      <dgm:spPr/>
      <dgm:t>
        <a:bodyPr/>
        <a:lstStyle/>
        <a:p>
          <a:endParaRPr lang="en-US"/>
        </a:p>
      </dgm:t>
    </dgm:pt>
    <dgm:pt modelId="{E5EBE106-A5F0-4159-BD69-215EBFBDD61F}" type="sibTrans" cxnId="{830F645A-C237-4F69-BC14-9B4838C7E927}">
      <dgm:prSet/>
      <dgm:spPr/>
      <dgm:t>
        <a:bodyPr/>
        <a:lstStyle/>
        <a:p>
          <a:endParaRPr lang="en-US"/>
        </a:p>
      </dgm:t>
    </dgm:pt>
    <dgm:pt modelId="{7E07C2F2-8EDB-4E46-BE8A-A81774CCED76}">
      <dgm:prSet/>
      <dgm:spPr/>
      <dgm:t>
        <a:bodyPr/>
        <a:lstStyle/>
        <a:p>
          <a:r>
            <a:rPr lang="en-US"/>
            <a:t>Then re-inject into prompt.</a:t>
          </a:r>
        </a:p>
      </dgm:t>
    </dgm:pt>
    <dgm:pt modelId="{2C598411-9A6B-4655-A482-45CF4E67E115}" type="parTrans" cxnId="{0C494481-68F6-46C4-8C8A-6D195FBCAE96}">
      <dgm:prSet/>
      <dgm:spPr/>
      <dgm:t>
        <a:bodyPr/>
        <a:lstStyle/>
        <a:p>
          <a:endParaRPr lang="en-US"/>
        </a:p>
      </dgm:t>
    </dgm:pt>
    <dgm:pt modelId="{9647848E-205E-4DDE-AB78-AF9DA3FC436E}" type="sibTrans" cxnId="{0C494481-68F6-46C4-8C8A-6D195FBCAE96}">
      <dgm:prSet/>
      <dgm:spPr/>
      <dgm:t>
        <a:bodyPr/>
        <a:lstStyle/>
        <a:p>
          <a:endParaRPr lang="en-US"/>
        </a:p>
      </dgm:t>
    </dgm:pt>
    <dgm:pt modelId="{A3C580BB-5D6F-4CF5-940E-32E5D392156B}">
      <dgm:prSet/>
      <dgm:spPr/>
      <dgm:t>
        <a:bodyPr/>
        <a:lstStyle/>
        <a:p>
          <a:r>
            <a:rPr lang="en-US"/>
            <a:t>This creates session-level memory.</a:t>
          </a:r>
        </a:p>
      </dgm:t>
    </dgm:pt>
    <dgm:pt modelId="{DF155D50-ACBB-4713-83D1-B0A6E262FB98}" type="parTrans" cxnId="{D11BCD15-3031-4214-9C73-FC1F412F8CCD}">
      <dgm:prSet/>
      <dgm:spPr/>
      <dgm:t>
        <a:bodyPr/>
        <a:lstStyle/>
        <a:p>
          <a:endParaRPr lang="en-US"/>
        </a:p>
      </dgm:t>
    </dgm:pt>
    <dgm:pt modelId="{163D191C-780A-4A3D-A5AF-DAE2465B017D}" type="sibTrans" cxnId="{D11BCD15-3031-4214-9C73-FC1F412F8CCD}">
      <dgm:prSet/>
      <dgm:spPr/>
      <dgm:t>
        <a:bodyPr/>
        <a:lstStyle/>
        <a:p>
          <a:endParaRPr lang="en-US"/>
        </a:p>
      </dgm:t>
    </dgm:pt>
    <dgm:pt modelId="{2EE38B7D-F203-4600-9177-6E9E513DF3D3}" type="pres">
      <dgm:prSet presAssocID="{EA2D1461-0542-45B6-B331-40BD1BB62AF2}" presName="linear" presStyleCnt="0">
        <dgm:presLayoutVars>
          <dgm:dir/>
          <dgm:animLvl val="lvl"/>
          <dgm:resizeHandles val="exact"/>
        </dgm:presLayoutVars>
      </dgm:prSet>
      <dgm:spPr/>
    </dgm:pt>
    <dgm:pt modelId="{B0AE9461-4E98-42EC-A7AD-82592C3E28C4}" type="pres">
      <dgm:prSet presAssocID="{1AB30CF6-91CC-44F0-B4C3-D9A7D5CBF683}" presName="parentLin" presStyleCnt="0"/>
      <dgm:spPr/>
    </dgm:pt>
    <dgm:pt modelId="{90579C99-1FC5-4303-A806-38507382FD64}" type="pres">
      <dgm:prSet presAssocID="{1AB30CF6-91CC-44F0-B4C3-D9A7D5CBF683}" presName="parentLeftMargin" presStyleLbl="node1" presStyleIdx="0" presStyleCnt="4"/>
      <dgm:spPr/>
    </dgm:pt>
    <dgm:pt modelId="{B2718A7F-04A9-4B16-9589-07633029B8F7}" type="pres">
      <dgm:prSet presAssocID="{1AB30CF6-91CC-44F0-B4C3-D9A7D5CBF6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97ACB1-6F14-476B-AEEF-B68D2C2D18EE}" type="pres">
      <dgm:prSet presAssocID="{1AB30CF6-91CC-44F0-B4C3-D9A7D5CBF683}" presName="negativeSpace" presStyleCnt="0"/>
      <dgm:spPr/>
    </dgm:pt>
    <dgm:pt modelId="{25D1A614-A991-4D58-99F5-6AE82CC9E986}" type="pres">
      <dgm:prSet presAssocID="{1AB30CF6-91CC-44F0-B4C3-D9A7D5CBF683}" presName="childText" presStyleLbl="conFgAcc1" presStyleIdx="0" presStyleCnt="4">
        <dgm:presLayoutVars>
          <dgm:bulletEnabled val="1"/>
        </dgm:presLayoutVars>
      </dgm:prSet>
      <dgm:spPr/>
    </dgm:pt>
    <dgm:pt modelId="{EAA1B542-4F2A-4828-A8C3-D707F6B97F4F}" type="pres">
      <dgm:prSet presAssocID="{D0128FF9-305E-42E3-97C6-77CFA3439333}" presName="spaceBetweenRectangles" presStyleCnt="0"/>
      <dgm:spPr/>
    </dgm:pt>
    <dgm:pt modelId="{90E691EF-B640-4953-A46B-C381E4E8C38C}" type="pres">
      <dgm:prSet presAssocID="{57B45F02-7789-4DE3-8427-F19B6CF7815C}" presName="parentLin" presStyleCnt="0"/>
      <dgm:spPr/>
    </dgm:pt>
    <dgm:pt modelId="{48764AB0-F637-4E82-AA16-ECBDB4D4F0A2}" type="pres">
      <dgm:prSet presAssocID="{57B45F02-7789-4DE3-8427-F19B6CF7815C}" presName="parentLeftMargin" presStyleLbl="node1" presStyleIdx="0" presStyleCnt="4"/>
      <dgm:spPr/>
    </dgm:pt>
    <dgm:pt modelId="{960CD8DF-87E7-4D97-8C74-7E1D2C77F4D2}" type="pres">
      <dgm:prSet presAssocID="{57B45F02-7789-4DE3-8427-F19B6CF781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A0BD23-F5FB-49F1-96F4-291812E2FEB9}" type="pres">
      <dgm:prSet presAssocID="{57B45F02-7789-4DE3-8427-F19B6CF7815C}" presName="negativeSpace" presStyleCnt="0"/>
      <dgm:spPr/>
    </dgm:pt>
    <dgm:pt modelId="{53B02689-97D5-43DD-851B-81FE749962BB}" type="pres">
      <dgm:prSet presAssocID="{57B45F02-7789-4DE3-8427-F19B6CF7815C}" presName="childText" presStyleLbl="conFgAcc1" presStyleIdx="1" presStyleCnt="4">
        <dgm:presLayoutVars>
          <dgm:bulletEnabled val="1"/>
        </dgm:presLayoutVars>
      </dgm:prSet>
      <dgm:spPr/>
    </dgm:pt>
    <dgm:pt modelId="{A0CADA37-075B-4590-A1F8-493FC37F52DE}" type="pres">
      <dgm:prSet presAssocID="{E5EBE106-A5F0-4159-BD69-215EBFBDD61F}" presName="spaceBetweenRectangles" presStyleCnt="0"/>
      <dgm:spPr/>
    </dgm:pt>
    <dgm:pt modelId="{A7537CA3-02D4-4740-8452-B08312C80E5E}" type="pres">
      <dgm:prSet presAssocID="{7E07C2F2-8EDB-4E46-BE8A-A81774CCED76}" presName="parentLin" presStyleCnt="0"/>
      <dgm:spPr/>
    </dgm:pt>
    <dgm:pt modelId="{6DE7BE4C-3C0E-4836-933D-DE37D2A06DA6}" type="pres">
      <dgm:prSet presAssocID="{7E07C2F2-8EDB-4E46-BE8A-A81774CCED76}" presName="parentLeftMargin" presStyleLbl="node1" presStyleIdx="1" presStyleCnt="4"/>
      <dgm:spPr/>
    </dgm:pt>
    <dgm:pt modelId="{B30F3775-87FE-496D-B5CF-D57610917986}" type="pres">
      <dgm:prSet presAssocID="{7E07C2F2-8EDB-4E46-BE8A-A81774CCED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610776-0A45-4498-BAAC-723437CA239D}" type="pres">
      <dgm:prSet presAssocID="{7E07C2F2-8EDB-4E46-BE8A-A81774CCED76}" presName="negativeSpace" presStyleCnt="0"/>
      <dgm:spPr/>
    </dgm:pt>
    <dgm:pt modelId="{885BB765-2E36-44BD-913A-829471BD5E59}" type="pres">
      <dgm:prSet presAssocID="{7E07C2F2-8EDB-4E46-BE8A-A81774CCED76}" presName="childText" presStyleLbl="conFgAcc1" presStyleIdx="2" presStyleCnt="4">
        <dgm:presLayoutVars>
          <dgm:bulletEnabled val="1"/>
        </dgm:presLayoutVars>
      </dgm:prSet>
      <dgm:spPr/>
    </dgm:pt>
    <dgm:pt modelId="{B603ED8E-ABEA-489A-9EF7-9ECE6992D901}" type="pres">
      <dgm:prSet presAssocID="{9647848E-205E-4DDE-AB78-AF9DA3FC436E}" presName="spaceBetweenRectangles" presStyleCnt="0"/>
      <dgm:spPr/>
    </dgm:pt>
    <dgm:pt modelId="{8A04F4E9-1620-4A83-8FB6-78DA0B046978}" type="pres">
      <dgm:prSet presAssocID="{A3C580BB-5D6F-4CF5-940E-32E5D392156B}" presName="parentLin" presStyleCnt="0"/>
      <dgm:spPr/>
    </dgm:pt>
    <dgm:pt modelId="{D123337F-A3D7-4C93-AB4B-0F0EECA669A3}" type="pres">
      <dgm:prSet presAssocID="{A3C580BB-5D6F-4CF5-940E-32E5D392156B}" presName="parentLeftMargin" presStyleLbl="node1" presStyleIdx="2" presStyleCnt="4"/>
      <dgm:spPr/>
    </dgm:pt>
    <dgm:pt modelId="{20C1F8D1-9CA4-4F5E-A399-E46041166CCF}" type="pres">
      <dgm:prSet presAssocID="{A3C580BB-5D6F-4CF5-940E-32E5D392156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DC53EEB-3AF2-442E-9E1C-9627D917F783}" type="pres">
      <dgm:prSet presAssocID="{A3C580BB-5D6F-4CF5-940E-32E5D392156B}" presName="negativeSpace" presStyleCnt="0"/>
      <dgm:spPr/>
    </dgm:pt>
    <dgm:pt modelId="{83694699-F99B-492C-9FE3-D2FEA31D2235}" type="pres">
      <dgm:prSet presAssocID="{A3C580BB-5D6F-4CF5-940E-32E5D392156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088CB0D-68C8-4F70-9583-1A3830E9BEF2}" srcId="{1AB30CF6-91CC-44F0-B4C3-D9A7D5CBF683}" destId="{68EFCCC4-BF6F-4620-9E81-080478642ABF}" srcOrd="0" destOrd="0" parTransId="{BF954611-9E6E-4E1D-AC56-A24AE6025C01}" sibTransId="{5C2670A6-18B2-4C4B-BA04-362A9928C5F7}"/>
    <dgm:cxn modelId="{D11BCD15-3031-4214-9C73-FC1F412F8CCD}" srcId="{EA2D1461-0542-45B6-B331-40BD1BB62AF2}" destId="{A3C580BB-5D6F-4CF5-940E-32E5D392156B}" srcOrd="3" destOrd="0" parTransId="{DF155D50-ACBB-4713-83D1-B0A6E262FB98}" sibTransId="{163D191C-780A-4A3D-A5AF-DAE2465B017D}"/>
    <dgm:cxn modelId="{CAF9671F-3F26-40B1-B0F1-CF8616BB17D7}" type="presOf" srcId="{68EFCCC4-BF6F-4620-9E81-080478642ABF}" destId="{25D1A614-A991-4D58-99F5-6AE82CC9E986}" srcOrd="0" destOrd="0" presId="urn:microsoft.com/office/officeart/2005/8/layout/list1"/>
    <dgm:cxn modelId="{5C7A7D38-70C0-43FC-AB4D-0E50169E6E84}" type="presOf" srcId="{57B45F02-7789-4DE3-8427-F19B6CF7815C}" destId="{960CD8DF-87E7-4D97-8C74-7E1D2C77F4D2}" srcOrd="1" destOrd="0" presId="urn:microsoft.com/office/officeart/2005/8/layout/list1"/>
    <dgm:cxn modelId="{C5058A3B-8D5D-473C-B20D-5AC34BDAB630}" type="presOf" srcId="{EA2D1461-0542-45B6-B331-40BD1BB62AF2}" destId="{2EE38B7D-F203-4600-9177-6E9E513DF3D3}" srcOrd="0" destOrd="0" presId="urn:microsoft.com/office/officeart/2005/8/layout/list1"/>
    <dgm:cxn modelId="{E9B45460-B266-454B-8FFF-9011E8AB7E8A}" srcId="{EA2D1461-0542-45B6-B331-40BD1BB62AF2}" destId="{1AB30CF6-91CC-44F0-B4C3-D9A7D5CBF683}" srcOrd="0" destOrd="0" parTransId="{C1E95D24-83F7-423B-8626-8877F8949791}" sibTransId="{D0128FF9-305E-42E3-97C6-77CFA3439333}"/>
    <dgm:cxn modelId="{1F717067-5A6D-405E-840B-2E49F64F2CB5}" type="presOf" srcId="{A3C580BB-5D6F-4CF5-940E-32E5D392156B}" destId="{20C1F8D1-9CA4-4F5E-A399-E46041166CCF}" srcOrd="1" destOrd="0" presId="urn:microsoft.com/office/officeart/2005/8/layout/list1"/>
    <dgm:cxn modelId="{D43EBE70-7071-495A-937A-77B55845BEBD}" type="presOf" srcId="{1AB30CF6-91CC-44F0-B4C3-D9A7D5CBF683}" destId="{90579C99-1FC5-4303-A806-38507382FD64}" srcOrd="0" destOrd="0" presId="urn:microsoft.com/office/officeart/2005/8/layout/list1"/>
    <dgm:cxn modelId="{2F691952-FB62-442B-90DC-45A1CA94F08C}" type="presOf" srcId="{57B45F02-7789-4DE3-8427-F19B6CF7815C}" destId="{48764AB0-F637-4E82-AA16-ECBDB4D4F0A2}" srcOrd="0" destOrd="0" presId="urn:microsoft.com/office/officeart/2005/8/layout/list1"/>
    <dgm:cxn modelId="{F8B1B157-1A87-4760-A92B-C823BA3D3AD4}" type="presOf" srcId="{1AB30CF6-91CC-44F0-B4C3-D9A7D5CBF683}" destId="{B2718A7F-04A9-4B16-9589-07633029B8F7}" srcOrd="1" destOrd="0" presId="urn:microsoft.com/office/officeart/2005/8/layout/list1"/>
    <dgm:cxn modelId="{830F645A-C237-4F69-BC14-9B4838C7E927}" srcId="{EA2D1461-0542-45B6-B331-40BD1BB62AF2}" destId="{57B45F02-7789-4DE3-8427-F19B6CF7815C}" srcOrd="1" destOrd="0" parTransId="{07FEC12F-9AD7-4B9F-A839-B8DFD8D163F9}" sibTransId="{E5EBE106-A5F0-4159-BD69-215EBFBDD61F}"/>
    <dgm:cxn modelId="{0C494481-68F6-46C4-8C8A-6D195FBCAE96}" srcId="{EA2D1461-0542-45B6-B331-40BD1BB62AF2}" destId="{7E07C2F2-8EDB-4E46-BE8A-A81774CCED76}" srcOrd="2" destOrd="0" parTransId="{2C598411-9A6B-4655-A482-45CF4E67E115}" sibTransId="{9647848E-205E-4DDE-AB78-AF9DA3FC436E}"/>
    <dgm:cxn modelId="{9D384DCD-8B8A-4ED5-B250-F2742776D76C}" type="presOf" srcId="{A3C580BB-5D6F-4CF5-940E-32E5D392156B}" destId="{D123337F-A3D7-4C93-AB4B-0F0EECA669A3}" srcOrd="0" destOrd="0" presId="urn:microsoft.com/office/officeart/2005/8/layout/list1"/>
    <dgm:cxn modelId="{1F9F75D4-663C-4999-AD07-5CDA93976DB6}" type="presOf" srcId="{7E07C2F2-8EDB-4E46-BE8A-A81774CCED76}" destId="{B30F3775-87FE-496D-B5CF-D57610917986}" srcOrd="1" destOrd="0" presId="urn:microsoft.com/office/officeart/2005/8/layout/list1"/>
    <dgm:cxn modelId="{8860C5DF-FD50-4133-9D52-A5AF97C3BE90}" type="presOf" srcId="{7E07C2F2-8EDB-4E46-BE8A-A81774CCED76}" destId="{6DE7BE4C-3C0E-4836-933D-DE37D2A06DA6}" srcOrd="0" destOrd="0" presId="urn:microsoft.com/office/officeart/2005/8/layout/list1"/>
    <dgm:cxn modelId="{EC067824-D2BD-4633-8376-BD438C09AFF2}" type="presParOf" srcId="{2EE38B7D-F203-4600-9177-6E9E513DF3D3}" destId="{B0AE9461-4E98-42EC-A7AD-82592C3E28C4}" srcOrd="0" destOrd="0" presId="urn:microsoft.com/office/officeart/2005/8/layout/list1"/>
    <dgm:cxn modelId="{44DAA2A4-0310-46B5-9E3B-A33C2A8BBD88}" type="presParOf" srcId="{B0AE9461-4E98-42EC-A7AD-82592C3E28C4}" destId="{90579C99-1FC5-4303-A806-38507382FD64}" srcOrd="0" destOrd="0" presId="urn:microsoft.com/office/officeart/2005/8/layout/list1"/>
    <dgm:cxn modelId="{6D90829C-430A-4D93-8CE8-99885CD27DA4}" type="presParOf" srcId="{B0AE9461-4E98-42EC-A7AD-82592C3E28C4}" destId="{B2718A7F-04A9-4B16-9589-07633029B8F7}" srcOrd="1" destOrd="0" presId="urn:microsoft.com/office/officeart/2005/8/layout/list1"/>
    <dgm:cxn modelId="{36DB38B9-F193-4DF1-966B-E3AB56CC3E37}" type="presParOf" srcId="{2EE38B7D-F203-4600-9177-6E9E513DF3D3}" destId="{F097ACB1-6F14-476B-AEEF-B68D2C2D18EE}" srcOrd="1" destOrd="0" presId="urn:microsoft.com/office/officeart/2005/8/layout/list1"/>
    <dgm:cxn modelId="{A50AAE30-4882-4328-A20E-907A2670497E}" type="presParOf" srcId="{2EE38B7D-F203-4600-9177-6E9E513DF3D3}" destId="{25D1A614-A991-4D58-99F5-6AE82CC9E986}" srcOrd="2" destOrd="0" presId="urn:microsoft.com/office/officeart/2005/8/layout/list1"/>
    <dgm:cxn modelId="{33741FC5-0FAE-4455-A802-FDFBCC56D919}" type="presParOf" srcId="{2EE38B7D-F203-4600-9177-6E9E513DF3D3}" destId="{EAA1B542-4F2A-4828-A8C3-D707F6B97F4F}" srcOrd="3" destOrd="0" presId="urn:microsoft.com/office/officeart/2005/8/layout/list1"/>
    <dgm:cxn modelId="{0A468770-1CC8-4A1C-A9B2-A6EF571EB873}" type="presParOf" srcId="{2EE38B7D-F203-4600-9177-6E9E513DF3D3}" destId="{90E691EF-B640-4953-A46B-C381E4E8C38C}" srcOrd="4" destOrd="0" presId="urn:microsoft.com/office/officeart/2005/8/layout/list1"/>
    <dgm:cxn modelId="{CBE362C5-8191-4581-AB4B-8801B0CAC487}" type="presParOf" srcId="{90E691EF-B640-4953-A46B-C381E4E8C38C}" destId="{48764AB0-F637-4E82-AA16-ECBDB4D4F0A2}" srcOrd="0" destOrd="0" presId="urn:microsoft.com/office/officeart/2005/8/layout/list1"/>
    <dgm:cxn modelId="{91719087-012F-4F4F-8027-04A1BCE7A0AB}" type="presParOf" srcId="{90E691EF-B640-4953-A46B-C381E4E8C38C}" destId="{960CD8DF-87E7-4D97-8C74-7E1D2C77F4D2}" srcOrd="1" destOrd="0" presId="urn:microsoft.com/office/officeart/2005/8/layout/list1"/>
    <dgm:cxn modelId="{F1D256E8-EEF7-48F8-BC67-6FE7A82855EF}" type="presParOf" srcId="{2EE38B7D-F203-4600-9177-6E9E513DF3D3}" destId="{7DA0BD23-F5FB-49F1-96F4-291812E2FEB9}" srcOrd="5" destOrd="0" presId="urn:microsoft.com/office/officeart/2005/8/layout/list1"/>
    <dgm:cxn modelId="{BC2097BF-5348-448B-908D-4AD1CBF58A33}" type="presParOf" srcId="{2EE38B7D-F203-4600-9177-6E9E513DF3D3}" destId="{53B02689-97D5-43DD-851B-81FE749962BB}" srcOrd="6" destOrd="0" presId="urn:microsoft.com/office/officeart/2005/8/layout/list1"/>
    <dgm:cxn modelId="{4D84B119-5B44-4312-9A81-319705A41F7E}" type="presParOf" srcId="{2EE38B7D-F203-4600-9177-6E9E513DF3D3}" destId="{A0CADA37-075B-4590-A1F8-493FC37F52DE}" srcOrd="7" destOrd="0" presId="urn:microsoft.com/office/officeart/2005/8/layout/list1"/>
    <dgm:cxn modelId="{E78C8830-E89D-4BFA-824F-7CC67BF2499D}" type="presParOf" srcId="{2EE38B7D-F203-4600-9177-6E9E513DF3D3}" destId="{A7537CA3-02D4-4740-8452-B08312C80E5E}" srcOrd="8" destOrd="0" presId="urn:microsoft.com/office/officeart/2005/8/layout/list1"/>
    <dgm:cxn modelId="{40BC7A6C-B2CC-4A91-B44A-A74AB088341A}" type="presParOf" srcId="{A7537CA3-02D4-4740-8452-B08312C80E5E}" destId="{6DE7BE4C-3C0E-4836-933D-DE37D2A06DA6}" srcOrd="0" destOrd="0" presId="urn:microsoft.com/office/officeart/2005/8/layout/list1"/>
    <dgm:cxn modelId="{B4EDC77F-B8A3-452E-AB69-58FB3A8B71D3}" type="presParOf" srcId="{A7537CA3-02D4-4740-8452-B08312C80E5E}" destId="{B30F3775-87FE-496D-B5CF-D57610917986}" srcOrd="1" destOrd="0" presId="urn:microsoft.com/office/officeart/2005/8/layout/list1"/>
    <dgm:cxn modelId="{C7AFC63F-497E-44B4-A950-DBC26EDD6BE4}" type="presParOf" srcId="{2EE38B7D-F203-4600-9177-6E9E513DF3D3}" destId="{0D610776-0A45-4498-BAAC-723437CA239D}" srcOrd="9" destOrd="0" presId="urn:microsoft.com/office/officeart/2005/8/layout/list1"/>
    <dgm:cxn modelId="{3408095C-DF51-471D-90DC-F88CA3100035}" type="presParOf" srcId="{2EE38B7D-F203-4600-9177-6E9E513DF3D3}" destId="{885BB765-2E36-44BD-913A-829471BD5E59}" srcOrd="10" destOrd="0" presId="urn:microsoft.com/office/officeart/2005/8/layout/list1"/>
    <dgm:cxn modelId="{7C399162-7324-4BEA-950E-0CACE0A5E394}" type="presParOf" srcId="{2EE38B7D-F203-4600-9177-6E9E513DF3D3}" destId="{B603ED8E-ABEA-489A-9EF7-9ECE6992D901}" srcOrd="11" destOrd="0" presId="urn:microsoft.com/office/officeart/2005/8/layout/list1"/>
    <dgm:cxn modelId="{1548D63E-94BC-4AFE-961C-1154385A29AC}" type="presParOf" srcId="{2EE38B7D-F203-4600-9177-6E9E513DF3D3}" destId="{8A04F4E9-1620-4A83-8FB6-78DA0B046978}" srcOrd="12" destOrd="0" presId="urn:microsoft.com/office/officeart/2005/8/layout/list1"/>
    <dgm:cxn modelId="{DD260301-8563-4A72-B0AA-9B790725CE64}" type="presParOf" srcId="{8A04F4E9-1620-4A83-8FB6-78DA0B046978}" destId="{D123337F-A3D7-4C93-AB4B-0F0EECA669A3}" srcOrd="0" destOrd="0" presId="urn:microsoft.com/office/officeart/2005/8/layout/list1"/>
    <dgm:cxn modelId="{DC26287D-EA6A-4956-8A60-363192A90DA5}" type="presParOf" srcId="{8A04F4E9-1620-4A83-8FB6-78DA0B046978}" destId="{20C1F8D1-9CA4-4F5E-A399-E46041166CCF}" srcOrd="1" destOrd="0" presId="urn:microsoft.com/office/officeart/2005/8/layout/list1"/>
    <dgm:cxn modelId="{5061C554-D003-4C29-A597-6F5463D57549}" type="presParOf" srcId="{2EE38B7D-F203-4600-9177-6E9E513DF3D3}" destId="{FDC53EEB-3AF2-442E-9E1C-9627D917F783}" srcOrd="13" destOrd="0" presId="urn:microsoft.com/office/officeart/2005/8/layout/list1"/>
    <dgm:cxn modelId="{A6A30A14-F819-4136-95CD-198819A5691B}" type="presParOf" srcId="{2EE38B7D-F203-4600-9177-6E9E513DF3D3}" destId="{83694699-F99B-492C-9FE3-D2FEA31D223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8EACB4-364F-4501-9B75-4FC294EFCF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7F6909-99C9-4694-A165-1CD8EF749561}">
      <dgm:prSet/>
      <dgm:spPr/>
      <dgm:t>
        <a:bodyPr/>
        <a:lstStyle/>
        <a:p>
          <a:r>
            <a:rPr lang="en-US"/>
            <a:t>Stores full conversation history.</a:t>
          </a:r>
        </a:p>
      </dgm:t>
    </dgm:pt>
    <dgm:pt modelId="{92A6AB50-CC45-488B-A8FF-D4E9A4D8D1D9}" type="parTrans" cxnId="{D566E23C-E2C5-4686-9CAD-E7556A7D2FC9}">
      <dgm:prSet/>
      <dgm:spPr/>
      <dgm:t>
        <a:bodyPr/>
        <a:lstStyle/>
        <a:p>
          <a:endParaRPr lang="en-US"/>
        </a:p>
      </dgm:t>
    </dgm:pt>
    <dgm:pt modelId="{B6E803D5-3037-4743-9C45-7510B8D982B3}" type="sibTrans" cxnId="{D566E23C-E2C5-4686-9CAD-E7556A7D2FC9}">
      <dgm:prSet/>
      <dgm:spPr/>
      <dgm:t>
        <a:bodyPr/>
        <a:lstStyle/>
        <a:p>
          <a:endParaRPr lang="en-US"/>
        </a:p>
      </dgm:t>
    </dgm:pt>
    <dgm:pt modelId="{967D9E9F-C081-4807-9A3E-A8A3BC973829}">
      <dgm:prSet/>
      <dgm:spPr/>
      <dgm:t>
        <a:bodyPr/>
        <a:lstStyle/>
        <a:p>
          <a:r>
            <a:rPr lang="en-US"/>
            <a:t>Each new query includes:</a:t>
          </a:r>
        </a:p>
      </dgm:t>
    </dgm:pt>
    <dgm:pt modelId="{7D7D0DF2-CDA2-4296-B2CD-DE8E0E5268AF}" type="parTrans" cxnId="{52982796-9A1C-478E-878C-7E816588F10D}">
      <dgm:prSet/>
      <dgm:spPr/>
      <dgm:t>
        <a:bodyPr/>
        <a:lstStyle/>
        <a:p>
          <a:endParaRPr lang="en-US"/>
        </a:p>
      </dgm:t>
    </dgm:pt>
    <dgm:pt modelId="{92716FFA-E345-407C-9947-20778D0FD21B}" type="sibTrans" cxnId="{52982796-9A1C-478E-878C-7E816588F10D}">
      <dgm:prSet/>
      <dgm:spPr/>
      <dgm:t>
        <a:bodyPr/>
        <a:lstStyle/>
        <a:p>
          <a:endParaRPr lang="en-US"/>
        </a:p>
      </dgm:t>
    </dgm:pt>
    <dgm:pt modelId="{3F8DBB05-1CD5-4018-8318-5518596ADE93}">
      <dgm:prSet/>
      <dgm:spPr/>
      <dgm:t>
        <a:bodyPr/>
        <a:lstStyle/>
        <a:p>
          <a:r>
            <a:rPr lang="en-US"/>
            <a:t>Previous messages + new message</a:t>
          </a:r>
        </a:p>
      </dgm:t>
    </dgm:pt>
    <dgm:pt modelId="{E01DB470-A0A0-4518-8577-71DEEE4BE3F4}" type="parTrans" cxnId="{2194916D-36C4-4C11-99B5-6253BE0FACB1}">
      <dgm:prSet/>
      <dgm:spPr/>
      <dgm:t>
        <a:bodyPr/>
        <a:lstStyle/>
        <a:p>
          <a:endParaRPr lang="en-US"/>
        </a:p>
      </dgm:t>
    </dgm:pt>
    <dgm:pt modelId="{35D9E4CC-B356-443D-8186-29C4313CFB5B}" type="sibTrans" cxnId="{2194916D-36C4-4C11-99B5-6253BE0FACB1}">
      <dgm:prSet/>
      <dgm:spPr/>
      <dgm:t>
        <a:bodyPr/>
        <a:lstStyle/>
        <a:p>
          <a:endParaRPr lang="en-US"/>
        </a:p>
      </dgm:t>
    </dgm:pt>
    <dgm:pt modelId="{E78E3410-4BEE-4C13-8475-64F954E66DBD}">
      <dgm:prSet/>
      <dgm:spPr/>
      <dgm:t>
        <a:bodyPr/>
        <a:lstStyle/>
        <a:p>
          <a:r>
            <a:rPr lang="en-US"/>
            <a:t>Advantage:</a:t>
          </a:r>
        </a:p>
      </dgm:t>
    </dgm:pt>
    <dgm:pt modelId="{BE7C28B4-D031-4D98-9499-9E5F3E0CABCC}" type="parTrans" cxnId="{C091A5EB-3F78-45EB-837C-5BAF2874122D}">
      <dgm:prSet/>
      <dgm:spPr/>
      <dgm:t>
        <a:bodyPr/>
        <a:lstStyle/>
        <a:p>
          <a:endParaRPr lang="en-US"/>
        </a:p>
      </dgm:t>
    </dgm:pt>
    <dgm:pt modelId="{B6CF22B4-E0D4-4063-B634-CAD153823FA4}" type="sibTrans" cxnId="{C091A5EB-3F78-45EB-837C-5BAF2874122D}">
      <dgm:prSet/>
      <dgm:spPr/>
      <dgm:t>
        <a:bodyPr/>
        <a:lstStyle/>
        <a:p>
          <a:endParaRPr lang="en-US"/>
        </a:p>
      </dgm:t>
    </dgm:pt>
    <dgm:pt modelId="{014B0736-E769-4C32-B047-F1E38C961E69}">
      <dgm:prSet/>
      <dgm:spPr/>
      <dgm:t>
        <a:bodyPr/>
        <a:lstStyle/>
        <a:p>
          <a:r>
            <a:rPr lang="en-US"/>
            <a:t>Simple and easy.</a:t>
          </a:r>
        </a:p>
      </dgm:t>
    </dgm:pt>
    <dgm:pt modelId="{F8A64F37-BFC9-4329-B020-57DD8C3306AD}" type="parTrans" cxnId="{903B3616-BC70-46F6-9D32-40407B581C5E}">
      <dgm:prSet/>
      <dgm:spPr/>
      <dgm:t>
        <a:bodyPr/>
        <a:lstStyle/>
        <a:p>
          <a:endParaRPr lang="en-US"/>
        </a:p>
      </dgm:t>
    </dgm:pt>
    <dgm:pt modelId="{E888A0BB-D453-4F7C-98C6-C8E2A20F3013}" type="sibTrans" cxnId="{903B3616-BC70-46F6-9D32-40407B581C5E}">
      <dgm:prSet/>
      <dgm:spPr/>
      <dgm:t>
        <a:bodyPr/>
        <a:lstStyle/>
        <a:p>
          <a:endParaRPr lang="en-US"/>
        </a:p>
      </dgm:t>
    </dgm:pt>
    <dgm:pt modelId="{43F28445-66EA-43A0-B554-95C5BB85B299}">
      <dgm:prSet/>
      <dgm:spPr/>
      <dgm:t>
        <a:bodyPr/>
        <a:lstStyle/>
        <a:p>
          <a:r>
            <a:rPr lang="en-US"/>
            <a:t>Problem:</a:t>
          </a:r>
        </a:p>
      </dgm:t>
    </dgm:pt>
    <dgm:pt modelId="{4AE0F519-134E-46A6-A289-B309EC958D9E}" type="parTrans" cxnId="{0D326739-DE91-4B7C-934C-D5D1371417B8}">
      <dgm:prSet/>
      <dgm:spPr/>
      <dgm:t>
        <a:bodyPr/>
        <a:lstStyle/>
        <a:p>
          <a:endParaRPr lang="en-US"/>
        </a:p>
      </dgm:t>
    </dgm:pt>
    <dgm:pt modelId="{96A27AC8-E5B8-4120-B6BB-F5C0DA4CB8A4}" type="sibTrans" cxnId="{0D326739-DE91-4B7C-934C-D5D1371417B8}">
      <dgm:prSet/>
      <dgm:spPr/>
      <dgm:t>
        <a:bodyPr/>
        <a:lstStyle/>
        <a:p>
          <a:endParaRPr lang="en-US"/>
        </a:p>
      </dgm:t>
    </dgm:pt>
    <dgm:pt modelId="{7EA4CD51-804E-4E2C-A36C-C6606807E751}">
      <dgm:prSet/>
      <dgm:spPr/>
      <dgm:t>
        <a:bodyPr/>
        <a:lstStyle/>
        <a:p>
          <a:r>
            <a:rPr lang="en-US"/>
            <a:t>Grows infinitely → token explosion</a:t>
          </a:r>
        </a:p>
      </dgm:t>
    </dgm:pt>
    <dgm:pt modelId="{285987CF-17AB-4D74-BF79-7EA19EC84B89}" type="parTrans" cxnId="{BC78E99B-5307-4A63-AE7C-1F25404448A2}">
      <dgm:prSet/>
      <dgm:spPr/>
      <dgm:t>
        <a:bodyPr/>
        <a:lstStyle/>
        <a:p>
          <a:endParaRPr lang="en-US"/>
        </a:p>
      </dgm:t>
    </dgm:pt>
    <dgm:pt modelId="{E1AAFA42-395F-4603-BA94-FAF4CC96C491}" type="sibTrans" cxnId="{BC78E99B-5307-4A63-AE7C-1F25404448A2}">
      <dgm:prSet/>
      <dgm:spPr/>
      <dgm:t>
        <a:bodyPr/>
        <a:lstStyle/>
        <a:p>
          <a:endParaRPr lang="en-US"/>
        </a:p>
      </dgm:t>
    </dgm:pt>
    <dgm:pt modelId="{D18D7CAA-7DAA-4FE2-99E1-5B13FBC60457}" type="pres">
      <dgm:prSet presAssocID="{788EACB4-364F-4501-9B75-4FC294EFCF64}" presName="linear" presStyleCnt="0">
        <dgm:presLayoutVars>
          <dgm:dir/>
          <dgm:animLvl val="lvl"/>
          <dgm:resizeHandles val="exact"/>
        </dgm:presLayoutVars>
      </dgm:prSet>
      <dgm:spPr/>
    </dgm:pt>
    <dgm:pt modelId="{1F470C6C-AC7C-4F15-B26A-1DFC6086BB6A}" type="pres">
      <dgm:prSet presAssocID="{4E7F6909-99C9-4694-A165-1CD8EF749561}" presName="parentLin" presStyleCnt="0"/>
      <dgm:spPr/>
    </dgm:pt>
    <dgm:pt modelId="{FE834B48-18FB-437D-893B-5E26535A8F55}" type="pres">
      <dgm:prSet presAssocID="{4E7F6909-99C9-4694-A165-1CD8EF749561}" presName="parentLeftMargin" presStyleLbl="node1" presStyleIdx="0" presStyleCnt="5"/>
      <dgm:spPr/>
    </dgm:pt>
    <dgm:pt modelId="{956B32C2-1E94-469C-BAE5-4219196DC962}" type="pres">
      <dgm:prSet presAssocID="{4E7F6909-99C9-4694-A165-1CD8EF74956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99A262C-AA5A-429D-8DDD-F2DC32173054}" type="pres">
      <dgm:prSet presAssocID="{4E7F6909-99C9-4694-A165-1CD8EF749561}" presName="negativeSpace" presStyleCnt="0"/>
      <dgm:spPr/>
    </dgm:pt>
    <dgm:pt modelId="{0AB6AFCC-AD47-4E1C-B297-0CA3A73F76CD}" type="pres">
      <dgm:prSet presAssocID="{4E7F6909-99C9-4694-A165-1CD8EF749561}" presName="childText" presStyleLbl="conFgAcc1" presStyleIdx="0" presStyleCnt="5">
        <dgm:presLayoutVars>
          <dgm:bulletEnabled val="1"/>
        </dgm:presLayoutVars>
      </dgm:prSet>
      <dgm:spPr/>
    </dgm:pt>
    <dgm:pt modelId="{519D2904-9F95-47E5-8CDF-AD83C6F919EC}" type="pres">
      <dgm:prSet presAssocID="{B6E803D5-3037-4743-9C45-7510B8D982B3}" presName="spaceBetweenRectangles" presStyleCnt="0"/>
      <dgm:spPr/>
    </dgm:pt>
    <dgm:pt modelId="{860A23C6-514D-4EF8-A31A-5E5D6211782C}" type="pres">
      <dgm:prSet presAssocID="{967D9E9F-C081-4807-9A3E-A8A3BC973829}" presName="parentLin" presStyleCnt="0"/>
      <dgm:spPr/>
    </dgm:pt>
    <dgm:pt modelId="{C05696E8-C546-4CA5-8CEA-D34E93900C4D}" type="pres">
      <dgm:prSet presAssocID="{967D9E9F-C081-4807-9A3E-A8A3BC973829}" presName="parentLeftMargin" presStyleLbl="node1" presStyleIdx="0" presStyleCnt="5"/>
      <dgm:spPr/>
    </dgm:pt>
    <dgm:pt modelId="{2DAE7BF9-4971-4EF6-88A4-39EAE07054D5}" type="pres">
      <dgm:prSet presAssocID="{967D9E9F-C081-4807-9A3E-A8A3BC97382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DD2053D-4475-4D86-8D9F-4A3BEEF52E3D}" type="pres">
      <dgm:prSet presAssocID="{967D9E9F-C081-4807-9A3E-A8A3BC973829}" presName="negativeSpace" presStyleCnt="0"/>
      <dgm:spPr/>
    </dgm:pt>
    <dgm:pt modelId="{0C26FA6C-55BA-4A70-9C89-225B2E5E0E82}" type="pres">
      <dgm:prSet presAssocID="{967D9E9F-C081-4807-9A3E-A8A3BC973829}" presName="childText" presStyleLbl="conFgAcc1" presStyleIdx="1" presStyleCnt="5">
        <dgm:presLayoutVars>
          <dgm:bulletEnabled val="1"/>
        </dgm:presLayoutVars>
      </dgm:prSet>
      <dgm:spPr/>
    </dgm:pt>
    <dgm:pt modelId="{CE0F3D8C-EAF1-44A4-94A5-A512851B8634}" type="pres">
      <dgm:prSet presAssocID="{92716FFA-E345-407C-9947-20778D0FD21B}" presName="spaceBetweenRectangles" presStyleCnt="0"/>
      <dgm:spPr/>
    </dgm:pt>
    <dgm:pt modelId="{8B58C216-0454-47F8-9A73-5D36F38ECB50}" type="pres">
      <dgm:prSet presAssocID="{3F8DBB05-1CD5-4018-8318-5518596ADE93}" presName="parentLin" presStyleCnt="0"/>
      <dgm:spPr/>
    </dgm:pt>
    <dgm:pt modelId="{90C631A4-D6E4-4330-94A4-69D93AAD9CB0}" type="pres">
      <dgm:prSet presAssocID="{3F8DBB05-1CD5-4018-8318-5518596ADE93}" presName="parentLeftMargin" presStyleLbl="node1" presStyleIdx="1" presStyleCnt="5"/>
      <dgm:spPr/>
    </dgm:pt>
    <dgm:pt modelId="{250F8D87-B361-405B-9F9D-872C2313C621}" type="pres">
      <dgm:prSet presAssocID="{3F8DBB05-1CD5-4018-8318-5518596ADE9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3152583-41C1-419D-BE28-C5EA160A05C0}" type="pres">
      <dgm:prSet presAssocID="{3F8DBB05-1CD5-4018-8318-5518596ADE93}" presName="negativeSpace" presStyleCnt="0"/>
      <dgm:spPr/>
    </dgm:pt>
    <dgm:pt modelId="{658710C0-8ECE-48E0-B988-9B286303B9AF}" type="pres">
      <dgm:prSet presAssocID="{3F8DBB05-1CD5-4018-8318-5518596ADE93}" presName="childText" presStyleLbl="conFgAcc1" presStyleIdx="2" presStyleCnt="5">
        <dgm:presLayoutVars>
          <dgm:bulletEnabled val="1"/>
        </dgm:presLayoutVars>
      </dgm:prSet>
      <dgm:spPr/>
    </dgm:pt>
    <dgm:pt modelId="{A880BD5B-0C41-461E-830D-B76ED89E4D22}" type="pres">
      <dgm:prSet presAssocID="{35D9E4CC-B356-443D-8186-29C4313CFB5B}" presName="spaceBetweenRectangles" presStyleCnt="0"/>
      <dgm:spPr/>
    </dgm:pt>
    <dgm:pt modelId="{698923B8-3BE0-402C-B7A6-5F57B38E1FF1}" type="pres">
      <dgm:prSet presAssocID="{E78E3410-4BEE-4C13-8475-64F954E66DBD}" presName="parentLin" presStyleCnt="0"/>
      <dgm:spPr/>
    </dgm:pt>
    <dgm:pt modelId="{80BCB2BE-09E3-4DD2-B3E0-438B2C1EB6E1}" type="pres">
      <dgm:prSet presAssocID="{E78E3410-4BEE-4C13-8475-64F954E66DBD}" presName="parentLeftMargin" presStyleLbl="node1" presStyleIdx="2" presStyleCnt="5"/>
      <dgm:spPr/>
    </dgm:pt>
    <dgm:pt modelId="{F2DFF27E-43E2-4566-B3C8-A83F6B9262C6}" type="pres">
      <dgm:prSet presAssocID="{E78E3410-4BEE-4C13-8475-64F954E66DB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784D38B-8964-4EE8-9835-96F9136FB56F}" type="pres">
      <dgm:prSet presAssocID="{E78E3410-4BEE-4C13-8475-64F954E66DBD}" presName="negativeSpace" presStyleCnt="0"/>
      <dgm:spPr/>
    </dgm:pt>
    <dgm:pt modelId="{C8151898-81C0-4C77-A8A5-E83951E4423D}" type="pres">
      <dgm:prSet presAssocID="{E78E3410-4BEE-4C13-8475-64F954E66DBD}" presName="childText" presStyleLbl="conFgAcc1" presStyleIdx="3" presStyleCnt="5">
        <dgm:presLayoutVars>
          <dgm:bulletEnabled val="1"/>
        </dgm:presLayoutVars>
      </dgm:prSet>
      <dgm:spPr/>
    </dgm:pt>
    <dgm:pt modelId="{E30EDADD-4FBE-4D9C-AF42-00D8D3C985F5}" type="pres">
      <dgm:prSet presAssocID="{B6CF22B4-E0D4-4063-B634-CAD153823FA4}" presName="spaceBetweenRectangles" presStyleCnt="0"/>
      <dgm:spPr/>
    </dgm:pt>
    <dgm:pt modelId="{DD206A12-36AF-43BE-836C-920F2FEABE70}" type="pres">
      <dgm:prSet presAssocID="{43F28445-66EA-43A0-B554-95C5BB85B299}" presName="parentLin" presStyleCnt="0"/>
      <dgm:spPr/>
    </dgm:pt>
    <dgm:pt modelId="{F59A395F-F8FC-40BA-96F3-14DDADBBD856}" type="pres">
      <dgm:prSet presAssocID="{43F28445-66EA-43A0-B554-95C5BB85B299}" presName="parentLeftMargin" presStyleLbl="node1" presStyleIdx="3" presStyleCnt="5"/>
      <dgm:spPr/>
    </dgm:pt>
    <dgm:pt modelId="{6C099E7E-64D2-4114-9457-848C74B2CA6F}" type="pres">
      <dgm:prSet presAssocID="{43F28445-66EA-43A0-B554-95C5BB85B29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A5BEACD-1071-4991-BCF7-50015D33934E}" type="pres">
      <dgm:prSet presAssocID="{43F28445-66EA-43A0-B554-95C5BB85B299}" presName="negativeSpace" presStyleCnt="0"/>
      <dgm:spPr/>
    </dgm:pt>
    <dgm:pt modelId="{86A0BF38-A2D4-42F7-80D3-D8D53254F314}" type="pres">
      <dgm:prSet presAssocID="{43F28445-66EA-43A0-B554-95C5BB85B29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1CB4B05-ADBB-45E5-8EB0-F0960BE6D080}" type="presOf" srcId="{014B0736-E769-4C32-B047-F1E38C961E69}" destId="{C8151898-81C0-4C77-A8A5-E83951E4423D}" srcOrd="0" destOrd="0" presId="urn:microsoft.com/office/officeart/2005/8/layout/list1"/>
    <dgm:cxn modelId="{B1747408-94BB-4996-A101-B3DD26C7E45E}" type="presOf" srcId="{E78E3410-4BEE-4C13-8475-64F954E66DBD}" destId="{80BCB2BE-09E3-4DD2-B3E0-438B2C1EB6E1}" srcOrd="0" destOrd="0" presId="urn:microsoft.com/office/officeart/2005/8/layout/list1"/>
    <dgm:cxn modelId="{903B3616-BC70-46F6-9D32-40407B581C5E}" srcId="{E78E3410-4BEE-4C13-8475-64F954E66DBD}" destId="{014B0736-E769-4C32-B047-F1E38C961E69}" srcOrd="0" destOrd="0" parTransId="{F8A64F37-BFC9-4329-B020-57DD8C3306AD}" sibTransId="{E888A0BB-D453-4F7C-98C6-C8E2A20F3013}"/>
    <dgm:cxn modelId="{1F439918-A88E-48F6-9CD3-760AC2F4F08B}" type="presOf" srcId="{967D9E9F-C081-4807-9A3E-A8A3BC973829}" destId="{C05696E8-C546-4CA5-8CEA-D34E93900C4D}" srcOrd="0" destOrd="0" presId="urn:microsoft.com/office/officeart/2005/8/layout/list1"/>
    <dgm:cxn modelId="{A8B05527-47A1-418B-B8D2-07C23A411264}" type="presOf" srcId="{4E7F6909-99C9-4694-A165-1CD8EF749561}" destId="{956B32C2-1E94-469C-BAE5-4219196DC962}" srcOrd="1" destOrd="0" presId="urn:microsoft.com/office/officeart/2005/8/layout/list1"/>
    <dgm:cxn modelId="{0D326739-DE91-4B7C-934C-D5D1371417B8}" srcId="{788EACB4-364F-4501-9B75-4FC294EFCF64}" destId="{43F28445-66EA-43A0-B554-95C5BB85B299}" srcOrd="4" destOrd="0" parTransId="{4AE0F519-134E-46A6-A289-B309EC958D9E}" sibTransId="{96A27AC8-E5B8-4120-B6BB-F5C0DA4CB8A4}"/>
    <dgm:cxn modelId="{D566E23C-E2C5-4686-9CAD-E7556A7D2FC9}" srcId="{788EACB4-364F-4501-9B75-4FC294EFCF64}" destId="{4E7F6909-99C9-4694-A165-1CD8EF749561}" srcOrd="0" destOrd="0" parTransId="{92A6AB50-CC45-488B-A8FF-D4E9A4D8D1D9}" sibTransId="{B6E803D5-3037-4743-9C45-7510B8D982B3}"/>
    <dgm:cxn modelId="{AE683D46-4659-4F40-AC9D-FEE2D591D515}" type="presOf" srcId="{3F8DBB05-1CD5-4018-8318-5518596ADE93}" destId="{90C631A4-D6E4-4330-94A4-69D93AAD9CB0}" srcOrd="0" destOrd="0" presId="urn:microsoft.com/office/officeart/2005/8/layout/list1"/>
    <dgm:cxn modelId="{2194916D-36C4-4C11-99B5-6253BE0FACB1}" srcId="{788EACB4-364F-4501-9B75-4FC294EFCF64}" destId="{3F8DBB05-1CD5-4018-8318-5518596ADE93}" srcOrd="2" destOrd="0" parTransId="{E01DB470-A0A0-4518-8577-71DEEE4BE3F4}" sibTransId="{35D9E4CC-B356-443D-8186-29C4313CFB5B}"/>
    <dgm:cxn modelId="{59AA4650-28C6-4F1F-9C3F-960B2AFAC699}" type="presOf" srcId="{43F28445-66EA-43A0-B554-95C5BB85B299}" destId="{6C099E7E-64D2-4114-9457-848C74B2CA6F}" srcOrd="1" destOrd="0" presId="urn:microsoft.com/office/officeart/2005/8/layout/list1"/>
    <dgm:cxn modelId="{962D1E5A-5130-469A-92B5-9535D2E477A4}" type="presOf" srcId="{3F8DBB05-1CD5-4018-8318-5518596ADE93}" destId="{250F8D87-B361-405B-9F9D-872C2313C621}" srcOrd="1" destOrd="0" presId="urn:microsoft.com/office/officeart/2005/8/layout/list1"/>
    <dgm:cxn modelId="{3E25D87D-BBE0-4953-A38A-7D47B0CCDA6F}" type="presOf" srcId="{4E7F6909-99C9-4694-A165-1CD8EF749561}" destId="{FE834B48-18FB-437D-893B-5E26535A8F55}" srcOrd="0" destOrd="0" presId="urn:microsoft.com/office/officeart/2005/8/layout/list1"/>
    <dgm:cxn modelId="{782C2690-6466-4B8E-AF33-B72E0AB74578}" type="presOf" srcId="{967D9E9F-C081-4807-9A3E-A8A3BC973829}" destId="{2DAE7BF9-4971-4EF6-88A4-39EAE07054D5}" srcOrd="1" destOrd="0" presId="urn:microsoft.com/office/officeart/2005/8/layout/list1"/>
    <dgm:cxn modelId="{52982796-9A1C-478E-878C-7E816588F10D}" srcId="{788EACB4-364F-4501-9B75-4FC294EFCF64}" destId="{967D9E9F-C081-4807-9A3E-A8A3BC973829}" srcOrd="1" destOrd="0" parTransId="{7D7D0DF2-CDA2-4296-B2CD-DE8E0E5268AF}" sibTransId="{92716FFA-E345-407C-9947-20778D0FD21B}"/>
    <dgm:cxn modelId="{BC78E99B-5307-4A63-AE7C-1F25404448A2}" srcId="{43F28445-66EA-43A0-B554-95C5BB85B299}" destId="{7EA4CD51-804E-4E2C-A36C-C6606807E751}" srcOrd="0" destOrd="0" parTransId="{285987CF-17AB-4D74-BF79-7EA19EC84B89}" sibTransId="{E1AAFA42-395F-4603-BA94-FAF4CC96C491}"/>
    <dgm:cxn modelId="{0ED6029F-FA42-449C-BED5-7BE940CC35BB}" type="presOf" srcId="{43F28445-66EA-43A0-B554-95C5BB85B299}" destId="{F59A395F-F8FC-40BA-96F3-14DDADBBD856}" srcOrd="0" destOrd="0" presId="urn:microsoft.com/office/officeart/2005/8/layout/list1"/>
    <dgm:cxn modelId="{0AF84EBC-E9D7-4A82-A962-9C219FFCB61B}" type="presOf" srcId="{7EA4CD51-804E-4E2C-A36C-C6606807E751}" destId="{86A0BF38-A2D4-42F7-80D3-D8D53254F314}" srcOrd="0" destOrd="0" presId="urn:microsoft.com/office/officeart/2005/8/layout/list1"/>
    <dgm:cxn modelId="{306608CF-92F4-4628-A4A2-ADB00B5A014D}" type="presOf" srcId="{E78E3410-4BEE-4C13-8475-64F954E66DBD}" destId="{F2DFF27E-43E2-4566-B3C8-A83F6B9262C6}" srcOrd="1" destOrd="0" presId="urn:microsoft.com/office/officeart/2005/8/layout/list1"/>
    <dgm:cxn modelId="{C091A5EB-3F78-45EB-837C-5BAF2874122D}" srcId="{788EACB4-364F-4501-9B75-4FC294EFCF64}" destId="{E78E3410-4BEE-4C13-8475-64F954E66DBD}" srcOrd="3" destOrd="0" parTransId="{BE7C28B4-D031-4D98-9499-9E5F3E0CABCC}" sibTransId="{B6CF22B4-E0D4-4063-B634-CAD153823FA4}"/>
    <dgm:cxn modelId="{DABC1AF4-317B-4D18-B88A-87CB5D310829}" type="presOf" srcId="{788EACB4-364F-4501-9B75-4FC294EFCF64}" destId="{D18D7CAA-7DAA-4FE2-99E1-5B13FBC60457}" srcOrd="0" destOrd="0" presId="urn:microsoft.com/office/officeart/2005/8/layout/list1"/>
    <dgm:cxn modelId="{A91F1F87-9FCF-4660-AF70-7D1B78CD9743}" type="presParOf" srcId="{D18D7CAA-7DAA-4FE2-99E1-5B13FBC60457}" destId="{1F470C6C-AC7C-4F15-B26A-1DFC6086BB6A}" srcOrd="0" destOrd="0" presId="urn:microsoft.com/office/officeart/2005/8/layout/list1"/>
    <dgm:cxn modelId="{3EC6034A-795F-463B-A950-0C592F9C5BC6}" type="presParOf" srcId="{1F470C6C-AC7C-4F15-B26A-1DFC6086BB6A}" destId="{FE834B48-18FB-437D-893B-5E26535A8F55}" srcOrd="0" destOrd="0" presId="urn:microsoft.com/office/officeart/2005/8/layout/list1"/>
    <dgm:cxn modelId="{FEAE7517-C9CE-484D-89D9-B3A6723FF0A4}" type="presParOf" srcId="{1F470C6C-AC7C-4F15-B26A-1DFC6086BB6A}" destId="{956B32C2-1E94-469C-BAE5-4219196DC962}" srcOrd="1" destOrd="0" presId="urn:microsoft.com/office/officeart/2005/8/layout/list1"/>
    <dgm:cxn modelId="{49FA9AB4-78B0-438D-99B2-D6C7292062FE}" type="presParOf" srcId="{D18D7CAA-7DAA-4FE2-99E1-5B13FBC60457}" destId="{999A262C-AA5A-429D-8DDD-F2DC32173054}" srcOrd="1" destOrd="0" presId="urn:microsoft.com/office/officeart/2005/8/layout/list1"/>
    <dgm:cxn modelId="{6C4CAC90-2F19-46BC-B706-ABDFBF94B901}" type="presParOf" srcId="{D18D7CAA-7DAA-4FE2-99E1-5B13FBC60457}" destId="{0AB6AFCC-AD47-4E1C-B297-0CA3A73F76CD}" srcOrd="2" destOrd="0" presId="urn:microsoft.com/office/officeart/2005/8/layout/list1"/>
    <dgm:cxn modelId="{D06F97AB-9DBB-499E-861F-54087F49187C}" type="presParOf" srcId="{D18D7CAA-7DAA-4FE2-99E1-5B13FBC60457}" destId="{519D2904-9F95-47E5-8CDF-AD83C6F919EC}" srcOrd="3" destOrd="0" presId="urn:microsoft.com/office/officeart/2005/8/layout/list1"/>
    <dgm:cxn modelId="{C6FF0E57-CAEA-4250-8A8A-F927EAB4A666}" type="presParOf" srcId="{D18D7CAA-7DAA-4FE2-99E1-5B13FBC60457}" destId="{860A23C6-514D-4EF8-A31A-5E5D6211782C}" srcOrd="4" destOrd="0" presId="urn:microsoft.com/office/officeart/2005/8/layout/list1"/>
    <dgm:cxn modelId="{8CF47AAB-6B15-45DD-9BEF-D0FCC716A1BB}" type="presParOf" srcId="{860A23C6-514D-4EF8-A31A-5E5D6211782C}" destId="{C05696E8-C546-4CA5-8CEA-D34E93900C4D}" srcOrd="0" destOrd="0" presId="urn:microsoft.com/office/officeart/2005/8/layout/list1"/>
    <dgm:cxn modelId="{D0BCD602-19B8-4398-801C-5AA1784E319D}" type="presParOf" srcId="{860A23C6-514D-4EF8-A31A-5E5D6211782C}" destId="{2DAE7BF9-4971-4EF6-88A4-39EAE07054D5}" srcOrd="1" destOrd="0" presId="urn:microsoft.com/office/officeart/2005/8/layout/list1"/>
    <dgm:cxn modelId="{B1E21B80-15A5-4C4B-BAC1-5D0CE966BDDB}" type="presParOf" srcId="{D18D7CAA-7DAA-4FE2-99E1-5B13FBC60457}" destId="{ADD2053D-4475-4D86-8D9F-4A3BEEF52E3D}" srcOrd="5" destOrd="0" presId="urn:microsoft.com/office/officeart/2005/8/layout/list1"/>
    <dgm:cxn modelId="{E4EB8E39-3C33-4C0E-90B1-BAC16052500C}" type="presParOf" srcId="{D18D7CAA-7DAA-4FE2-99E1-5B13FBC60457}" destId="{0C26FA6C-55BA-4A70-9C89-225B2E5E0E82}" srcOrd="6" destOrd="0" presId="urn:microsoft.com/office/officeart/2005/8/layout/list1"/>
    <dgm:cxn modelId="{0D4B4798-C228-4CC5-898A-68BA3C3781D1}" type="presParOf" srcId="{D18D7CAA-7DAA-4FE2-99E1-5B13FBC60457}" destId="{CE0F3D8C-EAF1-44A4-94A5-A512851B8634}" srcOrd="7" destOrd="0" presId="urn:microsoft.com/office/officeart/2005/8/layout/list1"/>
    <dgm:cxn modelId="{DC139DBB-771A-482B-AD0F-C78D63784A21}" type="presParOf" srcId="{D18D7CAA-7DAA-4FE2-99E1-5B13FBC60457}" destId="{8B58C216-0454-47F8-9A73-5D36F38ECB50}" srcOrd="8" destOrd="0" presId="urn:microsoft.com/office/officeart/2005/8/layout/list1"/>
    <dgm:cxn modelId="{70CD4B1B-611A-4EEC-B4F8-456EB8045790}" type="presParOf" srcId="{8B58C216-0454-47F8-9A73-5D36F38ECB50}" destId="{90C631A4-D6E4-4330-94A4-69D93AAD9CB0}" srcOrd="0" destOrd="0" presId="urn:microsoft.com/office/officeart/2005/8/layout/list1"/>
    <dgm:cxn modelId="{A4316918-3544-4CDD-BBAC-7A1CB5C0CB84}" type="presParOf" srcId="{8B58C216-0454-47F8-9A73-5D36F38ECB50}" destId="{250F8D87-B361-405B-9F9D-872C2313C621}" srcOrd="1" destOrd="0" presId="urn:microsoft.com/office/officeart/2005/8/layout/list1"/>
    <dgm:cxn modelId="{E660F125-170B-4472-89EF-A8BDA53592F0}" type="presParOf" srcId="{D18D7CAA-7DAA-4FE2-99E1-5B13FBC60457}" destId="{43152583-41C1-419D-BE28-C5EA160A05C0}" srcOrd="9" destOrd="0" presId="urn:microsoft.com/office/officeart/2005/8/layout/list1"/>
    <dgm:cxn modelId="{B3E474CB-1575-44D3-923C-8C4F3D2CABF6}" type="presParOf" srcId="{D18D7CAA-7DAA-4FE2-99E1-5B13FBC60457}" destId="{658710C0-8ECE-48E0-B988-9B286303B9AF}" srcOrd="10" destOrd="0" presId="urn:microsoft.com/office/officeart/2005/8/layout/list1"/>
    <dgm:cxn modelId="{A66BAA0C-C794-4787-8AD5-7F69ABD5A295}" type="presParOf" srcId="{D18D7CAA-7DAA-4FE2-99E1-5B13FBC60457}" destId="{A880BD5B-0C41-461E-830D-B76ED89E4D22}" srcOrd="11" destOrd="0" presId="urn:microsoft.com/office/officeart/2005/8/layout/list1"/>
    <dgm:cxn modelId="{F4DF76EB-F898-4E39-903E-A19D80EE7B83}" type="presParOf" srcId="{D18D7CAA-7DAA-4FE2-99E1-5B13FBC60457}" destId="{698923B8-3BE0-402C-B7A6-5F57B38E1FF1}" srcOrd="12" destOrd="0" presId="urn:microsoft.com/office/officeart/2005/8/layout/list1"/>
    <dgm:cxn modelId="{F0D69E91-89B8-4071-9D07-13B039BFED7E}" type="presParOf" srcId="{698923B8-3BE0-402C-B7A6-5F57B38E1FF1}" destId="{80BCB2BE-09E3-4DD2-B3E0-438B2C1EB6E1}" srcOrd="0" destOrd="0" presId="urn:microsoft.com/office/officeart/2005/8/layout/list1"/>
    <dgm:cxn modelId="{06055FC1-BAF1-43E4-92DF-DC635103FC3D}" type="presParOf" srcId="{698923B8-3BE0-402C-B7A6-5F57B38E1FF1}" destId="{F2DFF27E-43E2-4566-B3C8-A83F6B9262C6}" srcOrd="1" destOrd="0" presId="urn:microsoft.com/office/officeart/2005/8/layout/list1"/>
    <dgm:cxn modelId="{2E4E800E-C843-40A8-826D-F478619D0ED9}" type="presParOf" srcId="{D18D7CAA-7DAA-4FE2-99E1-5B13FBC60457}" destId="{9784D38B-8964-4EE8-9835-96F9136FB56F}" srcOrd="13" destOrd="0" presId="urn:microsoft.com/office/officeart/2005/8/layout/list1"/>
    <dgm:cxn modelId="{DC23CBA1-DEEC-44D1-AE06-46F9A3CAA1D2}" type="presParOf" srcId="{D18D7CAA-7DAA-4FE2-99E1-5B13FBC60457}" destId="{C8151898-81C0-4C77-A8A5-E83951E4423D}" srcOrd="14" destOrd="0" presId="urn:microsoft.com/office/officeart/2005/8/layout/list1"/>
    <dgm:cxn modelId="{9ADD8BB6-672C-4CF7-8A8D-2379C9F1508F}" type="presParOf" srcId="{D18D7CAA-7DAA-4FE2-99E1-5B13FBC60457}" destId="{E30EDADD-4FBE-4D9C-AF42-00D8D3C985F5}" srcOrd="15" destOrd="0" presId="urn:microsoft.com/office/officeart/2005/8/layout/list1"/>
    <dgm:cxn modelId="{65352F5D-FC1F-431E-9055-0A54870ED392}" type="presParOf" srcId="{D18D7CAA-7DAA-4FE2-99E1-5B13FBC60457}" destId="{DD206A12-36AF-43BE-836C-920F2FEABE70}" srcOrd="16" destOrd="0" presId="urn:microsoft.com/office/officeart/2005/8/layout/list1"/>
    <dgm:cxn modelId="{DBF7C599-A605-44E0-927C-43083162C25C}" type="presParOf" srcId="{DD206A12-36AF-43BE-836C-920F2FEABE70}" destId="{F59A395F-F8FC-40BA-96F3-14DDADBBD856}" srcOrd="0" destOrd="0" presId="urn:microsoft.com/office/officeart/2005/8/layout/list1"/>
    <dgm:cxn modelId="{049420AC-701F-4810-8FB7-D556D917E26C}" type="presParOf" srcId="{DD206A12-36AF-43BE-836C-920F2FEABE70}" destId="{6C099E7E-64D2-4114-9457-848C74B2CA6F}" srcOrd="1" destOrd="0" presId="urn:microsoft.com/office/officeart/2005/8/layout/list1"/>
    <dgm:cxn modelId="{92D02441-08F1-4B6F-865B-5BFBF34A46EA}" type="presParOf" srcId="{D18D7CAA-7DAA-4FE2-99E1-5B13FBC60457}" destId="{FA5BEACD-1071-4991-BCF7-50015D33934E}" srcOrd="17" destOrd="0" presId="urn:microsoft.com/office/officeart/2005/8/layout/list1"/>
    <dgm:cxn modelId="{E428DCA4-20F3-4647-BCAD-7B4E7098FA66}" type="presParOf" srcId="{D18D7CAA-7DAA-4FE2-99E1-5B13FBC60457}" destId="{86A0BF38-A2D4-42F7-80D3-D8D53254F31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ABB65F-82EF-4EB6-A114-BDA207960A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8DFA3F-1443-4CE8-860F-A8B2DD3370A8}">
      <dgm:prSet/>
      <dgm:spPr/>
      <dgm:t>
        <a:bodyPr/>
        <a:lstStyle/>
        <a:p>
          <a:r>
            <a:rPr lang="en-US"/>
            <a:t>Working Memory = inside model</a:t>
          </a:r>
        </a:p>
      </dgm:t>
    </dgm:pt>
    <dgm:pt modelId="{8616F4D3-73EA-405B-887E-C51DE2A23C86}" type="parTrans" cxnId="{A0A7AD98-0D32-4807-B834-91A570203BF9}">
      <dgm:prSet/>
      <dgm:spPr/>
      <dgm:t>
        <a:bodyPr/>
        <a:lstStyle/>
        <a:p>
          <a:endParaRPr lang="en-US"/>
        </a:p>
      </dgm:t>
    </dgm:pt>
    <dgm:pt modelId="{233A869A-658F-41F1-A094-BB7F08183BB6}" type="sibTrans" cxnId="{A0A7AD98-0D32-4807-B834-91A570203BF9}">
      <dgm:prSet/>
      <dgm:spPr/>
      <dgm:t>
        <a:bodyPr/>
        <a:lstStyle/>
        <a:p>
          <a:endParaRPr lang="en-US"/>
        </a:p>
      </dgm:t>
    </dgm:pt>
    <dgm:pt modelId="{B403C3A7-1B83-47DD-A196-8A7D1F7AB6C6}">
      <dgm:prSet/>
      <dgm:spPr/>
      <dgm:t>
        <a:bodyPr/>
        <a:lstStyle/>
        <a:p>
          <a:r>
            <a:rPr lang="en-US"/>
            <a:t>Session Memory = outside model but temporary</a:t>
          </a:r>
        </a:p>
      </dgm:t>
    </dgm:pt>
    <dgm:pt modelId="{E40FBCE2-C8EC-41C0-81B4-F65C5821F2D3}" type="parTrans" cxnId="{1FEB5D2C-D984-44D6-86AF-44E34B6D1555}">
      <dgm:prSet/>
      <dgm:spPr/>
      <dgm:t>
        <a:bodyPr/>
        <a:lstStyle/>
        <a:p>
          <a:endParaRPr lang="en-US"/>
        </a:p>
      </dgm:t>
    </dgm:pt>
    <dgm:pt modelId="{F9F0E7A8-4DBB-4B45-A4EE-ABFB70D24E20}" type="sibTrans" cxnId="{1FEB5D2C-D984-44D6-86AF-44E34B6D1555}">
      <dgm:prSet/>
      <dgm:spPr/>
      <dgm:t>
        <a:bodyPr/>
        <a:lstStyle/>
        <a:p>
          <a:endParaRPr lang="en-US"/>
        </a:p>
      </dgm:t>
    </dgm:pt>
    <dgm:pt modelId="{3A25C414-3C35-48C3-AA62-E91F8E028EB5}">
      <dgm:prSet/>
      <dgm:spPr/>
      <dgm:t>
        <a:bodyPr/>
        <a:lstStyle/>
        <a:p>
          <a:r>
            <a:rPr lang="en-US"/>
            <a:t>Both disappear when session ends</a:t>
          </a:r>
        </a:p>
      </dgm:t>
    </dgm:pt>
    <dgm:pt modelId="{6F41B2ED-7794-4937-BB81-42A8F18C67C4}" type="parTrans" cxnId="{8481B5D2-0C0D-44C0-99E6-E746B6814656}">
      <dgm:prSet/>
      <dgm:spPr/>
      <dgm:t>
        <a:bodyPr/>
        <a:lstStyle/>
        <a:p>
          <a:endParaRPr lang="en-US"/>
        </a:p>
      </dgm:t>
    </dgm:pt>
    <dgm:pt modelId="{4811F8F8-1B79-4B0C-9013-2F32E2215826}" type="sibTrans" cxnId="{8481B5D2-0C0D-44C0-99E6-E746B6814656}">
      <dgm:prSet/>
      <dgm:spPr/>
      <dgm:t>
        <a:bodyPr/>
        <a:lstStyle/>
        <a:p>
          <a:endParaRPr lang="en-US"/>
        </a:p>
      </dgm:t>
    </dgm:pt>
    <dgm:pt modelId="{4271FBC8-93CF-4E9E-BEEB-B14B80D6CAB3}">
      <dgm:prSet/>
      <dgm:spPr/>
      <dgm:t>
        <a:bodyPr/>
        <a:lstStyle/>
        <a:p>
          <a:r>
            <a:rPr lang="en-US"/>
            <a:t>This is not long-term memory.</a:t>
          </a:r>
        </a:p>
      </dgm:t>
    </dgm:pt>
    <dgm:pt modelId="{93F41D62-8F9B-4B9F-AD66-20FBD9F993B4}" type="parTrans" cxnId="{677FCDB5-52DE-474B-9ED6-F2B957FC70C8}">
      <dgm:prSet/>
      <dgm:spPr/>
      <dgm:t>
        <a:bodyPr/>
        <a:lstStyle/>
        <a:p>
          <a:endParaRPr lang="en-US"/>
        </a:p>
      </dgm:t>
    </dgm:pt>
    <dgm:pt modelId="{AD9F098D-BBF6-4980-B15D-376B10394D73}" type="sibTrans" cxnId="{677FCDB5-52DE-474B-9ED6-F2B957FC70C8}">
      <dgm:prSet/>
      <dgm:spPr/>
      <dgm:t>
        <a:bodyPr/>
        <a:lstStyle/>
        <a:p>
          <a:endParaRPr lang="en-US"/>
        </a:p>
      </dgm:t>
    </dgm:pt>
    <dgm:pt modelId="{10EFBB7F-87D4-4732-880E-4C07A33DB465}" type="pres">
      <dgm:prSet presAssocID="{DEABB65F-82EF-4EB6-A114-BDA207960A2D}" presName="linear" presStyleCnt="0">
        <dgm:presLayoutVars>
          <dgm:animLvl val="lvl"/>
          <dgm:resizeHandles val="exact"/>
        </dgm:presLayoutVars>
      </dgm:prSet>
      <dgm:spPr/>
    </dgm:pt>
    <dgm:pt modelId="{7FC97802-EA5F-4885-A0C0-7B4B4DDAE033}" type="pres">
      <dgm:prSet presAssocID="{F38DFA3F-1443-4CE8-860F-A8B2DD3370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4A0CB9-EEE7-47AE-9C36-D0E9DFB3D58F}" type="pres">
      <dgm:prSet presAssocID="{233A869A-658F-41F1-A094-BB7F08183BB6}" presName="spacer" presStyleCnt="0"/>
      <dgm:spPr/>
    </dgm:pt>
    <dgm:pt modelId="{BDA19421-95AD-47B5-B2CC-A04AF8706490}" type="pres">
      <dgm:prSet presAssocID="{B403C3A7-1B83-47DD-A196-8A7D1F7AB6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44CAAC-C6A2-4636-BF43-34E1370DFE46}" type="pres">
      <dgm:prSet presAssocID="{F9F0E7A8-4DBB-4B45-A4EE-ABFB70D24E20}" presName="spacer" presStyleCnt="0"/>
      <dgm:spPr/>
    </dgm:pt>
    <dgm:pt modelId="{B64BF391-89E3-4FC7-818D-EE86B6DB37B3}" type="pres">
      <dgm:prSet presAssocID="{3A25C414-3C35-48C3-AA62-E91F8E028E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8976AB-ECED-4EB2-BC2A-23CD965C6608}" type="pres">
      <dgm:prSet presAssocID="{4811F8F8-1B79-4B0C-9013-2F32E2215826}" presName="spacer" presStyleCnt="0"/>
      <dgm:spPr/>
    </dgm:pt>
    <dgm:pt modelId="{57E9E22F-7F36-46A5-9464-A7AF87496466}" type="pres">
      <dgm:prSet presAssocID="{4271FBC8-93CF-4E9E-BEEB-B14B80D6CAB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4A95028-E9EC-4D73-B7E4-47593D9F2F95}" type="presOf" srcId="{3A25C414-3C35-48C3-AA62-E91F8E028EB5}" destId="{B64BF391-89E3-4FC7-818D-EE86B6DB37B3}" srcOrd="0" destOrd="0" presId="urn:microsoft.com/office/officeart/2005/8/layout/vList2"/>
    <dgm:cxn modelId="{1FEB5D2C-D984-44D6-86AF-44E34B6D1555}" srcId="{DEABB65F-82EF-4EB6-A114-BDA207960A2D}" destId="{B403C3A7-1B83-47DD-A196-8A7D1F7AB6C6}" srcOrd="1" destOrd="0" parTransId="{E40FBCE2-C8EC-41C0-81B4-F65C5821F2D3}" sibTransId="{F9F0E7A8-4DBB-4B45-A4EE-ABFB70D24E20}"/>
    <dgm:cxn modelId="{95D7BD50-4DCC-41A1-B8C4-5E297AF36549}" type="presOf" srcId="{B403C3A7-1B83-47DD-A196-8A7D1F7AB6C6}" destId="{BDA19421-95AD-47B5-B2CC-A04AF8706490}" srcOrd="0" destOrd="0" presId="urn:microsoft.com/office/officeart/2005/8/layout/vList2"/>
    <dgm:cxn modelId="{15B25086-28B7-45BC-B1D5-37E87959DD8F}" type="presOf" srcId="{DEABB65F-82EF-4EB6-A114-BDA207960A2D}" destId="{10EFBB7F-87D4-4732-880E-4C07A33DB465}" srcOrd="0" destOrd="0" presId="urn:microsoft.com/office/officeart/2005/8/layout/vList2"/>
    <dgm:cxn modelId="{3804A78E-4609-43F4-8CB6-93F5B3993097}" type="presOf" srcId="{4271FBC8-93CF-4E9E-BEEB-B14B80D6CAB3}" destId="{57E9E22F-7F36-46A5-9464-A7AF87496466}" srcOrd="0" destOrd="0" presId="urn:microsoft.com/office/officeart/2005/8/layout/vList2"/>
    <dgm:cxn modelId="{A0A7AD98-0D32-4807-B834-91A570203BF9}" srcId="{DEABB65F-82EF-4EB6-A114-BDA207960A2D}" destId="{F38DFA3F-1443-4CE8-860F-A8B2DD3370A8}" srcOrd="0" destOrd="0" parTransId="{8616F4D3-73EA-405B-887E-C51DE2A23C86}" sibTransId="{233A869A-658F-41F1-A094-BB7F08183BB6}"/>
    <dgm:cxn modelId="{677FCDB5-52DE-474B-9ED6-F2B957FC70C8}" srcId="{DEABB65F-82EF-4EB6-A114-BDA207960A2D}" destId="{4271FBC8-93CF-4E9E-BEEB-B14B80D6CAB3}" srcOrd="3" destOrd="0" parTransId="{93F41D62-8F9B-4B9F-AD66-20FBD9F993B4}" sibTransId="{AD9F098D-BBF6-4980-B15D-376B10394D73}"/>
    <dgm:cxn modelId="{8481B5D2-0C0D-44C0-99E6-E746B6814656}" srcId="{DEABB65F-82EF-4EB6-A114-BDA207960A2D}" destId="{3A25C414-3C35-48C3-AA62-E91F8E028EB5}" srcOrd="2" destOrd="0" parTransId="{6F41B2ED-7794-4937-BB81-42A8F18C67C4}" sibTransId="{4811F8F8-1B79-4B0C-9013-2F32E2215826}"/>
    <dgm:cxn modelId="{982064E5-EE97-4927-B812-190BA5FD3F67}" type="presOf" srcId="{F38DFA3F-1443-4CE8-860F-A8B2DD3370A8}" destId="{7FC97802-EA5F-4885-A0C0-7B4B4DDAE033}" srcOrd="0" destOrd="0" presId="urn:microsoft.com/office/officeart/2005/8/layout/vList2"/>
    <dgm:cxn modelId="{C5CAB21F-4384-454B-8D26-D2E0DD50378B}" type="presParOf" srcId="{10EFBB7F-87D4-4732-880E-4C07A33DB465}" destId="{7FC97802-EA5F-4885-A0C0-7B4B4DDAE033}" srcOrd="0" destOrd="0" presId="urn:microsoft.com/office/officeart/2005/8/layout/vList2"/>
    <dgm:cxn modelId="{5F65EBE0-8EEA-41DF-A46A-6DB3866E289E}" type="presParOf" srcId="{10EFBB7F-87D4-4732-880E-4C07A33DB465}" destId="{734A0CB9-EEE7-47AE-9C36-D0E9DFB3D58F}" srcOrd="1" destOrd="0" presId="urn:microsoft.com/office/officeart/2005/8/layout/vList2"/>
    <dgm:cxn modelId="{0053FC8A-17E0-49F9-B146-26A38B248C92}" type="presParOf" srcId="{10EFBB7F-87D4-4732-880E-4C07A33DB465}" destId="{BDA19421-95AD-47B5-B2CC-A04AF8706490}" srcOrd="2" destOrd="0" presId="urn:microsoft.com/office/officeart/2005/8/layout/vList2"/>
    <dgm:cxn modelId="{71337A15-89B6-4F81-9308-B9B32A9FD299}" type="presParOf" srcId="{10EFBB7F-87D4-4732-880E-4C07A33DB465}" destId="{B944CAAC-C6A2-4636-BF43-34E1370DFE46}" srcOrd="3" destOrd="0" presId="urn:microsoft.com/office/officeart/2005/8/layout/vList2"/>
    <dgm:cxn modelId="{D822D4A6-274B-4A1E-9385-4DDA0221EE3F}" type="presParOf" srcId="{10EFBB7F-87D4-4732-880E-4C07A33DB465}" destId="{B64BF391-89E3-4FC7-818D-EE86B6DB37B3}" srcOrd="4" destOrd="0" presId="urn:microsoft.com/office/officeart/2005/8/layout/vList2"/>
    <dgm:cxn modelId="{927AF933-AA89-4EA0-960D-9BC144453023}" type="presParOf" srcId="{10EFBB7F-87D4-4732-880E-4C07A33DB465}" destId="{7C8976AB-ECED-4EB2-BC2A-23CD965C6608}" srcOrd="5" destOrd="0" presId="urn:microsoft.com/office/officeart/2005/8/layout/vList2"/>
    <dgm:cxn modelId="{A42AF2BF-8BB4-4070-A377-0928080F5F5D}" type="presParOf" srcId="{10EFBB7F-87D4-4732-880E-4C07A33DB465}" destId="{57E9E22F-7F36-46A5-9464-A7AF874964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E151C0C-B5B1-4AA0-8D44-D2E5A408B6E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B485DB-EA01-4667-9856-23FF039D444C}">
      <dgm:prSet/>
      <dgm:spPr/>
      <dgm:t>
        <a:bodyPr/>
        <a:lstStyle/>
        <a:p>
          <a:r>
            <a:rPr lang="en-US"/>
            <a:t>If you build:</a:t>
          </a:r>
        </a:p>
      </dgm:t>
    </dgm:pt>
    <dgm:pt modelId="{8040584F-CFE8-46BC-BDB9-F17C0876FF7F}" type="parTrans" cxnId="{C5A62327-A60C-4271-87A5-F9BE4021C9B0}">
      <dgm:prSet/>
      <dgm:spPr/>
      <dgm:t>
        <a:bodyPr/>
        <a:lstStyle/>
        <a:p>
          <a:endParaRPr lang="en-US"/>
        </a:p>
      </dgm:t>
    </dgm:pt>
    <dgm:pt modelId="{39410174-E4C1-4F51-8706-3DCFB2D95635}" type="sibTrans" cxnId="{C5A62327-A60C-4271-87A5-F9BE4021C9B0}">
      <dgm:prSet/>
      <dgm:spPr/>
      <dgm:t>
        <a:bodyPr/>
        <a:lstStyle/>
        <a:p>
          <a:endParaRPr lang="en-US"/>
        </a:p>
      </dgm:t>
    </dgm:pt>
    <dgm:pt modelId="{BAFA0255-A348-42D4-9D9B-602369FCD443}">
      <dgm:prSet/>
      <dgm:spPr/>
      <dgm:t>
        <a:bodyPr/>
        <a:lstStyle/>
        <a:p>
          <a:r>
            <a:rPr lang="en-US"/>
            <a:t>Planner → Retriever → Critic → Refine</a:t>
          </a:r>
        </a:p>
      </dgm:t>
    </dgm:pt>
    <dgm:pt modelId="{1E31C843-445B-49E9-A4D9-D64913A6C7FA}" type="parTrans" cxnId="{8735A809-6589-41A5-A6F6-959E6339E042}">
      <dgm:prSet/>
      <dgm:spPr/>
      <dgm:t>
        <a:bodyPr/>
        <a:lstStyle/>
        <a:p>
          <a:endParaRPr lang="en-US"/>
        </a:p>
      </dgm:t>
    </dgm:pt>
    <dgm:pt modelId="{8F34C14E-8FCF-4D32-9E67-36F4C9962B08}" type="sibTrans" cxnId="{8735A809-6589-41A5-A6F6-959E6339E042}">
      <dgm:prSet/>
      <dgm:spPr/>
      <dgm:t>
        <a:bodyPr/>
        <a:lstStyle/>
        <a:p>
          <a:endParaRPr lang="en-US"/>
        </a:p>
      </dgm:t>
    </dgm:pt>
    <dgm:pt modelId="{7EAFE454-D94E-41E5-842F-31B5BE93DE6D}">
      <dgm:prSet/>
      <dgm:spPr/>
      <dgm:t>
        <a:bodyPr/>
        <a:lstStyle/>
        <a:p>
          <a:r>
            <a:rPr lang="en-US"/>
            <a:t>Ask yourself:</a:t>
          </a:r>
        </a:p>
      </dgm:t>
    </dgm:pt>
    <dgm:pt modelId="{DD29E7D6-BFB3-47A3-BEC5-B683BDFB2D26}" type="parTrans" cxnId="{0A39E337-798E-4916-8DA1-4A62F23ABC81}">
      <dgm:prSet/>
      <dgm:spPr/>
      <dgm:t>
        <a:bodyPr/>
        <a:lstStyle/>
        <a:p>
          <a:endParaRPr lang="en-US"/>
        </a:p>
      </dgm:t>
    </dgm:pt>
    <dgm:pt modelId="{83FB6085-F872-4DE3-B8A4-8BC34B1037CB}" type="sibTrans" cxnId="{0A39E337-798E-4916-8DA1-4A62F23ABC81}">
      <dgm:prSet/>
      <dgm:spPr/>
      <dgm:t>
        <a:bodyPr/>
        <a:lstStyle/>
        <a:p>
          <a:endParaRPr lang="en-US"/>
        </a:p>
      </dgm:t>
    </dgm:pt>
    <dgm:pt modelId="{A77FB191-5851-4E7E-B6B2-A3F7C3A832BB}">
      <dgm:prSet/>
      <dgm:spPr/>
      <dgm:t>
        <a:bodyPr/>
        <a:lstStyle/>
        <a:p>
          <a:r>
            <a:rPr lang="en-US"/>
            <a:t>Where do failed refinements go?</a:t>
          </a:r>
        </a:p>
      </dgm:t>
    </dgm:pt>
    <dgm:pt modelId="{A97ED472-FB1F-4F89-8973-A2E996763C7A}" type="parTrans" cxnId="{0D9CFA4E-3045-4ABD-B7CE-9DB58BCEBB5B}">
      <dgm:prSet/>
      <dgm:spPr/>
      <dgm:t>
        <a:bodyPr/>
        <a:lstStyle/>
        <a:p>
          <a:endParaRPr lang="en-US"/>
        </a:p>
      </dgm:t>
    </dgm:pt>
    <dgm:pt modelId="{7D576225-FFB7-4A62-A340-1060C562319F}" type="sibTrans" cxnId="{0D9CFA4E-3045-4ABD-B7CE-9DB58BCEBB5B}">
      <dgm:prSet/>
      <dgm:spPr/>
      <dgm:t>
        <a:bodyPr/>
        <a:lstStyle/>
        <a:p>
          <a:endParaRPr lang="en-US"/>
        </a:p>
      </dgm:t>
    </dgm:pt>
    <dgm:pt modelId="{F98CB03C-4E10-4DEF-BB6A-A9B645903D27}">
      <dgm:prSet/>
      <dgm:spPr/>
      <dgm:t>
        <a:bodyPr/>
        <a:lstStyle/>
        <a:p>
          <a:r>
            <a:rPr lang="en-US"/>
            <a:t>Where do successful strategies go?</a:t>
          </a:r>
        </a:p>
      </dgm:t>
    </dgm:pt>
    <dgm:pt modelId="{8FC70767-8AE1-405D-AF9C-4AFD71E2EF70}" type="parTrans" cxnId="{B4ED9890-71CB-4A1B-8BE9-140A4FA8E607}">
      <dgm:prSet/>
      <dgm:spPr/>
      <dgm:t>
        <a:bodyPr/>
        <a:lstStyle/>
        <a:p>
          <a:endParaRPr lang="en-US"/>
        </a:p>
      </dgm:t>
    </dgm:pt>
    <dgm:pt modelId="{D5B6FC82-579C-455D-856E-23C31B0C2B68}" type="sibTrans" cxnId="{B4ED9890-71CB-4A1B-8BE9-140A4FA8E607}">
      <dgm:prSet/>
      <dgm:spPr/>
      <dgm:t>
        <a:bodyPr/>
        <a:lstStyle/>
        <a:p>
          <a:endParaRPr lang="en-US"/>
        </a:p>
      </dgm:t>
    </dgm:pt>
    <dgm:pt modelId="{249F0AF7-ABE7-4A6B-8512-31CA7051EC6E}">
      <dgm:prSet/>
      <dgm:spPr/>
      <dgm:t>
        <a:bodyPr/>
        <a:lstStyle/>
        <a:p>
          <a:r>
            <a:rPr lang="en-US"/>
            <a:t>Where do task logs live?</a:t>
          </a:r>
        </a:p>
      </dgm:t>
    </dgm:pt>
    <dgm:pt modelId="{5EA47E70-7E25-4B74-AA67-F27C6F1CA536}" type="parTrans" cxnId="{F8E7AF10-017D-4D70-B1F0-31D021522B4F}">
      <dgm:prSet/>
      <dgm:spPr/>
      <dgm:t>
        <a:bodyPr/>
        <a:lstStyle/>
        <a:p>
          <a:endParaRPr lang="en-US"/>
        </a:p>
      </dgm:t>
    </dgm:pt>
    <dgm:pt modelId="{98A1C36A-1B09-44E2-B29B-0AC2CA6E7090}" type="sibTrans" cxnId="{F8E7AF10-017D-4D70-B1F0-31D021522B4F}">
      <dgm:prSet/>
      <dgm:spPr/>
      <dgm:t>
        <a:bodyPr/>
        <a:lstStyle/>
        <a:p>
          <a:endParaRPr lang="en-US"/>
        </a:p>
      </dgm:t>
    </dgm:pt>
    <dgm:pt modelId="{739094AC-C9F5-4CA8-A8C7-3F9D7A4262A9}">
      <dgm:prSet/>
      <dgm:spPr/>
      <dgm:t>
        <a:bodyPr/>
        <a:lstStyle/>
        <a:p>
          <a:r>
            <a:rPr lang="en-US"/>
            <a:t>Working memory cannot handle this.</a:t>
          </a:r>
        </a:p>
      </dgm:t>
    </dgm:pt>
    <dgm:pt modelId="{5D7A0E52-6586-4F91-834E-A71E4959931C}" type="parTrans" cxnId="{6A33C454-539E-4307-8184-C51D7E807E11}">
      <dgm:prSet/>
      <dgm:spPr/>
      <dgm:t>
        <a:bodyPr/>
        <a:lstStyle/>
        <a:p>
          <a:endParaRPr lang="en-US"/>
        </a:p>
      </dgm:t>
    </dgm:pt>
    <dgm:pt modelId="{62A6A40F-CD22-4CB7-BFE1-29513511AC00}" type="sibTrans" cxnId="{6A33C454-539E-4307-8184-C51D7E807E11}">
      <dgm:prSet/>
      <dgm:spPr/>
      <dgm:t>
        <a:bodyPr/>
        <a:lstStyle/>
        <a:p>
          <a:endParaRPr lang="en-US"/>
        </a:p>
      </dgm:t>
    </dgm:pt>
    <dgm:pt modelId="{3D8F08D4-C185-4958-802C-F304F950262D}" type="pres">
      <dgm:prSet presAssocID="{2E151C0C-B5B1-4AA0-8D44-D2E5A408B6E4}" presName="linear" presStyleCnt="0">
        <dgm:presLayoutVars>
          <dgm:animLvl val="lvl"/>
          <dgm:resizeHandles val="exact"/>
        </dgm:presLayoutVars>
      </dgm:prSet>
      <dgm:spPr/>
    </dgm:pt>
    <dgm:pt modelId="{0259D990-72E2-47E0-B944-FC856C180847}" type="pres">
      <dgm:prSet presAssocID="{B1B485DB-EA01-4667-9856-23FF039D44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A82B14-1552-4CF9-AF6C-2475FFC26316}" type="pres">
      <dgm:prSet presAssocID="{B1B485DB-EA01-4667-9856-23FF039D444C}" presName="childText" presStyleLbl="revTx" presStyleIdx="0" presStyleCnt="2">
        <dgm:presLayoutVars>
          <dgm:bulletEnabled val="1"/>
        </dgm:presLayoutVars>
      </dgm:prSet>
      <dgm:spPr/>
    </dgm:pt>
    <dgm:pt modelId="{13963904-0A15-4F82-A21A-9678969E2910}" type="pres">
      <dgm:prSet presAssocID="{7EAFE454-D94E-41E5-842F-31B5BE93DE6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CAD19CF-3212-45C0-9230-88A12AC30C1F}" type="pres">
      <dgm:prSet presAssocID="{7EAFE454-D94E-41E5-842F-31B5BE93DE6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35A809-6589-41A5-A6F6-959E6339E042}" srcId="{B1B485DB-EA01-4667-9856-23FF039D444C}" destId="{BAFA0255-A348-42D4-9D9B-602369FCD443}" srcOrd="0" destOrd="0" parTransId="{1E31C843-445B-49E9-A4D9-D64913A6C7FA}" sibTransId="{8F34C14E-8FCF-4D32-9E67-36F4C9962B08}"/>
    <dgm:cxn modelId="{F8E7AF10-017D-4D70-B1F0-31D021522B4F}" srcId="{7EAFE454-D94E-41E5-842F-31B5BE93DE6D}" destId="{249F0AF7-ABE7-4A6B-8512-31CA7051EC6E}" srcOrd="2" destOrd="0" parTransId="{5EA47E70-7E25-4B74-AA67-F27C6F1CA536}" sibTransId="{98A1C36A-1B09-44E2-B29B-0AC2CA6E7090}"/>
    <dgm:cxn modelId="{10F75218-DACC-46EA-B3CC-7DC645ECD6A1}" type="presOf" srcId="{2E151C0C-B5B1-4AA0-8D44-D2E5A408B6E4}" destId="{3D8F08D4-C185-4958-802C-F304F950262D}" srcOrd="0" destOrd="0" presId="urn:microsoft.com/office/officeart/2005/8/layout/vList2"/>
    <dgm:cxn modelId="{C5A62327-A60C-4271-87A5-F9BE4021C9B0}" srcId="{2E151C0C-B5B1-4AA0-8D44-D2E5A408B6E4}" destId="{B1B485DB-EA01-4667-9856-23FF039D444C}" srcOrd="0" destOrd="0" parTransId="{8040584F-CFE8-46BC-BDB9-F17C0876FF7F}" sibTransId="{39410174-E4C1-4F51-8706-3DCFB2D95635}"/>
    <dgm:cxn modelId="{0A39E337-798E-4916-8DA1-4A62F23ABC81}" srcId="{2E151C0C-B5B1-4AA0-8D44-D2E5A408B6E4}" destId="{7EAFE454-D94E-41E5-842F-31B5BE93DE6D}" srcOrd="1" destOrd="0" parTransId="{DD29E7D6-BFB3-47A3-BEC5-B683BDFB2D26}" sibTransId="{83FB6085-F872-4DE3-B8A4-8BC34B1037CB}"/>
    <dgm:cxn modelId="{133D076B-D800-4DDB-A69D-F71F8D7E28D2}" type="presOf" srcId="{7EAFE454-D94E-41E5-842F-31B5BE93DE6D}" destId="{13963904-0A15-4F82-A21A-9678969E2910}" srcOrd="0" destOrd="0" presId="urn:microsoft.com/office/officeart/2005/8/layout/vList2"/>
    <dgm:cxn modelId="{0D9CFA4E-3045-4ABD-B7CE-9DB58BCEBB5B}" srcId="{7EAFE454-D94E-41E5-842F-31B5BE93DE6D}" destId="{A77FB191-5851-4E7E-B6B2-A3F7C3A832BB}" srcOrd="0" destOrd="0" parTransId="{A97ED472-FB1F-4F89-8973-A2E996763C7A}" sibTransId="{7D576225-FFB7-4A62-A340-1060C562319F}"/>
    <dgm:cxn modelId="{A4275C54-1845-428C-B620-BBF4FCAEE0E2}" type="presOf" srcId="{F98CB03C-4E10-4DEF-BB6A-A9B645903D27}" destId="{4CAD19CF-3212-45C0-9230-88A12AC30C1F}" srcOrd="0" destOrd="1" presId="urn:microsoft.com/office/officeart/2005/8/layout/vList2"/>
    <dgm:cxn modelId="{6A33C454-539E-4307-8184-C51D7E807E11}" srcId="{7EAFE454-D94E-41E5-842F-31B5BE93DE6D}" destId="{739094AC-C9F5-4CA8-A8C7-3F9D7A4262A9}" srcOrd="3" destOrd="0" parTransId="{5D7A0E52-6586-4F91-834E-A71E4959931C}" sibTransId="{62A6A40F-CD22-4CB7-BFE1-29513511AC00}"/>
    <dgm:cxn modelId="{74A65977-3E72-4D7D-8E16-1F1BB74E1993}" type="presOf" srcId="{A77FB191-5851-4E7E-B6B2-A3F7C3A832BB}" destId="{4CAD19CF-3212-45C0-9230-88A12AC30C1F}" srcOrd="0" destOrd="0" presId="urn:microsoft.com/office/officeart/2005/8/layout/vList2"/>
    <dgm:cxn modelId="{B4ED9890-71CB-4A1B-8BE9-140A4FA8E607}" srcId="{7EAFE454-D94E-41E5-842F-31B5BE93DE6D}" destId="{F98CB03C-4E10-4DEF-BB6A-A9B645903D27}" srcOrd="1" destOrd="0" parTransId="{8FC70767-8AE1-405D-AF9C-4AFD71E2EF70}" sibTransId="{D5B6FC82-579C-455D-856E-23C31B0C2B68}"/>
    <dgm:cxn modelId="{CC56D291-0DE4-4DAC-AF82-1F9C9163F2BF}" type="presOf" srcId="{739094AC-C9F5-4CA8-A8C7-3F9D7A4262A9}" destId="{4CAD19CF-3212-45C0-9230-88A12AC30C1F}" srcOrd="0" destOrd="3" presId="urn:microsoft.com/office/officeart/2005/8/layout/vList2"/>
    <dgm:cxn modelId="{FFFCD0B8-561E-4BEB-84FA-BAE39B2849C2}" type="presOf" srcId="{BAFA0255-A348-42D4-9D9B-602369FCD443}" destId="{DDA82B14-1552-4CF9-AF6C-2475FFC26316}" srcOrd="0" destOrd="0" presId="urn:microsoft.com/office/officeart/2005/8/layout/vList2"/>
    <dgm:cxn modelId="{5FB5A5CB-0330-4393-BC95-D7398C677B74}" type="presOf" srcId="{249F0AF7-ABE7-4A6B-8512-31CA7051EC6E}" destId="{4CAD19CF-3212-45C0-9230-88A12AC30C1F}" srcOrd="0" destOrd="2" presId="urn:microsoft.com/office/officeart/2005/8/layout/vList2"/>
    <dgm:cxn modelId="{EBC567DC-FB38-47B8-B4CB-6BC1A0E41565}" type="presOf" srcId="{B1B485DB-EA01-4667-9856-23FF039D444C}" destId="{0259D990-72E2-47E0-B944-FC856C180847}" srcOrd="0" destOrd="0" presId="urn:microsoft.com/office/officeart/2005/8/layout/vList2"/>
    <dgm:cxn modelId="{BEA3BC1F-D612-47CE-AB6C-0DEDB65206DA}" type="presParOf" srcId="{3D8F08D4-C185-4958-802C-F304F950262D}" destId="{0259D990-72E2-47E0-B944-FC856C180847}" srcOrd="0" destOrd="0" presId="urn:microsoft.com/office/officeart/2005/8/layout/vList2"/>
    <dgm:cxn modelId="{BD266595-17F7-4DA6-B9D6-886ADB8FC5D6}" type="presParOf" srcId="{3D8F08D4-C185-4958-802C-F304F950262D}" destId="{DDA82B14-1552-4CF9-AF6C-2475FFC26316}" srcOrd="1" destOrd="0" presId="urn:microsoft.com/office/officeart/2005/8/layout/vList2"/>
    <dgm:cxn modelId="{A505ECD6-3299-48D6-BF12-8A0688F2E431}" type="presParOf" srcId="{3D8F08D4-C185-4958-802C-F304F950262D}" destId="{13963904-0A15-4F82-A21A-9678969E2910}" srcOrd="2" destOrd="0" presId="urn:microsoft.com/office/officeart/2005/8/layout/vList2"/>
    <dgm:cxn modelId="{577C3CF7-D73C-49AE-8797-DCE800A65268}" type="presParOf" srcId="{3D8F08D4-C185-4958-802C-F304F950262D}" destId="{4CAD19CF-3212-45C0-9230-88A12AC30C1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E0F6160-58BE-4D12-A7F9-2CC94844682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7D7006-3D30-418F-8320-3D7FCE2C500A}">
      <dgm:prSet/>
      <dgm:spPr/>
      <dgm:t>
        <a:bodyPr/>
        <a:lstStyle/>
        <a:p>
          <a:r>
            <a:rPr lang="en-US"/>
            <a:t>If working memory and buffers are limited…</a:t>
          </a:r>
        </a:p>
      </dgm:t>
    </dgm:pt>
    <dgm:pt modelId="{A922C221-AF26-4FC2-807B-67C8F7B9A108}" type="parTrans" cxnId="{D3CA6947-2CC4-4F52-A0C7-43FA612E95C0}">
      <dgm:prSet/>
      <dgm:spPr/>
      <dgm:t>
        <a:bodyPr/>
        <a:lstStyle/>
        <a:p>
          <a:endParaRPr lang="en-US"/>
        </a:p>
      </dgm:t>
    </dgm:pt>
    <dgm:pt modelId="{A4508748-4AFE-4737-A942-AC1BBC7B63BF}" type="sibTrans" cxnId="{D3CA6947-2CC4-4F52-A0C7-43FA612E95C0}">
      <dgm:prSet/>
      <dgm:spPr/>
      <dgm:t>
        <a:bodyPr/>
        <a:lstStyle/>
        <a:p>
          <a:endParaRPr lang="en-US"/>
        </a:p>
      </dgm:t>
    </dgm:pt>
    <dgm:pt modelId="{7F232AAA-AE77-46E4-B544-C2AAF4D8FDB2}">
      <dgm:prSet/>
      <dgm:spPr/>
      <dgm:t>
        <a:bodyPr/>
        <a:lstStyle/>
        <a:p>
          <a:r>
            <a:rPr lang="en-US"/>
            <a:t>How do agents remember permanently?</a:t>
          </a:r>
        </a:p>
      </dgm:t>
    </dgm:pt>
    <dgm:pt modelId="{88A5D0EF-78AC-4AC9-83AA-C20032914C16}" type="parTrans" cxnId="{EC1C360D-A3C3-4280-9AA0-4F598C99CD28}">
      <dgm:prSet/>
      <dgm:spPr/>
      <dgm:t>
        <a:bodyPr/>
        <a:lstStyle/>
        <a:p>
          <a:endParaRPr lang="en-US"/>
        </a:p>
      </dgm:t>
    </dgm:pt>
    <dgm:pt modelId="{13775552-E3B0-4A80-86B0-27E0326AA1DC}" type="sibTrans" cxnId="{EC1C360D-A3C3-4280-9AA0-4F598C99CD28}">
      <dgm:prSet/>
      <dgm:spPr/>
      <dgm:t>
        <a:bodyPr/>
        <a:lstStyle/>
        <a:p>
          <a:endParaRPr lang="en-US"/>
        </a:p>
      </dgm:t>
    </dgm:pt>
    <dgm:pt modelId="{D8327185-63DD-48E0-B920-28EE6527753B}">
      <dgm:prSet/>
      <dgm:spPr/>
      <dgm:t>
        <a:bodyPr/>
        <a:lstStyle/>
        <a:p>
          <a:r>
            <a:rPr lang="en-US"/>
            <a:t>Answer:</a:t>
          </a:r>
        </a:p>
      </dgm:t>
    </dgm:pt>
    <dgm:pt modelId="{DEE03957-0B77-44E2-9C2A-4D7CD30E988C}" type="parTrans" cxnId="{923EB6EE-6F9D-4648-ACAF-FB9B58B0F47F}">
      <dgm:prSet/>
      <dgm:spPr/>
      <dgm:t>
        <a:bodyPr/>
        <a:lstStyle/>
        <a:p>
          <a:endParaRPr lang="en-US"/>
        </a:p>
      </dgm:t>
    </dgm:pt>
    <dgm:pt modelId="{5E7F9DC0-E13C-4F75-BD66-3E445C7D6F00}" type="sibTrans" cxnId="{923EB6EE-6F9D-4648-ACAF-FB9B58B0F47F}">
      <dgm:prSet/>
      <dgm:spPr/>
      <dgm:t>
        <a:bodyPr/>
        <a:lstStyle/>
        <a:p>
          <a:endParaRPr lang="en-US"/>
        </a:p>
      </dgm:t>
    </dgm:pt>
    <dgm:pt modelId="{20B61219-E116-4FAE-8DDF-873B5E008842}">
      <dgm:prSet/>
      <dgm:spPr/>
      <dgm:t>
        <a:bodyPr/>
        <a:lstStyle/>
        <a:p>
          <a:r>
            <a:rPr lang="en-US"/>
            <a:t>External Memory Systems</a:t>
          </a:r>
        </a:p>
      </dgm:t>
    </dgm:pt>
    <dgm:pt modelId="{6CF2E29A-5065-4BC3-9CEE-B69B389B5866}" type="parTrans" cxnId="{BCD3204D-F1E6-4A17-943C-5780AB9050EE}">
      <dgm:prSet/>
      <dgm:spPr/>
      <dgm:t>
        <a:bodyPr/>
        <a:lstStyle/>
        <a:p>
          <a:endParaRPr lang="en-US"/>
        </a:p>
      </dgm:t>
    </dgm:pt>
    <dgm:pt modelId="{B8FA1884-7B0E-41C7-8C71-AAC296840DDA}" type="sibTrans" cxnId="{BCD3204D-F1E6-4A17-943C-5780AB9050EE}">
      <dgm:prSet/>
      <dgm:spPr/>
      <dgm:t>
        <a:bodyPr/>
        <a:lstStyle/>
        <a:p>
          <a:endParaRPr lang="en-US"/>
        </a:p>
      </dgm:t>
    </dgm:pt>
    <dgm:pt modelId="{A184695D-8529-4E59-A079-D7DBAE59F3F9}">
      <dgm:prSet/>
      <dgm:spPr/>
      <dgm:t>
        <a:bodyPr/>
        <a:lstStyle/>
        <a:p>
          <a:r>
            <a:rPr lang="en-US"/>
            <a:t>Next lecture:</a:t>
          </a:r>
          <a:br>
            <a:rPr lang="en-US"/>
          </a:br>
          <a:r>
            <a:rPr lang="en-US"/>
            <a:t>Vector DBs &amp; Agentic Memory Architecture</a:t>
          </a:r>
        </a:p>
      </dgm:t>
    </dgm:pt>
    <dgm:pt modelId="{567B809F-D64B-4692-96E4-FCD06BBD8088}" type="parTrans" cxnId="{13CE2CC3-8776-43F1-8FD3-D3B8B187ABA2}">
      <dgm:prSet/>
      <dgm:spPr/>
      <dgm:t>
        <a:bodyPr/>
        <a:lstStyle/>
        <a:p>
          <a:endParaRPr lang="en-US"/>
        </a:p>
      </dgm:t>
    </dgm:pt>
    <dgm:pt modelId="{8CE7AD4F-86F5-4246-8E40-F2C8731D4A3F}" type="sibTrans" cxnId="{13CE2CC3-8776-43F1-8FD3-D3B8B187ABA2}">
      <dgm:prSet/>
      <dgm:spPr/>
      <dgm:t>
        <a:bodyPr/>
        <a:lstStyle/>
        <a:p>
          <a:endParaRPr lang="en-US"/>
        </a:p>
      </dgm:t>
    </dgm:pt>
    <dgm:pt modelId="{9BAFD599-E7D0-475C-B126-B809BDF7E1B3}" type="pres">
      <dgm:prSet presAssocID="{6E0F6160-58BE-4D12-A7F9-2CC948446822}" presName="linear" presStyleCnt="0">
        <dgm:presLayoutVars>
          <dgm:animLvl val="lvl"/>
          <dgm:resizeHandles val="exact"/>
        </dgm:presLayoutVars>
      </dgm:prSet>
      <dgm:spPr/>
    </dgm:pt>
    <dgm:pt modelId="{3229C16C-584E-4337-92E4-00B6F8F9A8F4}" type="pres">
      <dgm:prSet presAssocID="{CF7D7006-3D30-418F-8320-3D7FCE2C500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BE4B9D-00C0-4FB9-A630-876463960697}" type="pres">
      <dgm:prSet presAssocID="{A4508748-4AFE-4737-A942-AC1BBC7B63BF}" presName="spacer" presStyleCnt="0"/>
      <dgm:spPr/>
    </dgm:pt>
    <dgm:pt modelId="{EAD759F3-896C-4FC1-8F3C-34E0625EB97F}" type="pres">
      <dgm:prSet presAssocID="{7F232AAA-AE77-46E4-B544-C2AAF4D8FDB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DEB18D1-E8DD-435C-A2EF-257935FE3BDB}" type="pres">
      <dgm:prSet presAssocID="{13775552-E3B0-4A80-86B0-27E0326AA1DC}" presName="spacer" presStyleCnt="0"/>
      <dgm:spPr/>
    </dgm:pt>
    <dgm:pt modelId="{B8F080F2-F81A-46BC-B885-0E8234330197}" type="pres">
      <dgm:prSet presAssocID="{D8327185-63DD-48E0-B920-28EE6527753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F9A8B78-EB59-4D07-87B5-4FDFF438B149}" type="pres">
      <dgm:prSet presAssocID="{5E7F9DC0-E13C-4F75-BD66-3E445C7D6F00}" presName="spacer" presStyleCnt="0"/>
      <dgm:spPr/>
    </dgm:pt>
    <dgm:pt modelId="{42A73252-436A-43B2-89EA-1EAA5BCDB0D3}" type="pres">
      <dgm:prSet presAssocID="{20B61219-E116-4FAE-8DDF-873B5E00884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4BFE7BD-F442-4989-A922-079376FD8202}" type="pres">
      <dgm:prSet presAssocID="{B8FA1884-7B0E-41C7-8C71-AAC296840DDA}" presName="spacer" presStyleCnt="0"/>
      <dgm:spPr/>
    </dgm:pt>
    <dgm:pt modelId="{F93184A9-B9D6-42A9-BDB5-1E4E5EC93E64}" type="pres">
      <dgm:prSet presAssocID="{A184695D-8529-4E59-A079-D7DBAE59F3F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C1C360D-A3C3-4280-9AA0-4F598C99CD28}" srcId="{6E0F6160-58BE-4D12-A7F9-2CC948446822}" destId="{7F232AAA-AE77-46E4-B544-C2AAF4D8FDB2}" srcOrd="1" destOrd="0" parTransId="{88A5D0EF-78AC-4AC9-83AA-C20032914C16}" sibTransId="{13775552-E3B0-4A80-86B0-27E0326AA1DC}"/>
    <dgm:cxn modelId="{D3CA6947-2CC4-4F52-A0C7-43FA612E95C0}" srcId="{6E0F6160-58BE-4D12-A7F9-2CC948446822}" destId="{CF7D7006-3D30-418F-8320-3D7FCE2C500A}" srcOrd="0" destOrd="0" parTransId="{A922C221-AF26-4FC2-807B-67C8F7B9A108}" sibTransId="{A4508748-4AFE-4737-A942-AC1BBC7B63BF}"/>
    <dgm:cxn modelId="{BCD3204D-F1E6-4A17-943C-5780AB9050EE}" srcId="{6E0F6160-58BE-4D12-A7F9-2CC948446822}" destId="{20B61219-E116-4FAE-8DDF-873B5E008842}" srcOrd="3" destOrd="0" parTransId="{6CF2E29A-5065-4BC3-9CEE-B69B389B5866}" sibTransId="{B8FA1884-7B0E-41C7-8C71-AAC296840DDA}"/>
    <dgm:cxn modelId="{9A9FC35A-BCC1-4BE8-93E2-6250CC146675}" type="presOf" srcId="{7F232AAA-AE77-46E4-B544-C2AAF4D8FDB2}" destId="{EAD759F3-896C-4FC1-8F3C-34E0625EB97F}" srcOrd="0" destOrd="0" presId="urn:microsoft.com/office/officeart/2005/8/layout/vList2"/>
    <dgm:cxn modelId="{C2DE6BB5-88AD-41DF-AF66-6F9FBD001DF6}" type="presOf" srcId="{CF7D7006-3D30-418F-8320-3D7FCE2C500A}" destId="{3229C16C-584E-4337-92E4-00B6F8F9A8F4}" srcOrd="0" destOrd="0" presId="urn:microsoft.com/office/officeart/2005/8/layout/vList2"/>
    <dgm:cxn modelId="{13CE2CC3-8776-43F1-8FD3-D3B8B187ABA2}" srcId="{6E0F6160-58BE-4D12-A7F9-2CC948446822}" destId="{A184695D-8529-4E59-A079-D7DBAE59F3F9}" srcOrd="4" destOrd="0" parTransId="{567B809F-D64B-4692-96E4-FCD06BBD8088}" sibTransId="{8CE7AD4F-86F5-4246-8E40-F2C8731D4A3F}"/>
    <dgm:cxn modelId="{9284B3C8-2194-4DF1-9691-3458630A9AD7}" type="presOf" srcId="{6E0F6160-58BE-4D12-A7F9-2CC948446822}" destId="{9BAFD599-E7D0-475C-B126-B809BDF7E1B3}" srcOrd="0" destOrd="0" presId="urn:microsoft.com/office/officeart/2005/8/layout/vList2"/>
    <dgm:cxn modelId="{5445CED0-574E-487B-9A4B-ECCB4EFB2338}" type="presOf" srcId="{D8327185-63DD-48E0-B920-28EE6527753B}" destId="{B8F080F2-F81A-46BC-B885-0E8234330197}" srcOrd="0" destOrd="0" presId="urn:microsoft.com/office/officeart/2005/8/layout/vList2"/>
    <dgm:cxn modelId="{39778ED4-CF26-401E-A035-5EB2AD5872FD}" type="presOf" srcId="{20B61219-E116-4FAE-8DDF-873B5E008842}" destId="{42A73252-436A-43B2-89EA-1EAA5BCDB0D3}" srcOrd="0" destOrd="0" presId="urn:microsoft.com/office/officeart/2005/8/layout/vList2"/>
    <dgm:cxn modelId="{923EB6EE-6F9D-4648-ACAF-FB9B58B0F47F}" srcId="{6E0F6160-58BE-4D12-A7F9-2CC948446822}" destId="{D8327185-63DD-48E0-B920-28EE6527753B}" srcOrd="2" destOrd="0" parTransId="{DEE03957-0B77-44E2-9C2A-4D7CD30E988C}" sibTransId="{5E7F9DC0-E13C-4F75-BD66-3E445C7D6F00}"/>
    <dgm:cxn modelId="{1CD3DCF3-96F0-4EC6-B0DB-BAD1B5EE92D2}" type="presOf" srcId="{A184695D-8529-4E59-A079-D7DBAE59F3F9}" destId="{F93184A9-B9D6-42A9-BDB5-1E4E5EC93E64}" srcOrd="0" destOrd="0" presId="urn:microsoft.com/office/officeart/2005/8/layout/vList2"/>
    <dgm:cxn modelId="{E4564816-608D-4C18-868C-E93825868054}" type="presParOf" srcId="{9BAFD599-E7D0-475C-B126-B809BDF7E1B3}" destId="{3229C16C-584E-4337-92E4-00B6F8F9A8F4}" srcOrd="0" destOrd="0" presId="urn:microsoft.com/office/officeart/2005/8/layout/vList2"/>
    <dgm:cxn modelId="{3D148157-B2AD-4928-B3CD-56A2C22EF264}" type="presParOf" srcId="{9BAFD599-E7D0-475C-B126-B809BDF7E1B3}" destId="{11BE4B9D-00C0-4FB9-A630-876463960697}" srcOrd="1" destOrd="0" presId="urn:microsoft.com/office/officeart/2005/8/layout/vList2"/>
    <dgm:cxn modelId="{BFA30C13-2676-4E94-9315-612F0655E0C2}" type="presParOf" srcId="{9BAFD599-E7D0-475C-B126-B809BDF7E1B3}" destId="{EAD759F3-896C-4FC1-8F3C-34E0625EB97F}" srcOrd="2" destOrd="0" presId="urn:microsoft.com/office/officeart/2005/8/layout/vList2"/>
    <dgm:cxn modelId="{F96B604F-5E4B-4018-A0FC-865BA472B180}" type="presParOf" srcId="{9BAFD599-E7D0-475C-B126-B809BDF7E1B3}" destId="{DDEB18D1-E8DD-435C-A2EF-257935FE3BDB}" srcOrd="3" destOrd="0" presId="urn:microsoft.com/office/officeart/2005/8/layout/vList2"/>
    <dgm:cxn modelId="{2F193A31-EC04-4F71-AEB9-9904C1789383}" type="presParOf" srcId="{9BAFD599-E7D0-475C-B126-B809BDF7E1B3}" destId="{B8F080F2-F81A-46BC-B885-0E8234330197}" srcOrd="4" destOrd="0" presId="urn:microsoft.com/office/officeart/2005/8/layout/vList2"/>
    <dgm:cxn modelId="{1CF963E1-A930-4A1B-B440-59F2ECF76379}" type="presParOf" srcId="{9BAFD599-E7D0-475C-B126-B809BDF7E1B3}" destId="{AF9A8B78-EB59-4D07-87B5-4FDFF438B149}" srcOrd="5" destOrd="0" presId="urn:microsoft.com/office/officeart/2005/8/layout/vList2"/>
    <dgm:cxn modelId="{4DE799A4-D91B-4915-86B3-91C13397825B}" type="presParOf" srcId="{9BAFD599-E7D0-475C-B126-B809BDF7E1B3}" destId="{42A73252-436A-43B2-89EA-1EAA5BCDB0D3}" srcOrd="6" destOrd="0" presId="urn:microsoft.com/office/officeart/2005/8/layout/vList2"/>
    <dgm:cxn modelId="{E6D757AC-C13F-49AD-B869-DF93DB9CE2D4}" type="presParOf" srcId="{9BAFD599-E7D0-475C-B126-B809BDF7E1B3}" destId="{F4BFE7BD-F442-4989-A922-079376FD8202}" srcOrd="7" destOrd="0" presId="urn:microsoft.com/office/officeart/2005/8/layout/vList2"/>
    <dgm:cxn modelId="{21DB2386-6FC0-4A1D-A83F-482F64A25BCE}" type="presParOf" srcId="{9BAFD599-E7D0-475C-B126-B809BDF7E1B3}" destId="{F93184A9-B9D6-42A9-BDB5-1E4E5EC93E6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2C60E-3166-45E4-A7BF-F4A560DBDD16}">
      <dsp:nvSpPr>
        <dsp:cNvPr id="0" name=""/>
        <dsp:cNvSpPr/>
      </dsp:nvSpPr>
      <dsp:spPr>
        <a:xfrm>
          <a:off x="800367" y="582591"/>
          <a:ext cx="921688" cy="9216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63B41-506E-471A-AA42-A01B95792433}">
      <dsp:nvSpPr>
        <dsp:cNvPr id="0" name=""/>
        <dsp:cNvSpPr/>
      </dsp:nvSpPr>
      <dsp:spPr>
        <a:xfrm>
          <a:off x="237112" y="1794046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Working Memory (Context Window)</a:t>
          </a:r>
        </a:p>
      </dsp:txBody>
      <dsp:txXfrm>
        <a:off x="237112" y="1794046"/>
        <a:ext cx="2048197" cy="720000"/>
      </dsp:txXfrm>
    </dsp:sp>
    <dsp:sp modelId="{7E56A393-F88E-4063-937E-8469C91A749F}">
      <dsp:nvSpPr>
        <dsp:cNvPr id="0" name=""/>
        <dsp:cNvSpPr/>
      </dsp:nvSpPr>
      <dsp:spPr>
        <a:xfrm>
          <a:off x="3206999" y="582591"/>
          <a:ext cx="921688" cy="9216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23EC3-D7C1-47FB-A240-773E4CECEF15}">
      <dsp:nvSpPr>
        <dsp:cNvPr id="0" name=""/>
        <dsp:cNvSpPr/>
      </dsp:nvSpPr>
      <dsp:spPr>
        <a:xfrm>
          <a:off x="2643744" y="1794046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Session Memory (Buffers)</a:t>
          </a:r>
        </a:p>
      </dsp:txBody>
      <dsp:txXfrm>
        <a:off x="2643744" y="1794046"/>
        <a:ext cx="2048197" cy="720000"/>
      </dsp:txXfrm>
    </dsp:sp>
    <dsp:sp modelId="{62CEE018-12B7-4711-8D77-EB673DB2D1F0}">
      <dsp:nvSpPr>
        <dsp:cNvPr id="0" name=""/>
        <dsp:cNvSpPr/>
      </dsp:nvSpPr>
      <dsp:spPr>
        <a:xfrm>
          <a:off x="5613631" y="582591"/>
          <a:ext cx="921688" cy="9216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F66F-1898-4B8E-ABC5-AA8E178268BE}">
      <dsp:nvSpPr>
        <dsp:cNvPr id="0" name=""/>
        <dsp:cNvSpPr/>
      </dsp:nvSpPr>
      <dsp:spPr>
        <a:xfrm>
          <a:off x="5050376" y="1794046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Semantic Memory (Vector DB)</a:t>
          </a:r>
        </a:p>
      </dsp:txBody>
      <dsp:txXfrm>
        <a:off x="5050376" y="1794046"/>
        <a:ext cx="2048197" cy="720000"/>
      </dsp:txXfrm>
    </dsp:sp>
    <dsp:sp modelId="{D2220578-5308-4392-A2D8-7D4274A0587F}">
      <dsp:nvSpPr>
        <dsp:cNvPr id="0" name=""/>
        <dsp:cNvSpPr/>
      </dsp:nvSpPr>
      <dsp:spPr>
        <a:xfrm>
          <a:off x="8020263" y="582591"/>
          <a:ext cx="921688" cy="9216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C6A48-715C-4EBF-BF39-D5C1AEF22DA9}">
      <dsp:nvSpPr>
        <dsp:cNvPr id="0" name=""/>
        <dsp:cNvSpPr/>
      </dsp:nvSpPr>
      <dsp:spPr>
        <a:xfrm>
          <a:off x="7457008" y="1794046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Episodic Memory (Agent Logs)</a:t>
          </a:r>
        </a:p>
      </dsp:txBody>
      <dsp:txXfrm>
        <a:off x="7457008" y="1794046"/>
        <a:ext cx="204819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76B3B-32FF-4071-A324-2E3DDA4B1F1D}">
      <dsp:nvSpPr>
        <dsp:cNvPr id="0" name=""/>
        <dsp:cNvSpPr/>
      </dsp:nvSpPr>
      <dsp:spPr>
        <a:xfrm>
          <a:off x="0" y="48991"/>
          <a:ext cx="6492875" cy="682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LLMs remember information inside:</a:t>
          </a:r>
        </a:p>
      </dsp:txBody>
      <dsp:txXfrm>
        <a:off x="33296" y="82287"/>
        <a:ext cx="6426283" cy="615481"/>
      </dsp:txXfrm>
    </dsp:sp>
    <dsp:sp modelId="{F496AA24-2195-4789-B002-062EF9A04068}">
      <dsp:nvSpPr>
        <dsp:cNvPr id="0" name=""/>
        <dsp:cNvSpPr/>
      </dsp:nvSpPr>
      <dsp:spPr>
        <a:xfrm>
          <a:off x="0" y="805944"/>
          <a:ext cx="6492875" cy="682073"/>
        </a:xfrm>
        <a:prstGeom prst="roundRect">
          <a:avLst/>
        </a:prstGeom>
        <a:solidFill>
          <a:schemeClr val="accent2">
            <a:hueOff val="495167"/>
            <a:satOff val="432"/>
            <a:lumOff val="8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➡ The context window</a:t>
          </a:r>
        </a:p>
      </dsp:txBody>
      <dsp:txXfrm>
        <a:off x="33296" y="839240"/>
        <a:ext cx="6426283" cy="615481"/>
      </dsp:txXfrm>
    </dsp:sp>
    <dsp:sp modelId="{4EACC3BA-07B7-4C7F-93EA-9743530F58B7}">
      <dsp:nvSpPr>
        <dsp:cNvPr id="0" name=""/>
        <dsp:cNvSpPr/>
      </dsp:nvSpPr>
      <dsp:spPr>
        <a:xfrm>
          <a:off x="0" y="1562898"/>
          <a:ext cx="6492875" cy="682073"/>
        </a:xfrm>
        <a:prstGeom prst="roundRect">
          <a:avLst/>
        </a:prstGeom>
        <a:solidFill>
          <a:schemeClr val="accent2">
            <a:hueOff val="990335"/>
            <a:satOff val="863"/>
            <a:lumOff val="166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This is temporary memory.</a:t>
          </a:r>
        </a:p>
      </dsp:txBody>
      <dsp:txXfrm>
        <a:off x="33296" y="1596194"/>
        <a:ext cx="6426283" cy="615481"/>
      </dsp:txXfrm>
    </dsp:sp>
    <dsp:sp modelId="{5C81A03F-3E4C-4520-938E-0F69351F0187}">
      <dsp:nvSpPr>
        <dsp:cNvPr id="0" name=""/>
        <dsp:cNvSpPr/>
      </dsp:nvSpPr>
      <dsp:spPr>
        <a:xfrm>
          <a:off x="0" y="2319851"/>
          <a:ext cx="6492875" cy="682073"/>
        </a:xfrm>
        <a:prstGeom prst="roundRect">
          <a:avLst/>
        </a:prstGeom>
        <a:solidFill>
          <a:schemeClr val="accent2">
            <a:hueOff val="1485502"/>
            <a:satOff val="1295"/>
            <a:lumOff val="25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includes:</a:t>
          </a:r>
        </a:p>
      </dsp:txBody>
      <dsp:txXfrm>
        <a:off x="33296" y="2353147"/>
        <a:ext cx="6426283" cy="615481"/>
      </dsp:txXfrm>
    </dsp:sp>
    <dsp:sp modelId="{F2BBF33C-1138-467A-99C1-749FA8B43D49}">
      <dsp:nvSpPr>
        <dsp:cNvPr id="0" name=""/>
        <dsp:cNvSpPr/>
      </dsp:nvSpPr>
      <dsp:spPr>
        <a:xfrm>
          <a:off x="0" y="3001925"/>
          <a:ext cx="6492875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14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User prompt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System prompt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Previous conversation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Retrieved documents</a:t>
          </a:r>
        </a:p>
      </dsp:txBody>
      <dsp:txXfrm>
        <a:off x="0" y="3001925"/>
        <a:ext cx="6492875" cy="1372410"/>
      </dsp:txXfrm>
    </dsp:sp>
    <dsp:sp modelId="{0AFE6390-F52E-49FF-B5D6-46E55298E654}">
      <dsp:nvSpPr>
        <dsp:cNvPr id="0" name=""/>
        <dsp:cNvSpPr/>
      </dsp:nvSpPr>
      <dsp:spPr>
        <a:xfrm>
          <a:off x="0" y="4374335"/>
          <a:ext cx="6492875" cy="682073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But only within token limit.</a:t>
          </a:r>
        </a:p>
      </dsp:txBody>
      <dsp:txXfrm>
        <a:off x="33296" y="4407631"/>
        <a:ext cx="6426283" cy="615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0DBD3-1DD5-44A0-9482-1C296ED815DA}">
      <dsp:nvSpPr>
        <dsp:cNvPr id="0" name=""/>
        <dsp:cNvSpPr/>
      </dsp:nvSpPr>
      <dsp:spPr>
        <a:xfrm>
          <a:off x="0" y="32632"/>
          <a:ext cx="6492875" cy="12331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 maximum number of tokens the model can “see” at once.</a:t>
          </a:r>
        </a:p>
      </dsp:txBody>
      <dsp:txXfrm>
        <a:off x="60199" y="92831"/>
        <a:ext cx="6372477" cy="1112781"/>
      </dsp:txXfrm>
    </dsp:sp>
    <dsp:sp modelId="{741E9B60-BE1F-4ABF-BA2D-4B4F6A30802F}">
      <dsp:nvSpPr>
        <dsp:cNvPr id="0" name=""/>
        <dsp:cNvSpPr/>
      </dsp:nvSpPr>
      <dsp:spPr>
        <a:xfrm>
          <a:off x="0" y="1355092"/>
          <a:ext cx="6492875" cy="1233179"/>
        </a:xfrm>
        <a:prstGeom prst="roundRect">
          <a:avLst/>
        </a:prstGeom>
        <a:solidFill>
          <a:schemeClr val="accent2">
            <a:hueOff val="990335"/>
            <a:satOff val="863"/>
            <a:lumOff val="166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Example:</a:t>
          </a:r>
        </a:p>
      </dsp:txBody>
      <dsp:txXfrm>
        <a:off x="60199" y="1415291"/>
        <a:ext cx="6372477" cy="1112781"/>
      </dsp:txXfrm>
    </dsp:sp>
    <dsp:sp modelId="{0AAB5198-6A33-4B85-9D01-2A4ABCAE0391}">
      <dsp:nvSpPr>
        <dsp:cNvPr id="0" name=""/>
        <dsp:cNvSpPr/>
      </dsp:nvSpPr>
      <dsp:spPr>
        <a:xfrm>
          <a:off x="0" y="2588272"/>
          <a:ext cx="6492875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149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8K tokens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32K tokens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128K tokens</a:t>
          </a:r>
        </a:p>
      </dsp:txBody>
      <dsp:txXfrm>
        <a:off x="0" y="2588272"/>
        <a:ext cx="6492875" cy="1251315"/>
      </dsp:txXfrm>
    </dsp:sp>
    <dsp:sp modelId="{E1AD1079-3E9E-4C47-BE7B-C45C322D68A9}">
      <dsp:nvSpPr>
        <dsp:cNvPr id="0" name=""/>
        <dsp:cNvSpPr/>
      </dsp:nvSpPr>
      <dsp:spPr>
        <a:xfrm>
          <a:off x="0" y="3839587"/>
          <a:ext cx="6492875" cy="1233179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If conversation exceeds limit → oldest tokens are removed.</a:t>
          </a:r>
        </a:p>
      </dsp:txBody>
      <dsp:txXfrm>
        <a:off x="60199" y="3899786"/>
        <a:ext cx="6372477" cy="11127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8D6EE-7F97-4CCD-94C0-C1540E0A7085}">
      <dsp:nvSpPr>
        <dsp:cNvPr id="0" name=""/>
        <dsp:cNvSpPr/>
      </dsp:nvSpPr>
      <dsp:spPr>
        <a:xfrm>
          <a:off x="0" y="2118"/>
          <a:ext cx="6492875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C2032-1DF5-4291-85F1-A9E5BD3165D1}">
      <dsp:nvSpPr>
        <dsp:cNvPr id="0" name=""/>
        <dsp:cNvSpPr/>
      </dsp:nvSpPr>
      <dsp:spPr>
        <a:xfrm>
          <a:off x="324863" y="243752"/>
          <a:ext cx="590660" cy="590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878D0-C8D8-4678-9BB9-4333C2B793EA}">
      <dsp:nvSpPr>
        <dsp:cNvPr id="0" name=""/>
        <dsp:cNvSpPr/>
      </dsp:nvSpPr>
      <dsp:spPr>
        <a:xfrm>
          <a:off x="1240387" y="2118"/>
          <a:ext cx="2921793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Transformers use:</a:t>
          </a:r>
        </a:p>
      </dsp:txBody>
      <dsp:txXfrm>
        <a:off x="1240387" y="2118"/>
        <a:ext cx="2921793" cy="1073928"/>
      </dsp:txXfrm>
    </dsp:sp>
    <dsp:sp modelId="{02A42F21-B027-4A9E-8404-E94BFFFE7C40}">
      <dsp:nvSpPr>
        <dsp:cNvPr id="0" name=""/>
        <dsp:cNvSpPr/>
      </dsp:nvSpPr>
      <dsp:spPr>
        <a:xfrm>
          <a:off x="4162181" y="2118"/>
          <a:ext cx="2330693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Self-Attention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Each token attends to previous tokens.</a:t>
          </a:r>
        </a:p>
      </dsp:txBody>
      <dsp:txXfrm>
        <a:off x="4162181" y="2118"/>
        <a:ext cx="2330693" cy="1073928"/>
      </dsp:txXfrm>
    </dsp:sp>
    <dsp:sp modelId="{1FE7B4F8-10EF-428E-AF80-EEB2C383AE9D}">
      <dsp:nvSpPr>
        <dsp:cNvPr id="0" name=""/>
        <dsp:cNvSpPr/>
      </dsp:nvSpPr>
      <dsp:spPr>
        <a:xfrm>
          <a:off x="0" y="1344530"/>
          <a:ext cx="6492875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C4B9D-306E-41A2-9FFE-F8DE1234E4B7}">
      <dsp:nvSpPr>
        <dsp:cNvPr id="0" name=""/>
        <dsp:cNvSpPr/>
      </dsp:nvSpPr>
      <dsp:spPr>
        <a:xfrm>
          <a:off x="324863" y="1586164"/>
          <a:ext cx="590660" cy="590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8F388-9921-4117-AB40-60162E3BCC3A}">
      <dsp:nvSpPr>
        <dsp:cNvPr id="0" name=""/>
        <dsp:cNvSpPr/>
      </dsp:nvSpPr>
      <dsp:spPr>
        <a:xfrm>
          <a:off x="1240387" y="1344530"/>
          <a:ext cx="2921793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allows:</a:t>
          </a:r>
        </a:p>
      </dsp:txBody>
      <dsp:txXfrm>
        <a:off x="1240387" y="1344530"/>
        <a:ext cx="2921793" cy="1073928"/>
      </dsp:txXfrm>
    </dsp:sp>
    <dsp:sp modelId="{70D6F780-FD3D-4F0E-A2EE-152AC6F307B3}">
      <dsp:nvSpPr>
        <dsp:cNvPr id="0" name=""/>
        <dsp:cNvSpPr/>
      </dsp:nvSpPr>
      <dsp:spPr>
        <a:xfrm>
          <a:off x="4162181" y="1344530"/>
          <a:ext cx="2330693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Context understanding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Dependency tracking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Temporary memory</a:t>
          </a:r>
        </a:p>
      </dsp:txBody>
      <dsp:txXfrm>
        <a:off x="4162181" y="1344530"/>
        <a:ext cx="2330693" cy="1073928"/>
      </dsp:txXfrm>
    </dsp:sp>
    <dsp:sp modelId="{027A828A-CBA0-403F-9A6E-D20C3C2B5ED9}">
      <dsp:nvSpPr>
        <dsp:cNvPr id="0" name=""/>
        <dsp:cNvSpPr/>
      </dsp:nvSpPr>
      <dsp:spPr>
        <a:xfrm>
          <a:off x="0" y="2686941"/>
          <a:ext cx="6492875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4D2A9-057E-4707-B66A-40AE475B626A}">
      <dsp:nvSpPr>
        <dsp:cNvPr id="0" name=""/>
        <dsp:cNvSpPr/>
      </dsp:nvSpPr>
      <dsp:spPr>
        <a:xfrm>
          <a:off x="324863" y="2928575"/>
          <a:ext cx="590660" cy="590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18F20-D72A-4B1C-AA39-90FA3F4F97BA}">
      <dsp:nvSpPr>
        <dsp:cNvPr id="0" name=""/>
        <dsp:cNvSpPr/>
      </dsp:nvSpPr>
      <dsp:spPr>
        <a:xfrm>
          <a:off x="1240387" y="2686941"/>
          <a:ext cx="5252487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BUT…</a:t>
          </a:r>
        </a:p>
      </dsp:txBody>
      <dsp:txXfrm>
        <a:off x="1240387" y="2686941"/>
        <a:ext cx="5252487" cy="1073928"/>
      </dsp:txXfrm>
    </dsp:sp>
    <dsp:sp modelId="{34D93D1E-D4BA-4ADF-91E6-F1B4E955CA72}">
      <dsp:nvSpPr>
        <dsp:cNvPr id="0" name=""/>
        <dsp:cNvSpPr/>
      </dsp:nvSpPr>
      <dsp:spPr>
        <a:xfrm>
          <a:off x="0" y="4029352"/>
          <a:ext cx="6492875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E99EE-BD64-4002-B642-0435E791C5D5}">
      <dsp:nvSpPr>
        <dsp:cNvPr id="0" name=""/>
        <dsp:cNvSpPr/>
      </dsp:nvSpPr>
      <dsp:spPr>
        <a:xfrm>
          <a:off x="324863" y="4270986"/>
          <a:ext cx="590660" cy="590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9E5A-5FBA-4C45-B7DC-3A71ACC6B7DD}">
      <dsp:nvSpPr>
        <dsp:cNvPr id="0" name=""/>
        <dsp:cNvSpPr/>
      </dsp:nvSpPr>
      <dsp:spPr>
        <a:xfrm>
          <a:off x="1240387" y="4029352"/>
          <a:ext cx="5252487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Only inside current window.</a:t>
          </a:r>
        </a:p>
      </dsp:txBody>
      <dsp:txXfrm>
        <a:off x="1240387" y="4029352"/>
        <a:ext cx="5252487" cy="10739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1A614-A991-4D58-99F5-6AE82CC9E986}">
      <dsp:nvSpPr>
        <dsp:cNvPr id="0" name=""/>
        <dsp:cNvSpPr/>
      </dsp:nvSpPr>
      <dsp:spPr>
        <a:xfrm>
          <a:off x="0" y="1160017"/>
          <a:ext cx="6492875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354076" rIns="50391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Memory Buffers</a:t>
          </a:r>
        </a:p>
      </dsp:txBody>
      <dsp:txXfrm>
        <a:off x="0" y="1160017"/>
        <a:ext cx="6492875" cy="722925"/>
      </dsp:txXfrm>
    </dsp:sp>
    <dsp:sp modelId="{B2718A7F-04A9-4B16-9589-07633029B8F7}">
      <dsp:nvSpPr>
        <dsp:cNvPr id="0" name=""/>
        <dsp:cNvSpPr/>
      </dsp:nvSpPr>
      <dsp:spPr>
        <a:xfrm>
          <a:off x="324643" y="909097"/>
          <a:ext cx="4545012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Frameworks like LangChain introduce:</a:t>
          </a:r>
        </a:p>
      </dsp:txBody>
      <dsp:txXfrm>
        <a:off x="349141" y="933595"/>
        <a:ext cx="4496016" cy="452844"/>
      </dsp:txXfrm>
    </dsp:sp>
    <dsp:sp modelId="{53B02689-97D5-43DD-851B-81FE749962BB}">
      <dsp:nvSpPr>
        <dsp:cNvPr id="0" name=""/>
        <dsp:cNvSpPr/>
      </dsp:nvSpPr>
      <dsp:spPr>
        <a:xfrm>
          <a:off x="0" y="2225662"/>
          <a:ext cx="64928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660223"/>
              <a:satOff val="576"/>
              <a:lumOff val="11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CD8DF-87E7-4D97-8C74-7E1D2C77F4D2}">
      <dsp:nvSpPr>
        <dsp:cNvPr id="0" name=""/>
        <dsp:cNvSpPr/>
      </dsp:nvSpPr>
      <dsp:spPr>
        <a:xfrm>
          <a:off x="324643" y="1974742"/>
          <a:ext cx="4545012" cy="501840"/>
        </a:xfrm>
        <a:prstGeom prst="roundRect">
          <a:avLst/>
        </a:prstGeom>
        <a:solidFill>
          <a:schemeClr val="accent2">
            <a:hueOff val="660223"/>
            <a:satOff val="576"/>
            <a:lumOff val="11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store conversation outside the model.</a:t>
          </a:r>
        </a:p>
      </dsp:txBody>
      <dsp:txXfrm>
        <a:off x="349141" y="1999240"/>
        <a:ext cx="4496016" cy="452844"/>
      </dsp:txXfrm>
    </dsp:sp>
    <dsp:sp modelId="{885BB765-2E36-44BD-913A-829471BD5E59}">
      <dsp:nvSpPr>
        <dsp:cNvPr id="0" name=""/>
        <dsp:cNvSpPr/>
      </dsp:nvSpPr>
      <dsp:spPr>
        <a:xfrm>
          <a:off x="0" y="2996782"/>
          <a:ext cx="64928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1320446"/>
              <a:satOff val="1151"/>
              <a:lumOff val="22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F3775-87FE-496D-B5CF-D57610917986}">
      <dsp:nvSpPr>
        <dsp:cNvPr id="0" name=""/>
        <dsp:cNvSpPr/>
      </dsp:nvSpPr>
      <dsp:spPr>
        <a:xfrm>
          <a:off x="324643" y="2745862"/>
          <a:ext cx="4545012" cy="501840"/>
        </a:xfrm>
        <a:prstGeom prst="roundRect">
          <a:avLst/>
        </a:prstGeom>
        <a:solidFill>
          <a:schemeClr val="accent2">
            <a:hueOff val="1320446"/>
            <a:satOff val="1151"/>
            <a:lumOff val="22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Then re-inject into prompt.</a:t>
          </a:r>
        </a:p>
      </dsp:txBody>
      <dsp:txXfrm>
        <a:off x="349141" y="2770360"/>
        <a:ext cx="4496016" cy="452844"/>
      </dsp:txXfrm>
    </dsp:sp>
    <dsp:sp modelId="{83694699-F99B-492C-9FE3-D2FEA31D2235}">
      <dsp:nvSpPr>
        <dsp:cNvPr id="0" name=""/>
        <dsp:cNvSpPr/>
      </dsp:nvSpPr>
      <dsp:spPr>
        <a:xfrm>
          <a:off x="0" y="3767902"/>
          <a:ext cx="64928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1980669"/>
              <a:satOff val="1727"/>
              <a:lumOff val="3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1F8D1-9CA4-4F5E-A399-E46041166CCF}">
      <dsp:nvSpPr>
        <dsp:cNvPr id="0" name=""/>
        <dsp:cNvSpPr/>
      </dsp:nvSpPr>
      <dsp:spPr>
        <a:xfrm>
          <a:off x="324643" y="3516982"/>
          <a:ext cx="4545012" cy="501840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creates session-level memory.</a:t>
          </a:r>
        </a:p>
      </dsp:txBody>
      <dsp:txXfrm>
        <a:off x="349141" y="3541480"/>
        <a:ext cx="4496016" cy="4528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6AFCC-AD47-4E1C-B297-0CA3A73F76CD}">
      <dsp:nvSpPr>
        <dsp:cNvPr id="0" name=""/>
        <dsp:cNvSpPr/>
      </dsp:nvSpPr>
      <dsp:spPr>
        <a:xfrm>
          <a:off x="0" y="400665"/>
          <a:ext cx="649287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B32C2-1E94-469C-BAE5-4219196DC962}">
      <dsp:nvSpPr>
        <dsp:cNvPr id="0" name=""/>
        <dsp:cNvSpPr/>
      </dsp:nvSpPr>
      <dsp:spPr>
        <a:xfrm>
          <a:off x="324643" y="120225"/>
          <a:ext cx="454501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full conversation history.</a:t>
          </a:r>
        </a:p>
      </dsp:txBody>
      <dsp:txXfrm>
        <a:off x="352023" y="147605"/>
        <a:ext cx="4490252" cy="506120"/>
      </dsp:txXfrm>
    </dsp:sp>
    <dsp:sp modelId="{0C26FA6C-55BA-4A70-9C89-225B2E5E0E82}">
      <dsp:nvSpPr>
        <dsp:cNvPr id="0" name=""/>
        <dsp:cNvSpPr/>
      </dsp:nvSpPr>
      <dsp:spPr>
        <a:xfrm>
          <a:off x="0" y="1262505"/>
          <a:ext cx="649287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E7BF9-4971-4EF6-88A4-39EAE07054D5}">
      <dsp:nvSpPr>
        <dsp:cNvPr id="0" name=""/>
        <dsp:cNvSpPr/>
      </dsp:nvSpPr>
      <dsp:spPr>
        <a:xfrm>
          <a:off x="324643" y="982065"/>
          <a:ext cx="454501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new query includes:</a:t>
          </a:r>
        </a:p>
      </dsp:txBody>
      <dsp:txXfrm>
        <a:off x="352023" y="1009445"/>
        <a:ext cx="4490252" cy="506120"/>
      </dsp:txXfrm>
    </dsp:sp>
    <dsp:sp modelId="{658710C0-8ECE-48E0-B988-9B286303B9AF}">
      <dsp:nvSpPr>
        <dsp:cNvPr id="0" name=""/>
        <dsp:cNvSpPr/>
      </dsp:nvSpPr>
      <dsp:spPr>
        <a:xfrm>
          <a:off x="0" y="2124345"/>
          <a:ext cx="649287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F8D87-B361-405B-9F9D-872C2313C621}">
      <dsp:nvSpPr>
        <dsp:cNvPr id="0" name=""/>
        <dsp:cNvSpPr/>
      </dsp:nvSpPr>
      <dsp:spPr>
        <a:xfrm>
          <a:off x="324643" y="1843905"/>
          <a:ext cx="454501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Previous messages + new message</a:t>
          </a:r>
        </a:p>
      </dsp:txBody>
      <dsp:txXfrm>
        <a:off x="352023" y="1871285"/>
        <a:ext cx="4490252" cy="506120"/>
      </dsp:txXfrm>
    </dsp:sp>
    <dsp:sp modelId="{C8151898-81C0-4C77-A8A5-E83951E4423D}">
      <dsp:nvSpPr>
        <dsp:cNvPr id="0" name=""/>
        <dsp:cNvSpPr/>
      </dsp:nvSpPr>
      <dsp:spPr>
        <a:xfrm>
          <a:off x="0" y="2986185"/>
          <a:ext cx="6492875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395732" rIns="5039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Simple and easy.</a:t>
          </a:r>
        </a:p>
      </dsp:txBody>
      <dsp:txXfrm>
        <a:off x="0" y="2986185"/>
        <a:ext cx="6492875" cy="807975"/>
      </dsp:txXfrm>
    </dsp:sp>
    <dsp:sp modelId="{F2DFF27E-43E2-4566-B3C8-A83F6B9262C6}">
      <dsp:nvSpPr>
        <dsp:cNvPr id="0" name=""/>
        <dsp:cNvSpPr/>
      </dsp:nvSpPr>
      <dsp:spPr>
        <a:xfrm>
          <a:off x="324643" y="2705745"/>
          <a:ext cx="454501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Advantage:</a:t>
          </a:r>
        </a:p>
      </dsp:txBody>
      <dsp:txXfrm>
        <a:off x="352023" y="2733125"/>
        <a:ext cx="4490252" cy="506120"/>
      </dsp:txXfrm>
    </dsp:sp>
    <dsp:sp modelId="{86A0BF38-A2D4-42F7-80D3-D8D53254F314}">
      <dsp:nvSpPr>
        <dsp:cNvPr id="0" name=""/>
        <dsp:cNvSpPr/>
      </dsp:nvSpPr>
      <dsp:spPr>
        <a:xfrm>
          <a:off x="0" y="4177200"/>
          <a:ext cx="6492875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3919" tIns="395732" rIns="5039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Grows infinitely → token explosion</a:t>
          </a:r>
        </a:p>
      </dsp:txBody>
      <dsp:txXfrm>
        <a:off x="0" y="4177200"/>
        <a:ext cx="6492875" cy="807975"/>
      </dsp:txXfrm>
    </dsp:sp>
    <dsp:sp modelId="{6C099E7E-64D2-4114-9457-848C74B2CA6F}">
      <dsp:nvSpPr>
        <dsp:cNvPr id="0" name=""/>
        <dsp:cNvSpPr/>
      </dsp:nvSpPr>
      <dsp:spPr>
        <a:xfrm>
          <a:off x="324643" y="3896760"/>
          <a:ext cx="454501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791" tIns="0" rIns="17179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Problem:</a:t>
          </a:r>
        </a:p>
      </dsp:txBody>
      <dsp:txXfrm>
        <a:off x="352023" y="3924140"/>
        <a:ext cx="4490252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97802-EA5F-4885-A0C0-7B4B4DDAE033}">
      <dsp:nvSpPr>
        <dsp:cNvPr id="0" name=""/>
        <dsp:cNvSpPr/>
      </dsp:nvSpPr>
      <dsp:spPr>
        <a:xfrm>
          <a:off x="0" y="39590"/>
          <a:ext cx="6492875" cy="11917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Working Memory = inside model</a:t>
          </a:r>
        </a:p>
      </dsp:txBody>
      <dsp:txXfrm>
        <a:off x="58177" y="97767"/>
        <a:ext cx="6376521" cy="1075400"/>
      </dsp:txXfrm>
    </dsp:sp>
    <dsp:sp modelId="{BDA19421-95AD-47B5-B2CC-A04AF8706490}">
      <dsp:nvSpPr>
        <dsp:cNvPr id="0" name=""/>
        <dsp:cNvSpPr/>
      </dsp:nvSpPr>
      <dsp:spPr>
        <a:xfrm>
          <a:off x="0" y="1317745"/>
          <a:ext cx="6492875" cy="1191754"/>
        </a:xfrm>
        <a:prstGeom prst="roundRect">
          <a:avLst/>
        </a:prstGeom>
        <a:solidFill>
          <a:schemeClr val="accent2">
            <a:hueOff val="660223"/>
            <a:satOff val="576"/>
            <a:lumOff val="11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Session Memory = outside model but temporary</a:t>
          </a:r>
        </a:p>
      </dsp:txBody>
      <dsp:txXfrm>
        <a:off x="58177" y="1375922"/>
        <a:ext cx="6376521" cy="1075400"/>
      </dsp:txXfrm>
    </dsp:sp>
    <dsp:sp modelId="{B64BF391-89E3-4FC7-818D-EE86B6DB37B3}">
      <dsp:nvSpPr>
        <dsp:cNvPr id="0" name=""/>
        <dsp:cNvSpPr/>
      </dsp:nvSpPr>
      <dsp:spPr>
        <a:xfrm>
          <a:off x="0" y="2595900"/>
          <a:ext cx="6492875" cy="1191754"/>
        </a:xfrm>
        <a:prstGeom prst="roundRect">
          <a:avLst/>
        </a:prstGeom>
        <a:solidFill>
          <a:schemeClr val="accent2">
            <a:hueOff val="1320446"/>
            <a:satOff val="1151"/>
            <a:lumOff val="22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Both disappear when session ends</a:t>
          </a:r>
        </a:p>
      </dsp:txBody>
      <dsp:txXfrm>
        <a:off x="58177" y="2654077"/>
        <a:ext cx="6376521" cy="1075400"/>
      </dsp:txXfrm>
    </dsp:sp>
    <dsp:sp modelId="{57E9E22F-7F36-46A5-9464-A7AF87496466}">
      <dsp:nvSpPr>
        <dsp:cNvPr id="0" name=""/>
        <dsp:cNvSpPr/>
      </dsp:nvSpPr>
      <dsp:spPr>
        <a:xfrm>
          <a:off x="0" y="3874054"/>
          <a:ext cx="6492875" cy="1191754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not long-term memory.</a:t>
          </a:r>
        </a:p>
      </dsp:txBody>
      <dsp:txXfrm>
        <a:off x="58177" y="3932231"/>
        <a:ext cx="6376521" cy="10754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9D990-72E2-47E0-B944-FC856C180847}">
      <dsp:nvSpPr>
        <dsp:cNvPr id="0" name=""/>
        <dsp:cNvSpPr/>
      </dsp:nvSpPr>
      <dsp:spPr>
        <a:xfrm>
          <a:off x="0" y="210044"/>
          <a:ext cx="6492875" cy="887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If you build:</a:t>
          </a:r>
        </a:p>
      </dsp:txBody>
      <dsp:txXfrm>
        <a:off x="43321" y="253365"/>
        <a:ext cx="6406233" cy="800803"/>
      </dsp:txXfrm>
    </dsp:sp>
    <dsp:sp modelId="{DDA82B14-1552-4CF9-AF6C-2475FFC26316}">
      <dsp:nvSpPr>
        <dsp:cNvPr id="0" name=""/>
        <dsp:cNvSpPr/>
      </dsp:nvSpPr>
      <dsp:spPr>
        <a:xfrm>
          <a:off x="0" y="1097490"/>
          <a:ext cx="6492875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149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Planner → Retriever → Critic → Refine</a:t>
          </a:r>
        </a:p>
      </dsp:txBody>
      <dsp:txXfrm>
        <a:off x="0" y="1097490"/>
        <a:ext cx="6492875" cy="919080"/>
      </dsp:txXfrm>
    </dsp:sp>
    <dsp:sp modelId="{13963904-0A15-4F82-A21A-9678969E2910}">
      <dsp:nvSpPr>
        <dsp:cNvPr id="0" name=""/>
        <dsp:cNvSpPr/>
      </dsp:nvSpPr>
      <dsp:spPr>
        <a:xfrm>
          <a:off x="0" y="2016570"/>
          <a:ext cx="6492875" cy="887445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Ask yourself:</a:t>
          </a:r>
        </a:p>
      </dsp:txBody>
      <dsp:txXfrm>
        <a:off x="43321" y="2059891"/>
        <a:ext cx="6406233" cy="800803"/>
      </dsp:txXfrm>
    </dsp:sp>
    <dsp:sp modelId="{4CAD19CF-3212-45C0-9230-88A12AC30C1F}">
      <dsp:nvSpPr>
        <dsp:cNvPr id="0" name=""/>
        <dsp:cNvSpPr/>
      </dsp:nvSpPr>
      <dsp:spPr>
        <a:xfrm>
          <a:off x="0" y="2904015"/>
          <a:ext cx="6492875" cy="1991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149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Where do failed refinements go?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Where do successful strategies go?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Where do task logs live?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Working memory cannot handle this.</a:t>
          </a:r>
        </a:p>
      </dsp:txBody>
      <dsp:txXfrm>
        <a:off x="0" y="2904015"/>
        <a:ext cx="6492875" cy="19913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9C16C-584E-4337-92E4-00B6F8F9A8F4}">
      <dsp:nvSpPr>
        <dsp:cNvPr id="0" name=""/>
        <dsp:cNvSpPr/>
      </dsp:nvSpPr>
      <dsp:spPr>
        <a:xfrm>
          <a:off x="0" y="30950"/>
          <a:ext cx="6492875" cy="9534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If working memory and buffers are limited…</a:t>
          </a:r>
        </a:p>
      </dsp:txBody>
      <dsp:txXfrm>
        <a:off x="46541" y="77491"/>
        <a:ext cx="6399793" cy="860321"/>
      </dsp:txXfrm>
    </dsp:sp>
    <dsp:sp modelId="{EAD759F3-896C-4FC1-8F3C-34E0625EB97F}">
      <dsp:nvSpPr>
        <dsp:cNvPr id="0" name=""/>
        <dsp:cNvSpPr/>
      </dsp:nvSpPr>
      <dsp:spPr>
        <a:xfrm>
          <a:off x="0" y="1053474"/>
          <a:ext cx="6492875" cy="953403"/>
        </a:xfrm>
        <a:prstGeom prst="roundRect">
          <a:avLst/>
        </a:prstGeom>
        <a:solidFill>
          <a:schemeClr val="accent2">
            <a:hueOff val="495167"/>
            <a:satOff val="432"/>
            <a:lumOff val="8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do agents remember permanently?</a:t>
          </a:r>
        </a:p>
      </dsp:txBody>
      <dsp:txXfrm>
        <a:off x="46541" y="1100015"/>
        <a:ext cx="6399793" cy="860321"/>
      </dsp:txXfrm>
    </dsp:sp>
    <dsp:sp modelId="{B8F080F2-F81A-46BC-B885-0E8234330197}">
      <dsp:nvSpPr>
        <dsp:cNvPr id="0" name=""/>
        <dsp:cNvSpPr/>
      </dsp:nvSpPr>
      <dsp:spPr>
        <a:xfrm>
          <a:off x="0" y="2075998"/>
          <a:ext cx="6492875" cy="953403"/>
        </a:xfrm>
        <a:prstGeom prst="roundRect">
          <a:avLst/>
        </a:prstGeom>
        <a:solidFill>
          <a:schemeClr val="accent2">
            <a:hueOff val="990335"/>
            <a:satOff val="863"/>
            <a:lumOff val="166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Answer:</a:t>
          </a:r>
        </a:p>
      </dsp:txBody>
      <dsp:txXfrm>
        <a:off x="46541" y="2122539"/>
        <a:ext cx="6399793" cy="860321"/>
      </dsp:txXfrm>
    </dsp:sp>
    <dsp:sp modelId="{42A73252-436A-43B2-89EA-1EAA5BCDB0D3}">
      <dsp:nvSpPr>
        <dsp:cNvPr id="0" name=""/>
        <dsp:cNvSpPr/>
      </dsp:nvSpPr>
      <dsp:spPr>
        <a:xfrm>
          <a:off x="0" y="3098521"/>
          <a:ext cx="6492875" cy="953403"/>
        </a:xfrm>
        <a:prstGeom prst="roundRect">
          <a:avLst/>
        </a:prstGeom>
        <a:solidFill>
          <a:schemeClr val="accent2">
            <a:hueOff val="1485502"/>
            <a:satOff val="1295"/>
            <a:lumOff val="25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External Memory Systems</a:t>
          </a:r>
        </a:p>
      </dsp:txBody>
      <dsp:txXfrm>
        <a:off x="46541" y="3145062"/>
        <a:ext cx="6399793" cy="860321"/>
      </dsp:txXfrm>
    </dsp:sp>
    <dsp:sp modelId="{F93184A9-B9D6-42A9-BDB5-1E4E5EC93E64}">
      <dsp:nvSpPr>
        <dsp:cNvPr id="0" name=""/>
        <dsp:cNvSpPr/>
      </dsp:nvSpPr>
      <dsp:spPr>
        <a:xfrm>
          <a:off x="0" y="4121045"/>
          <a:ext cx="6492875" cy="953403"/>
        </a:xfrm>
        <a:prstGeom prst="roundRect">
          <a:avLst/>
        </a:prstGeom>
        <a:solidFill>
          <a:schemeClr val="accent2">
            <a:hueOff val="1980669"/>
            <a:satOff val="1727"/>
            <a:lumOff val="333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Next lecture:</a:t>
          </a:r>
          <a:br>
            <a:rPr lang="en-US" sz="2400" kern="1200"/>
          </a:br>
          <a:r>
            <a:rPr lang="en-US" sz="2400" kern="1200"/>
            <a:t>Vector DBs &amp; Agentic Memory Architecture</a:t>
          </a:r>
        </a:p>
      </dsp:txBody>
      <dsp:txXfrm>
        <a:off x="46541" y="4167586"/>
        <a:ext cx="6399793" cy="860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7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2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69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5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6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3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68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8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52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44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33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79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66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87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3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B02B74-498B-451F-9E1A-C51DDBF60F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90E8FB-ABBC-4181-ABFA-79D14DD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BD172-E689-D0F9-368B-C3233DF2B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468"/>
            <a:ext cx="9144000" cy="3618898"/>
          </a:xfrm>
        </p:spPr>
        <p:txBody>
          <a:bodyPr anchor="b">
            <a:normAutofit/>
          </a:bodyPr>
          <a:lstStyle/>
          <a:p>
            <a:pPr algn="ctr"/>
            <a:r>
              <a:rPr lang="en-US" sz="7200"/>
              <a:t>Memory in Agentic AI (Part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A4F87-3775-96DD-FC0A-49C25FE6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9546" y="4552335"/>
            <a:ext cx="6752908" cy="1091381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Working Memory &amp; Session Memory in LLM Systems</a:t>
            </a:r>
          </a:p>
        </p:txBody>
      </p:sp>
    </p:spTree>
    <p:extLst>
      <p:ext uri="{BB962C8B-B14F-4D97-AF65-F5344CB8AC3E}">
        <p14:creationId xmlns:p14="http://schemas.microsoft.com/office/powerpoint/2010/main" val="417661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2B0D5DAE-24EC-C8B3-18ED-99AEE7AD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75" r="2996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2B88FA-4D9E-781B-9E0C-FB7E9D16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Big Question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3D2BF-CFBE-5662-62C3-BF88816FD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848897"/>
            <a:ext cx="5695654" cy="475287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Where Does Memory Live in an LLM System?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Think about this pipeline:</a:t>
            </a:r>
          </a:p>
          <a:p>
            <a:pPr>
              <a:lnSpc>
                <a:spcPct val="90000"/>
              </a:lnSpc>
            </a:pPr>
            <a:r>
              <a:rPr lang="en-US" dirty="0"/>
              <a:t>Planner → Retriever → Critic → Refine → Final Answer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Questions: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Does the LLM remember previous refinements?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Does it remember past conversations?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Is retrieval the same as memory?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Today we will understand what memory really means inside LLM systems. Most people think vector DB = memory. That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302933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C127-0B4E-0E14-137D-2DD3D151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“Memory” in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15BC8-6156-B163-DA1A-49CF1176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7237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Memory means:</a:t>
            </a:r>
          </a:p>
          <a:p>
            <a:r>
              <a:rPr lang="en-US" dirty="0"/>
              <a:t>Storing information</a:t>
            </a:r>
          </a:p>
          <a:p>
            <a:r>
              <a:rPr lang="en-US" dirty="0"/>
              <a:t>Recalling it later</a:t>
            </a:r>
          </a:p>
          <a:p>
            <a:r>
              <a:rPr lang="en-US" dirty="0"/>
              <a:t>Using it to influence decisions</a:t>
            </a:r>
          </a:p>
          <a:p>
            <a:r>
              <a:rPr lang="en-US" dirty="0"/>
              <a:t>In LLM systems, memory can exist at different levels.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Important:</a:t>
            </a:r>
          </a:p>
          <a:p>
            <a:pPr marL="0" indent="0">
              <a:buNone/>
            </a:pPr>
            <a:r>
              <a:rPr lang="en-US" b="1" dirty="0"/>
              <a:t>Memory ≠ just database</a:t>
            </a:r>
            <a:br>
              <a:rPr lang="en-US" b="1" dirty="0"/>
            </a:br>
            <a:r>
              <a:rPr lang="en-US" b="1" dirty="0"/>
              <a:t>Memory ≠ just attention</a:t>
            </a:r>
            <a:br>
              <a:rPr lang="en-US" b="1" dirty="0"/>
            </a:br>
            <a:r>
              <a:rPr lang="en-US" b="1" dirty="0"/>
              <a:t>Memory ≠ just conversation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9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BB05-353C-5438-F359-E7385ED4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 dirty="0"/>
              <a:t>4 Layers of Memory in LLM Systems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9C3D70-9C2C-9018-CA84-F2F3616C26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560193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222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F3F1B-F423-B59C-2E4E-450FE186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Working Memory (Inside the Transformer)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6A9A34-1FA0-5516-4373-C086FE2CF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89962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717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74265-A62A-3943-D026-9B776736A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a Context Window?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885BCC-3BB6-4F69-402F-A70C3D0B2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090102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462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AADF0-0CCC-27BD-94B9-D077799CB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Attention Acts as Memory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C2E5FD-EA98-7E0D-520D-79EE592A23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76115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658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AAA0B7F-E17B-3D08-B48D-49789D4F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22" b="-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A9F576-BDC4-4CB8-7DAA-714B5BCA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Important: Attention Is Not Long-Term Memory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6A202-EC35-F758-C017-764E788F5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Attention:</a:t>
            </a:r>
          </a:p>
          <a:p>
            <a:pPr marL="0" indent="0">
              <a:buNone/>
            </a:pPr>
            <a:r>
              <a:rPr lang="en-US" sz="2000"/>
              <a:t>✔ Remembers within current input</a:t>
            </a:r>
            <a:br>
              <a:rPr lang="en-US" sz="2000"/>
            </a:br>
            <a:r>
              <a:rPr lang="en-US" sz="2000"/>
              <a:t>✖ Does not persist across sessions</a:t>
            </a:r>
            <a:br>
              <a:rPr lang="en-US" sz="2000"/>
            </a:br>
            <a:r>
              <a:rPr lang="en-US" sz="2000"/>
              <a:t>✖ Does not store knowledge permanently</a:t>
            </a:r>
          </a:p>
          <a:p>
            <a:r>
              <a:rPr lang="en-US" sz="2000"/>
              <a:t>Once conversation ends → memory disappears.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187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BB19C-0396-106C-1AEF-52B31939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</a:rPr>
              <a:t>KV Cache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B2DC23B-C4BA-6DA6-AC4F-F64E6308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During inference, LLM stores:</a:t>
            </a:r>
          </a:p>
          <a:p>
            <a:r>
              <a:rPr lang="en-US" sz="2000" dirty="0"/>
              <a:t>Key-Value cache</a:t>
            </a:r>
          </a:p>
          <a:p>
            <a:pPr marL="0" indent="0">
              <a:buNone/>
            </a:pPr>
            <a:r>
              <a:rPr lang="en-US" sz="2000" dirty="0"/>
              <a:t>Purpose:</a:t>
            </a:r>
          </a:p>
          <a:p>
            <a:r>
              <a:rPr lang="en-US" sz="2000" dirty="0"/>
              <a:t>Faster generation</a:t>
            </a:r>
          </a:p>
          <a:p>
            <a:r>
              <a:rPr lang="en-US" sz="2000" dirty="0"/>
              <a:t>Avoid </a:t>
            </a:r>
            <a:r>
              <a:rPr lang="en-US" sz="2000" dirty="0" err="1"/>
              <a:t>recomputation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Important:</a:t>
            </a:r>
          </a:p>
          <a:p>
            <a:r>
              <a:rPr lang="en-US" sz="2000" dirty="0"/>
              <a:t>KV Cache is optimization.</a:t>
            </a:r>
          </a:p>
          <a:p>
            <a:r>
              <a:rPr lang="en-US" sz="2000" dirty="0"/>
              <a:t>It is NOT memory storage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8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1C63EC08-A4FF-B4B1-3608-3C930984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24" r="-1" b="-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45B2EF-A57C-C510-D19C-1C6E4DFC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Limitations of Working Memory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AEB0-06FB-F312-56E2-D29609F9D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r>
              <a:rPr lang="en-US" sz="2000"/>
              <a:t>Token limit</a:t>
            </a:r>
          </a:p>
          <a:p>
            <a:r>
              <a:rPr lang="en-US" sz="2000"/>
              <a:t>Recency bias (recent tokens dominate)</a:t>
            </a:r>
          </a:p>
          <a:p>
            <a:r>
              <a:rPr lang="en-US" sz="2000"/>
              <a:t>Cannot remember past sessions</a:t>
            </a:r>
          </a:p>
          <a:p>
            <a:r>
              <a:rPr lang="en-US" sz="2000"/>
              <a:t>Cannot store large documents</a:t>
            </a:r>
          </a:p>
          <a:p>
            <a:r>
              <a:rPr lang="en-US" sz="2000"/>
              <a:t>Cannot search old information</a:t>
            </a:r>
          </a:p>
          <a:p>
            <a:pPr marL="0" indent="0">
              <a:buNone/>
            </a:pPr>
            <a:r>
              <a:rPr lang="en-US" sz="2000"/>
              <a:t>So what do frameworks do?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3828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FA94D-A9B7-60F3-A194-C5D7E619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Session Memory (Application-Level)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F47E7C-7D43-E550-76CD-8B546F4CF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6376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1033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8FC3E-6796-D8E6-4D1F-187398F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ConversationBufferMemory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16A2C7-3ADF-6E8F-AE6E-4CC37A185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98497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291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11430872-BEF9-1658-591E-3972593C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3" r="20752" b="2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E7BD9F-755F-9411-B83B-A9A5EF03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sz="2800" err="1"/>
              <a:t>ConversationSummaryMemory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A110-C30D-9826-6B30-28B0E021C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Instead of storing everything:</a:t>
            </a:r>
          </a:p>
          <a:p>
            <a:pPr>
              <a:lnSpc>
                <a:spcPct val="90000"/>
              </a:lnSpc>
            </a:pPr>
            <a:r>
              <a:rPr lang="en-US" sz="1700"/>
              <a:t>Older messages are summarized.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Benefits:</a:t>
            </a:r>
          </a:p>
          <a:p>
            <a:pPr>
              <a:lnSpc>
                <a:spcPct val="90000"/>
              </a:lnSpc>
            </a:pPr>
            <a:r>
              <a:rPr lang="en-US" sz="1700"/>
              <a:t>Saves tokens</a:t>
            </a:r>
          </a:p>
          <a:p>
            <a:pPr>
              <a:lnSpc>
                <a:spcPct val="90000"/>
              </a:lnSpc>
            </a:pPr>
            <a:r>
              <a:rPr lang="en-US" sz="1700"/>
              <a:t>Maintains context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Risk:</a:t>
            </a:r>
          </a:p>
          <a:p>
            <a:pPr>
              <a:lnSpc>
                <a:spcPct val="90000"/>
              </a:lnSpc>
            </a:pPr>
            <a:r>
              <a:rPr lang="en-US" sz="1700"/>
              <a:t>Information compression</a:t>
            </a:r>
          </a:p>
          <a:p>
            <a:pPr>
              <a:lnSpc>
                <a:spcPct val="90000"/>
              </a:lnSpc>
            </a:pPr>
            <a:r>
              <a:rPr lang="en-US" sz="1700"/>
              <a:t>Possible loss of detail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584518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4C41D-D9A4-F90D-CDC8-3BDD7802C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2200" dirty="0" err="1">
                <a:solidFill>
                  <a:srgbClr val="FFFFFF"/>
                </a:solidFill>
              </a:rPr>
              <a:t>TokenBufferMemory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(Sliding Window Memory)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DB343-7AE6-73CA-3259-406FB7DD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Keeps only:</a:t>
            </a:r>
          </a:p>
          <a:p>
            <a:r>
              <a:rPr lang="en-US" sz="2000"/>
              <a:t>Last N tokens</a:t>
            </a:r>
          </a:p>
          <a:p>
            <a:pPr marL="0" indent="0">
              <a:buNone/>
            </a:pPr>
            <a:r>
              <a:rPr lang="en-US" sz="2000"/>
              <a:t>Advantage:</a:t>
            </a:r>
          </a:p>
          <a:p>
            <a:r>
              <a:rPr lang="en-US" sz="2000"/>
              <a:t>Prevents overflow.</a:t>
            </a:r>
          </a:p>
          <a:p>
            <a:pPr marL="0" indent="0">
              <a:buNone/>
            </a:pPr>
            <a:r>
              <a:rPr lang="en-US" sz="2000"/>
              <a:t>Limitation:</a:t>
            </a:r>
          </a:p>
          <a:p>
            <a:r>
              <a:rPr lang="en-US" sz="2000"/>
              <a:t>Still temporary.</a:t>
            </a:r>
            <a:br>
              <a:rPr lang="en-US" sz="2000"/>
            </a:br>
            <a:r>
              <a:rPr lang="en-US" sz="2000"/>
              <a:t>Still not persistent.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617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C9BA1-367E-D438-A16E-A01E5785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</a:rPr>
              <a:t>Where Buffers Sit in Architecture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6DFC-4AAC-7EC3-EB96-D9FFD744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r>
              <a:rPr lang="en-US" sz="2000"/>
              <a:t>User → Buffer → LLM</a:t>
            </a:r>
          </a:p>
          <a:p>
            <a:r>
              <a:rPr lang="en-US" sz="2000"/>
              <a:t>The buffer stores conversation.</a:t>
            </a:r>
          </a:p>
          <a:p>
            <a:pPr marL="0" indent="0">
              <a:buNone/>
            </a:pPr>
            <a:r>
              <a:rPr lang="en-US" sz="2000"/>
              <a:t>Before sending prompt:</a:t>
            </a:r>
          </a:p>
          <a:p>
            <a:r>
              <a:rPr lang="en-US" sz="2000"/>
              <a:t>Buffer injects memory into context window.</a:t>
            </a:r>
          </a:p>
          <a:p>
            <a:pPr marL="0" indent="0">
              <a:buNone/>
            </a:pPr>
            <a:r>
              <a:rPr lang="en-US" sz="2000"/>
              <a:t>So memory is:</a:t>
            </a:r>
          </a:p>
          <a:p>
            <a:r>
              <a:rPr lang="en-US" sz="2000"/>
              <a:t>Not inside model. It is injected externally.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5028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D847B-486F-9F37-80EB-BF3E5CAB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Important Distinction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F118C-829B-AAD0-1F2C-2365A735D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7149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314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DFAAE7-061D-4086-99EC-872CB3050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11D02-9AB0-6675-554C-3ABE0115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451" y="685800"/>
            <a:ext cx="7648573" cy="1752599"/>
          </a:xfrm>
        </p:spPr>
        <p:txBody>
          <a:bodyPr>
            <a:normAutofit/>
          </a:bodyPr>
          <a:lstStyle/>
          <a:p>
            <a:r>
              <a:rPr lang="en-US" dirty="0"/>
              <a:t>Why This Is Not Enough for Agents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570099-A243-48DD-9EAE-36F4AC09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5E4A74B-6514-424A-ADFA-C232FA6B9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1"/>
            <a:ext cx="858884" cy="2780957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61C5C86-C785-4B92-9F2D-133B8B8C2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1"/>
            <a:ext cx="835810" cy="2671495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954D0BF9-002C-4D3A-A222-C166094A5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5830"/>
            <a:ext cx="2175413" cy="4272171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6080EB6E-D69F-43B1-91EC-75C303342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9078" y="2695292"/>
            <a:ext cx="2690743" cy="4162709"/>
          </a:xfrm>
          <a:custGeom>
            <a:avLst/>
            <a:gdLst/>
            <a:ahLst/>
            <a:cxnLst/>
            <a:rect l="0" t="0" r="r" b="b"/>
            <a:pathLst>
              <a:path w="2099" h="2624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BA816A-EE68-4A96-BA05-73303B2F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2690532"/>
            <a:ext cx="2904320" cy="4167469"/>
          </a:xfrm>
          <a:custGeom>
            <a:avLst/>
            <a:gdLst>
              <a:gd name="connsiteX0" fmla="*/ 0 w 2904320"/>
              <a:gd name="connsiteY0" fmla="*/ 0 h 4167469"/>
              <a:gd name="connsiteX1" fmla="*/ 288431 w 2904320"/>
              <a:gd name="connsiteY1" fmla="*/ 90425 h 4167469"/>
              <a:gd name="connsiteX2" fmla="*/ 2904320 w 2904320"/>
              <a:gd name="connsiteY2" fmla="*/ 3220465 h 4167469"/>
              <a:gd name="connsiteX3" fmla="*/ 2904320 w 2904320"/>
              <a:gd name="connsiteY3" fmla="*/ 4167469 h 4167469"/>
              <a:gd name="connsiteX4" fmla="*/ 2694589 w 2904320"/>
              <a:gd name="connsiteY4" fmla="*/ 4167469 h 4167469"/>
              <a:gd name="connsiteX5" fmla="*/ 3846 w 2904320"/>
              <a:gd name="connsiteY5" fmla="*/ 4759 h 4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4320" h="4167469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22A94CDB-5D63-4C75-9CB6-6C18CDF37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1071"/>
            <a:ext cx="2894568" cy="4276930"/>
          </a:xfrm>
          <a:custGeom>
            <a:avLst/>
            <a:gdLst/>
            <a:ahLst/>
            <a:cxnLst/>
            <a:rect l="0" t="0" r="r" b="b"/>
            <a:pathLst>
              <a:path w="2258" h="2696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6485-256D-2A74-C0D3-AD37B427F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451" y="2666999"/>
            <a:ext cx="7648572" cy="3124201"/>
          </a:xfrm>
        </p:spPr>
        <p:txBody>
          <a:bodyPr anchor="t">
            <a:normAutofit/>
          </a:bodyPr>
          <a:lstStyle/>
          <a:p>
            <a:r>
              <a:rPr lang="en-US" sz="2000" dirty="0"/>
              <a:t>Agentic systems require:</a:t>
            </a:r>
          </a:p>
          <a:p>
            <a:pPr lvl="1"/>
            <a:r>
              <a:rPr lang="en-US" dirty="0"/>
              <a:t>Persistent knowledge</a:t>
            </a:r>
          </a:p>
          <a:p>
            <a:pPr lvl="1"/>
            <a:r>
              <a:rPr lang="en-US" dirty="0"/>
              <a:t>Document recall</a:t>
            </a:r>
          </a:p>
          <a:p>
            <a:pPr lvl="1"/>
            <a:r>
              <a:rPr lang="en-US" dirty="0"/>
              <a:t>Cross-session memory</a:t>
            </a:r>
          </a:p>
          <a:p>
            <a:pPr lvl="1"/>
            <a:r>
              <a:rPr lang="en-US" dirty="0"/>
              <a:t>Shared memory across agents</a:t>
            </a:r>
          </a:p>
          <a:p>
            <a:pPr lvl="1"/>
            <a:r>
              <a:rPr lang="en-US" dirty="0"/>
              <a:t>Structured task history</a:t>
            </a:r>
          </a:p>
          <a:p>
            <a:r>
              <a:rPr lang="en-US" sz="2000" dirty="0"/>
              <a:t>Buffers cannot do this.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834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FB5DD-EA19-E37B-CED1-C57D47CB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Think Like a System Designer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3549E9-E1B7-54BA-6642-50F6733FB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03912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6534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9857A-F4BC-D828-6E34-93EC0FEE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Transition to Next Lecture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1A63EF-AE19-C2C1-75F7-DA9CDC4604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542149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4470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76</TotalTime>
  <Words>649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Corbel</vt:lpstr>
      <vt:lpstr>Parallax</vt:lpstr>
      <vt:lpstr>Memory in Agentic AI (Part 1)</vt:lpstr>
      <vt:lpstr>Big Question</vt:lpstr>
      <vt:lpstr>What Is “Memory” in AI?</vt:lpstr>
      <vt:lpstr>4 Layers of Memory in LLM Systems</vt:lpstr>
      <vt:lpstr>Working Memory (Inside the Transformer)</vt:lpstr>
      <vt:lpstr>What Is a Context Window?</vt:lpstr>
      <vt:lpstr>How Attention Acts as Memory</vt:lpstr>
      <vt:lpstr>Important: Attention Is Not Long-Term Memory</vt:lpstr>
      <vt:lpstr>KV Cache</vt:lpstr>
      <vt:lpstr>Limitations of Working Memory</vt:lpstr>
      <vt:lpstr>Session Memory (Application-Level)</vt:lpstr>
      <vt:lpstr>ConversationBufferMemory</vt:lpstr>
      <vt:lpstr>ConversationSummaryMemory</vt:lpstr>
      <vt:lpstr>TokenBufferMemory (Sliding Window Memory)</vt:lpstr>
      <vt:lpstr>Where Buffers Sit in Architecture</vt:lpstr>
      <vt:lpstr>Important Distinction</vt:lpstr>
      <vt:lpstr>Why This Is Not Enough for Agents</vt:lpstr>
      <vt:lpstr>Think Like a System Designer</vt:lpstr>
      <vt:lpstr>Transition to 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3</cp:revision>
  <dcterms:created xsi:type="dcterms:W3CDTF">2026-03-02T18:35:11Z</dcterms:created>
  <dcterms:modified xsi:type="dcterms:W3CDTF">2026-03-04T18:00:00Z</dcterms:modified>
</cp:coreProperties>
</file>