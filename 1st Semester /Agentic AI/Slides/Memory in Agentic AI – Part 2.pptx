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76" r:id="rId20"/>
    <p:sldId id="277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B2C820-1A6D-4BDF-BFE0-F623DF2D9EA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A53058D-DD97-45A1-872C-8A2128AB827B}">
      <dgm:prSet/>
      <dgm:spPr/>
      <dgm:t>
        <a:bodyPr/>
        <a:lstStyle/>
        <a:p>
          <a:r>
            <a:rPr lang="en-US"/>
            <a:t>Memory stored outside the model.</a:t>
          </a:r>
        </a:p>
      </dgm:t>
    </dgm:pt>
    <dgm:pt modelId="{8C683875-DF72-4736-9A07-8A513F6019FE}" type="parTrans" cxnId="{A3F790AE-E679-46EC-AA90-E271F11F714E}">
      <dgm:prSet/>
      <dgm:spPr/>
      <dgm:t>
        <a:bodyPr/>
        <a:lstStyle/>
        <a:p>
          <a:endParaRPr lang="en-US"/>
        </a:p>
      </dgm:t>
    </dgm:pt>
    <dgm:pt modelId="{A8FC60B4-3DE9-4A16-9FB9-7417BED3168B}" type="sibTrans" cxnId="{A3F790AE-E679-46EC-AA90-E271F11F714E}">
      <dgm:prSet/>
      <dgm:spPr/>
      <dgm:t>
        <a:bodyPr/>
        <a:lstStyle/>
        <a:p>
          <a:endParaRPr lang="en-US"/>
        </a:p>
      </dgm:t>
    </dgm:pt>
    <dgm:pt modelId="{A8DE7364-5FD2-4E59-8455-203B675D6174}">
      <dgm:prSet/>
      <dgm:spPr/>
      <dgm:t>
        <a:bodyPr/>
        <a:lstStyle/>
        <a:p>
          <a:r>
            <a:rPr lang="en-US"/>
            <a:t>Examples:</a:t>
          </a:r>
        </a:p>
      </dgm:t>
    </dgm:pt>
    <dgm:pt modelId="{4E5BD34B-EEFC-456E-8E82-449A1175C019}" type="parTrans" cxnId="{0DD9584B-AF65-441A-A716-4FD11E9F1DA7}">
      <dgm:prSet/>
      <dgm:spPr/>
      <dgm:t>
        <a:bodyPr/>
        <a:lstStyle/>
        <a:p>
          <a:endParaRPr lang="en-US"/>
        </a:p>
      </dgm:t>
    </dgm:pt>
    <dgm:pt modelId="{53CE7A9A-87D9-449A-9BF4-578FD65A7ABA}" type="sibTrans" cxnId="{0DD9584B-AF65-441A-A716-4FD11E9F1DA7}">
      <dgm:prSet/>
      <dgm:spPr/>
      <dgm:t>
        <a:bodyPr/>
        <a:lstStyle/>
        <a:p>
          <a:endParaRPr lang="en-US"/>
        </a:p>
      </dgm:t>
    </dgm:pt>
    <dgm:pt modelId="{86EC2D77-C4C9-4980-A480-F27E7D2E0BB8}">
      <dgm:prSet/>
      <dgm:spPr/>
      <dgm:t>
        <a:bodyPr/>
        <a:lstStyle/>
        <a:p>
          <a:r>
            <a:rPr lang="en-US"/>
            <a:t>Databases</a:t>
          </a:r>
        </a:p>
      </dgm:t>
    </dgm:pt>
    <dgm:pt modelId="{6FD5A8E1-287C-4556-941A-15DC60C30D4E}" type="parTrans" cxnId="{3409AE67-0861-4C02-999F-885647CB4990}">
      <dgm:prSet/>
      <dgm:spPr/>
      <dgm:t>
        <a:bodyPr/>
        <a:lstStyle/>
        <a:p>
          <a:endParaRPr lang="en-US"/>
        </a:p>
      </dgm:t>
    </dgm:pt>
    <dgm:pt modelId="{B7846E1A-2267-4764-A1C0-A98EBC978903}" type="sibTrans" cxnId="{3409AE67-0861-4C02-999F-885647CB4990}">
      <dgm:prSet/>
      <dgm:spPr/>
      <dgm:t>
        <a:bodyPr/>
        <a:lstStyle/>
        <a:p>
          <a:endParaRPr lang="en-US"/>
        </a:p>
      </dgm:t>
    </dgm:pt>
    <dgm:pt modelId="{59497C80-F1FB-4066-A992-14DD96AA9CD0}">
      <dgm:prSet/>
      <dgm:spPr/>
      <dgm:t>
        <a:bodyPr/>
        <a:lstStyle/>
        <a:p>
          <a:r>
            <a:rPr lang="en-US"/>
            <a:t>Vector databases</a:t>
          </a:r>
        </a:p>
      </dgm:t>
    </dgm:pt>
    <dgm:pt modelId="{25C49B29-9A5A-44FE-A279-968CBF50A341}" type="parTrans" cxnId="{3554056A-88A4-455E-B297-B446A1B46FC5}">
      <dgm:prSet/>
      <dgm:spPr/>
      <dgm:t>
        <a:bodyPr/>
        <a:lstStyle/>
        <a:p>
          <a:endParaRPr lang="en-US"/>
        </a:p>
      </dgm:t>
    </dgm:pt>
    <dgm:pt modelId="{530BBA29-1759-4F4B-8EC4-50C0D3787AC5}" type="sibTrans" cxnId="{3554056A-88A4-455E-B297-B446A1B46FC5}">
      <dgm:prSet/>
      <dgm:spPr/>
      <dgm:t>
        <a:bodyPr/>
        <a:lstStyle/>
        <a:p>
          <a:endParaRPr lang="en-US"/>
        </a:p>
      </dgm:t>
    </dgm:pt>
    <dgm:pt modelId="{1A9E9BED-335F-4D10-89CD-4F464DDAC692}">
      <dgm:prSet/>
      <dgm:spPr/>
      <dgm:t>
        <a:bodyPr/>
        <a:lstStyle/>
        <a:p>
          <a:r>
            <a:rPr lang="en-US"/>
            <a:t>Task logs</a:t>
          </a:r>
        </a:p>
      </dgm:t>
    </dgm:pt>
    <dgm:pt modelId="{AC444BB3-4EDD-442F-A65D-C4DCF991CD8B}" type="parTrans" cxnId="{E0835C1A-6854-4CC3-8159-16171CA1AE11}">
      <dgm:prSet/>
      <dgm:spPr/>
      <dgm:t>
        <a:bodyPr/>
        <a:lstStyle/>
        <a:p>
          <a:endParaRPr lang="en-US"/>
        </a:p>
      </dgm:t>
    </dgm:pt>
    <dgm:pt modelId="{ECA178A7-E814-4DE1-8136-0D7ABC1AB38A}" type="sibTrans" cxnId="{E0835C1A-6854-4CC3-8159-16171CA1AE11}">
      <dgm:prSet/>
      <dgm:spPr/>
      <dgm:t>
        <a:bodyPr/>
        <a:lstStyle/>
        <a:p>
          <a:endParaRPr lang="en-US"/>
        </a:p>
      </dgm:t>
    </dgm:pt>
    <dgm:pt modelId="{15787AB6-B410-4E7A-BE74-7CD350A55805}">
      <dgm:prSet/>
      <dgm:spPr/>
      <dgm:t>
        <a:bodyPr/>
        <a:lstStyle/>
        <a:p>
          <a:r>
            <a:rPr lang="en-US"/>
            <a:t>Knowledge bases</a:t>
          </a:r>
        </a:p>
      </dgm:t>
    </dgm:pt>
    <dgm:pt modelId="{C7877C9B-280D-4376-9EB8-4A4C34F5910C}" type="parTrans" cxnId="{D3A786E4-52C3-4C3B-B659-628D6CB71555}">
      <dgm:prSet/>
      <dgm:spPr/>
      <dgm:t>
        <a:bodyPr/>
        <a:lstStyle/>
        <a:p>
          <a:endParaRPr lang="en-US"/>
        </a:p>
      </dgm:t>
    </dgm:pt>
    <dgm:pt modelId="{F157877F-FBE8-40C2-8A7C-F5E19F908D7E}" type="sibTrans" cxnId="{D3A786E4-52C3-4C3B-B659-628D6CB71555}">
      <dgm:prSet/>
      <dgm:spPr/>
      <dgm:t>
        <a:bodyPr/>
        <a:lstStyle/>
        <a:p>
          <a:endParaRPr lang="en-US"/>
        </a:p>
      </dgm:t>
    </dgm:pt>
    <dgm:pt modelId="{F954234D-1C29-4F4A-908A-7CB5E159C989}">
      <dgm:prSet/>
      <dgm:spPr/>
      <dgm:t>
        <a:bodyPr/>
        <a:lstStyle/>
        <a:p>
          <a:r>
            <a:rPr lang="en-US"/>
            <a:t>Agent reflection memory</a:t>
          </a:r>
        </a:p>
      </dgm:t>
    </dgm:pt>
    <dgm:pt modelId="{A9DAC683-5AE8-42EB-8962-925BBF485784}" type="parTrans" cxnId="{EB1ECED6-2903-419D-818C-1C9FAF639690}">
      <dgm:prSet/>
      <dgm:spPr/>
      <dgm:t>
        <a:bodyPr/>
        <a:lstStyle/>
        <a:p>
          <a:endParaRPr lang="en-US"/>
        </a:p>
      </dgm:t>
    </dgm:pt>
    <dgm:pt modelId="{779FEA61-FB8F-4AF3-8454-6F9F0A299EBE}" type="sibTrans" cxnId="{EB1ECED6-2903-419D-818C-1C9FAF639690}">
      <dgm:prSet/>
      <dgm:spPr/>
      <dgm:t>
        <a:bodyPr/>
        <a:lstStyle/>
        <a:p>
          <a:endParaRPr lang="en-US"/>
        </a:p>
      </dgm:t>
    </dgm:pt>
    <dgm:pt modelId="{3E45AFB7-0878-4338-979D-400C9D04D2EC}">
      <dgm:prSet/>
      <dgm:spPr/>
      <dgm:t>
        <a:bodyPr/>
        <a:lstStyle/>
        <a:p>
          <a:r>
            <a:rPr lang="en-US"/>
            <a:t>This is persistent.</a:t>
          </a:r>
        </a:p>
      </dgm:t>
    </dgm:pt>
    <dgm:pt modelId="{7F7B9470-C80E-4E94-9AD8-FCCF9A8978BF}" type="parTrans" cxnId="{5BCC1558-9685-4ACB-8F94-CB589434B7CE}">
      <dgm:prSet/>
      <dgm:spPr/>
      <dgm:t>
        <a:bodyPr/>
        <a:lstStyle/>
        <a:p>
          <a:endParaRPr lang="en-US"/>
        </a:p>
      </dgm:t>
    </dgm:pt>
    <dgm:pt modelId="{10BB35AC-BD33-4197-B8F8-959246105769}" type="sibTrans" cxnId="{5BCC1558-9685-4ACB-8F94-CB589434B7CE}">
      <dgm:prSet/>
      <dgm:spPr/>
      <dgm:t>
        <a:bodyPr/>
        <a:lstStyle/>
        <a:p>
          <a:endParaRPr lang="en-US"/>
        </a:p>
      </dgm:t>
    </dgm:pt>
    <dgm:pt modelId="{9DDB85B9-2A60-469E-82CB-2DBFA3359DCF}" type="pres">
      <dgm:prSet presAssocID="{FCB2C820-1A6D-4BDF-BFE0-F623DF2D9EA5}" presName="linear" presStyleCnt="0">
        <dgm:presLayoutVars>
          <dgm:animLvl val="lvl"/>
          <dgm:resizeHandles val="exact"/>
        </dgm:presLayoutVars>
      </dgm:prSet>
      <dgm:spPr/>
    </dgm:pt>
    <dgm:pt modelId="{D88E5D52-5FA7-4912-BA67-21800C3FA86E}" type="pres">
      <dgm:prSet presAssocID="{1A53058D-DD97-45A1-872C-8A2128AB827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A92BD98-DCFD-42ED-8CCC-76D89A9D1891}" type="pres">
      <dgm:prSet presAssocID="{A8FC60B4-3DE9-4A16-9FB9-7417BED3168B}" presName="spacer" presStyleCnt="0"/>
      <dgm:spPr/>
    </dgm:pt>
    <dgm:pt modelId="{4A477A88-960E-46B0-BC78-2B505CD7B19B}" type="pres">
      <dgm:prSet presAssocID="{A8DE7364-5FD2-4E59-8455-203B675D617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3D0EBD2-A20A-4284-AC75-E2DA5C06127B}" type="pres">
      <dgm:prSet presAssocID="{A8DE7364-5FD2-4E59-8455-203B675D6174}" presName="childText" presStyleLbl="revTx" presStyleIdx="0" presStyleCnt="1">
        <dgm:presLayoutVars>
          <dgm:bulletEnabled val="1"/>
        </dgm:presLayoutVars>
      </dgm:prSet>
      <dgm:spPr/>
    </dgm:pt>
    <dgm:pt modelId="{B2DD4693-935D-4DA4-BA3D-BC2396B402D7}" type="pres">
      <dgm:prSet presAssocID="{3E45AFB7-0878-4338-979D-400C9D04D2E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B648106-457E-46A1-B5F4-81D4923EC5EE}" type="presOf" srcId="{F954234D-1C29-4F4A-908A-7CB5E159C989}" destId="{A3D0EBD2-A20A-4284-AC75-E2DA5C06127B}" srcOrd="0" destOrd="4" presId="urn:microsoft.com/office/officeart/2005/8/layout/vList2"/>
    <dgm:cxn modelId="{E0835C1A-6854-4CC3-8159-16171CA1AE11}" srcId="{A8DE7364-5FD2-4E59-8455-203B675D6174}" destId="{1A9E9BED-335F-4D10-89CD-4F464DDAC692}" srcOrd="2" destOrd="0" parTransId="{AC444BB3-4EDD-442F-A65D-C4DCF991CD8B}" sibTransId="{ECA178A7-E814-4DE1-8136-0D7ABC1AB38A}"/>
    <dgm:cxn modelId="{52DC7432-4322-40F0-A6B6-A3F38FCA413E}" type="presOf" srcId="{59497C80-F1FB-4066-A992-14DD96AA9CD0}" destId="{A3D0EBD2-A20A-4284-AC75-E2DA5C06127B}" srcOrd="0" destOrd="1" presId="urn:microsoft.com/office/officeart/2005/8/layout/vList2"/>
    <dgm:cxn modelId="{9A548538-007F-4B89-B257-C2F83A122D30}" type="presOf" srcId="{A8DE7364-5FD2-4E59-8455-203B675D6174}" destId="{4A477A88-960E-46B0-BC78-2B505CD7B19B}" srcOrd="0" destOrd="0" presId="urn:microsoft.com/office/officeart/2005/8/layout/vList2"/>
    <dgm:cxn modelId="{ABF91B3D-6ECC-4DD2-A978-6D748BC3BB00}" type="presOf" srcId="{1A53058D-DD97-45A1-872C-8A2128AB827B}" destId="{D88E5D52-5FA7-4912-BA67-21800C3FA86E}" srcOrd="0" destOrd="0" presId="urn:microsoft.com/office/officeart/2005/8/layout/vList2"/>
    <dgm:cxn modelId="{3409AE67-0861-4C02-999F-885647CB4990}" srcId="{A8DE7364-5FD2-4E59-8455-203B675D6174}" destId="{86EC2D77-C4C9-4980-A480-F27E7D2E0BB8}" srcOrd="0" destOrd="0" parTransId="{6FD5A8E1-287C-4556-941A-15DC60C30D4E}" sibTransId="{B7846E1A-2267-4764-A1C0-A98EBC978903}"/>
    <dgm:cxn modelId="{3554056A-88A4-455E-B297-B446A1B46FC5}" srcId="{A8DE7364-5FD2-4E59-8455-203B675D6174}" destId="{59497C80-F1FB-4066-A992-14DD96AA9CD0}" srcOrd="1" destOrd="0" parTransId="{25C49B29-9A5A-44FE-A279-968CBF50A341}" sibTransId="{530BBA29-1759-4F4B-8EC4-50C0D3787AC5}"/>
    <dgm:cxn modelId="{0DD9584B-AF65-441A-A716-4FD11E9F1DA7}" srcId="{FCB2C820-1A6D-4BDF-BFE0-F623DF2D9EA5}" destId="{A8DE7364-5FD2-4E59-8455-203B675D6174}" srcOrd="1" destOrd="0" parTransId="{4E5BD34B-EEFC-456E-8E82-449A1175C019}" sibTransId="{53CE7A9A-87D9-449A-9BF4-578FD65A7ABA}"/>
    <dgm:cxn modelId="{5BCC1558-9685-4ACB-8F94-CB589434B7CE}" srcId="{FCB2C820-1A6D-4BDF-BFE0-F623DF2D9EA5}" destId="{3E45AFB7-0878-4338-979D-400C9D04D2EC}" srcOrd="2" destOrd="0" parTransId="{7F7B9470-C80E-4E94-9AD8-FCCF9A8978BF}" sibTransId="{10BB35AC-BD33-4197-B8F8-959246105769}"/>
    <dgm:cxn modelId="{66F8C87E-E619-410D-91F1-967A83AF18E6}" type="presOf" srcId="{3E45AFB7-0878-4338-979D-400C9D04D2EC}" destId="{B2DD4693-935D-4DA4-BA3D-BC2396B402D7}" srcOrd="0" destOrd="0" presId="urn:microsoft.com/office/officeart/2005/8/layout/vList2"/>
    <dgm:cxn modelId="{D79AF68B-A169-421E-9DAC-630523E81AF2}" type="presOf" srcId="{86EC2D77-C4C9-4980-A480-F27E7D2E0BB8}" destId="{A3D0EBD2-A20A-4284-AC75-E2DA5C06127B}" srcOrd="0" destOrd="0" presId="urn:microsoft.com/office/officeart/2005/8/layout/vList2"/>
    <dgm:cxn modelId="{F7966697-A0F9-4A9D-A5CC-E7AB3F74C4C3}" type="presOf" srcId="{15787AB6-B410-4E7A-BE74-7CD350A55805}" destId="{A3D0EBD2-A20A-4284-AC75-E2DA5C06127B}" srcOrd="0" destOrd="3" presId="urn:microsoft.com/office/officeart/2005/8/layout/vList2"/>
    <dgm:cxn modelId="{0987A2AC-61FB-4D2D-AA60-C8FD840B4826}" type="presOf" srcId="{FCB2C820-1A6D-4BDF-BFE0-F623DF2D9EA5}" destId="{9DDB85B9-2A60-469E-82CB-2DBFA3359DCF}" srcOrd="0" destOrd="0" presId="urn:microsoft.com/office/officeart/2005/8/layout/vList2"/>
    <dgm:cxn modelId="{A3F790AE-E679-46EC-AA90-E271F11F714E}" srcId="{FCB2C820-1A6D-4BDF-BFE0-F623DF2D9EA5}" destId="{1A53058D-DD97-45A1-872C-8A2128AB827B}" srcOrd="0" destOrd="0" parTransId="{8C683875-DF72-4736-9A07-8A513F6019FE}" sibTransId="{A8FC60B4-3DE9-4A16-9FB9-7417BED3168B}"/>
    <dgm:cxn modelId="{08A12AB5-D120-4CA0-80D7-EB2DD2C28C1E}" type="presOf" srcId="{1A9E9BED-335F-4D10-89CD-4F464DDAC692}" destId="{A3D0EBD2-A20A-4284-AC75-E2DA5C06127B}" srcOrd="0" destOrd="2" presId="urn:microsoft.com/office/officeart/2005/8/layout/vList2"/>
    <dgm:cxn modelId="{EB1ECED6-2903-419D-818C-1C9FAF639690}" srcId="{A8DE7364-5FD2-4E59-8455-203B675D6174}" destId="{F954234D-1C29-4F4A-908A-7CB5E159C989}" srcOrd="4" destOrd="0" parTransId="{A9DAC683-5AE8-42EB-8962-925BBF485784}" sibTransId="{779FEA61-FB8F-4AF3-8454-6F9F0A299EBE}"/>
    <dgm:cxn modelId="{D3A786E4-52C3-4C3B-B659-628D6CB71555}" srcId="{A8DE7364-5FD2-4E59-8455-203B675D6174}" destId="{15787AB6-B410-4E7A-BE74-7CD350A55805}" srcOrd="3" destOrd="0" parTransId="{C7877C9B-280D-4376-9EB8-4A4C34F5910C}" sibTransId="{F157877F-FBE8-40C2-8A7C-F5E19F908D7E}"/>
    <dgm:cxn modelId="{969CE7E5-1A58-4C61-BE2E-351F23B5F591}" type="presParOf" srcId="{9DDB85B9-2A60-469E-82CB-2DBFA3359DCF}" destId="{D88E5D52-5FA7-4912-BA67-21800C3FA86E}" srcOrd="0" destOrd="0" presId="urn:microsoft.com/office/officeart/2005/8/layout/vList2"/>
    <dgm:cxn modelId="{9CEF664B-186E-45CD-BB84-FA03C3F2D944}" type="presParOf" srcId="{9DDB85B9-2A60-469E-82CB-2DBFA3359DCF}" destId="{6A92BD98-DCFD-42ED-8CCC-76D89A9D1891}" srcOrd="1" destOrd="0" presId="urn:microsoft.com/office/officeart/2005/8/layout/vList2"/>
    <dgm:cxn modelId="{47BC680E-0EBC-462F-A033-94AAD53068CE}" type="presParOf" srcId="{9DDB85B9-2A60-469E-82CB-2DBFA3359DCF}" destId="{4A477A88-960E-46B0-BC78-2B505CD7B19B}" srcOrd="2" destOrd="0" presId="urn:microsoft.com/office/officeart/2005/8/layout/vList2"/>
    <dgm:cxn modelId="{6CDF0A08-100E-417A-BD6A-D09E40748001}" type="presParOf" srcId="{9DDB85B9-2A60-469E-82CB-2DBFA3359DCF}" destId="{A3D0EBD2-A20A-4284-AC75-E2DA5C06127B}" srcOrd="3" destOrd="0" presId="urn:microsoft.com/office/officeart/2005/8/layout/vList2"/>
    <dgm:cxn modelId="{F8930FA5-24AE-44C7-9AFB-7E0E34122E3C}" type="presParOf" srcId="{9DDB85B9-2A60-469E-82CB-2DBFA3359DCF}" destId="{B2DD4693-935D-4DA4-BA3D-BC2396B402D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307445-2FA8-4B8C-B68A-D8EF366E04DA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D8C6C22-C20A-428A-9D93-FA3983003F64}">
      <dgm:prSet/>
      <dgm:spPr/>
      <dgm:t>
        <a:bodyPr/>
        <a:lstStyle/>
        <a:p>
          <a:r>
            <a:rPr lang="en-US"/>
            <a:t>LLMs cannot:</a:t>
          </a:r>
        </a:p>
      </dgm:t>
    </dgm:pt>
    <dgm:pt modelId="{0417C08A-90ED-4FB9-9673-4C67E4329E60}" type="parTrans" cxnId="{F1036611-5185-4C20-8FE5-A350CCE1226D}">
      <dgm:prSet/>
      <dgm:spPr/>
      <dgm:t>
        <a:bodyPr/>
        <a:lstStyle/>
        <a:p>
          <a:endParaRPr lang="en-US"/>
        </a:p>
      </dgm:t>
    </dgm:pt>
    <dgm:pt modelId="{BBB09C9F-7E40-4D0C-BF6E-540DE2DA6B2E}" type="sibTrans" cxnId="{F1036611-5185-4C20-8FE5-A350CCE1226D}">
      <dgm:prSet/>
      <dgm:spPr/>
      <dgm:t>
        <a:bodyPr/>
        <a:lstStyle/>
        <a:p>
          <a:endParaRPr lang="en-US"/>
        </a:p>
      </dgm:t>
    </dgm:pt>
    <dgm:pt modelId="{F9A588AC-E983-44FD-92FB-8FE3089F247C}">
      <dgm:prSet/>
      <dgm:spPr/>
      <dgm:t>
        <a:bodyPr/>
        <a:lstStyle/>
        <a:p>
          <a:r>
            <a:rPr lang="en-US"/>
            <a:t>Store large document collections</a:t>
          </a:r>
        </a:p>
      </dgm:t>
    </dgm:pt>
    <dgm:pt modelId="{B0B94973-9CF4-44F9-B581-D15AF2E04D49}" type="parTrans" cxnId="{5A45B3A2-475B-4970-A10C-6A7BBD023221}">
      <dgm:prSet/>
      <dgm:spPr/>
      <dgm:t>
        <a:bodyPr/>
        <a:lstStyle/>
        <a:p>
          <a:endParaRPr lang="en-US"/>
        </a:p>
      </dgm:t>
    </dgm:pt>
    <dgm:pt modelId="{DB4508F0-0DE3-425F-BE60-193884C3846D}" type="sibTrans" cxnId="{5A45B3A2-475B-4970-A10C-6A7BBD023221}">
      <dgm:prSet/>
      <dgm:spPr/>
      <dgm:t>
        <a:bodyPr/>
        <a:lstStyle/>
        <a:p>
          <a:endParaRPr lang="en-US"/>
        </a:p>
      </dgm:t>
    </dgm:pt>
    <dgm:pt modelId="{EE1EE1F5-7D93-4340-A740-4CECE89A6780}">
      <dgm:prSet/>
      <dgm:spPr/>
      <dgm:t>
        <a:bodyPr/>
        <a:lstStyle/>
        <a:p>
          <a:r>
            <a:rPr lang="en-US"/>
            <a:t>Remember previous sessions</a:t>
          </a:r>
        </a:p>
      </dgm:t>
    </dgm:pt>
    <dgm:pt modelId="{522EC9EF-8A8F-43B8-ACA9-AD3149DA4D4D}" type="parTrans" cxnId="{839BFDCE-E204-4469-BED9-F4AE5027A58E}">
      <dgm:prSet/>
      <dgm:spPr/>
      <dgm:t>
        <a:bodyPr/>
        <a:lstStyle/>
        <a:p>
          <a:endParaRPr lang="en-US"/>
        </a:p>
      </dgm:t>
    </dgm:pt>
    <dgm:pt modelId="{DAAE0D00-42D5-4CD7-BB13-AF269E1D57BB}" type="sibTrans" cxnId="{839BFDCE-E204-4469-BED9-F4AE5027A58E}">
      <dgm:prSet/>
      <dgm:spPr/>
      <dgm:t>
        <a:bodyPr/>
        <a:lstStyle/>
        <a:p>
          <a:endParaRPr lang="en-US"/>
        </a:p>
      </dgm:t>
    </dgm:pt>
    <dgm:pt modelId="{47CFB29B-0F51-44BE-81D3-2540FF9C249F}">
      <dgm:prSet/>
      <dgm:spPr/>
      <dgm:t>
        <a:bodyPr/>
        <a:lstStyle/>
        <a:p>
          <a:r>
            <a:rPr lang="en-US"/>
            <a:t>Search over thousands of files</a:t>
          </a:r>
        </a:p>
      </dgm:t>
    </dgm:pt>
    <dgm:pt modelId="{D3DB2B9F-F08A-4FD5-BB55-B5ED8456B8AE}" type="parTrans" cxnId="{A02BDEB7-FDB6-490A-A611-6E50FA7FA5C1}">
      <dgm:prSet/>
      <dgm:spPr/>
      <dgm:t>
        <a:bodyPr/>
        <a:lstStyle/>
        <a:p>
          <a:endParaRPr lang="en-US"/>
        </a:p>
      </dgm:t>
    </dgm:pt>
    <dgm:pt modelId="{375EDB1A-54ED-4C2E-BA4B-FF8E6A8AF145}" type="sibTrans" cxnId="{A02BDEB7-FDB6-490A-A611-6E50FA7FA5C1}">
      <dgm:prSet/>
      <dgm:spPr/>
      <dgm:t>
        <a:bodyPr/>
        <a:lstStyle/>
        <a:p>
          <a:endParaRPr lang="en-US"/>
        </a:p>
      </dgm:t>
    </dgm:pt>
    <dgm:pt modelId="{272FD291-C585-4FAF-BAE0-BDFA1BE8C928}">
      <dgm:prSet/>
      <dgm:spPr/>
      <dgm:t>
        <a:bodyPr/>
        <a:lstStyle/>
        <a:p>
          <a:r>
            <a:rPr lang="en-US"/>
            <a:t>Track task history</a:t>
          </a:r>
        </a:p>
      </dgm:t>
    </dgm:pt>
    <dgm:pt modelId="{9BCF4640-05A2-42B8-8777-D02372893301}" type="parTrans" cxnId="{C3A1D7C0-A010-4449-8FA1-567D455C1243}">
      <dgm:prSet/>
      <dgm:spPr/>
      <dgm:t>
        <a:bodyPr/>
        <a:lstStyle/>
        <a:p>
          <a:endParaRPr lang="en-US"/>
        </a:p>
      </dgm:t>
    </dgm:pt>
    <dgm:pt modelId="{0938F005-8F66-4F45-AB3B-D4AC64AF38C2}" type="sibTrans" cxnId="{C3A1D7C0-A010-4449-8FA1-567D455C1243}">
      <dgm:prSet/>
      <dgm:spPr/>
      <dgm:t>
        <a:bodyPr/>
        <a:lstStyle/>
        <a:p>
          <a:endParaRPr lang="en-US"/>
        </a:p>
      </dgm:t>
    </dgm:pt>
    <dgm:pt modelId="{C8063DD3-B9A3-4B48-9D1C-8F3251A89AA3}">
      <dgm:prSet/>
      <dgm:spPr/>
      <dgm:t>
        <a:bodyPr/>
        <a:lstStyle/>
        <a:p>
          <a:r>
            <a:rPr lang="en-US"/>
            <a:t>So we externalize memory.</a:t>
          </a:r>
        </a:p>
      </dgm:t>
    </dgm:pt>
    <dgm:pt modelId="{B8D09F34-696F-40DF-948A-1C60E9D52DCF}" type="parTrans" cxnId="{97DF0ADD-1B63-49DF-A61F-183184D2FE9E}">
      <dgm:prSet/>
      <dgm:spPr/>
      <dgm:t>
        <a:bodyPr/>
        <a:lstStyle/>
        <a:p>
          <a:endParaRPr lang="en-US"/>
        </a:p>
      </dgm:t>
    </dgm:pt>
    <dgm:pt modelId="{B8AC697F-4390-4B75-8560-2922D8210E67}" type="sibTrans" cxnId="{97DF0ADD-1B63-49DF-A61F-183184D2FE9E}">
      <dgm:prSet/>
      <dgm:spPr/>
      <dgm:t>
        <a:bodyPr/>
        <a:lstStyle/>
        <a:p>
          <a:endParaRPr lang="en-US"/>
        </a:p>
      </dgm:t>
    </dgm:pt>
    <dgm:pt modelId="{B0B81456-8837-4B4F-8E6F-0DC1638921D9}" type="pres">
      <dgm:prSet presAssocID="{31307445-2FA8-4B8C-B68A-D8EF366E04DA}" presName="linear" presStyleCnt="0">
        <dgm:presLayoutVars>
          <dgm:dir/>
          <dgm:animLvl val="lvl"/>
          <dgm:resizeHandles val="exact"/>
        </dgm:presLayoutVars>
      </dgm:prSet>
      <dgm:spPr/>
    </dgm:pt>
    <dgm:pt modelId="{D0F98157-7911-4F60-A063-54829C68DB13}" type="pres">
      <dgm:prSet presAssocID="{FD8C6C22-C20A-428A-9D93-FA3983003F64}" presName="parentLin" presStyleCnt="0"/>
      <dgm:spPr/>
    </dgm:pt>
    <dgm:pt modelId="{C38EBCEE-B9EF-423B-9CD1-590F9BAD06FC}" type="pres">
      <dgm:prSet presAssocID="{FD8C6C22-C20A-428A-9D93-FA3983003F64}" presName="parentLeftMargin" presStyleLbl="node1" presStyleIdx="0" presStyleCnt="2"/>
      <dgm:spPr/>
    </dgm:pt>
    <dgm:pt modelId="{610FEC8C-0094-4D89-AFB7-5ACA8A2E3490}" type="pres">
      <dgm:prSet presAssocID="{FD8C6C22-C20A-428A-9D93-FA3983003F6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69563C8-ADFC-4B62-844F-4E5BA0A8DB22}" type="pres">
      <dgm:prSet presAssocID="{FD8C6C22-C20A-428A-9D93-FA3983003F64}" presName="negativeSpace" presStyleCnt="0"/>
      <dgm:spPr/>
    </dgm:pt>
    <dgm:pt modelId="{4BEF1D22-7279-4172-848A-C637EF81BD79}" type="pres">
      <dgm:prSet presAssocID="{FD8C6C22-C20A-428A-9D93-FA3983003F64}" presName="childText" presStyleLbl="conFgAcc1" presStyleIdx="0" presStyleCnt="2">
        <dgm:presLayoutVars>
          <dgm:bulletEnabled val="1"/>
        </dgm:presLayoutVars>
      </dgm:prSet>
      <dgm:spPr/>
    </dgm:pt>
    <dgm:pt modelId="{A3A09442-32C8-453D-8D45-0F826EF8514B}" type="pres">
      <dgm:prSet presAssocID="{BBB09C9F-7E40-4D0C-BF6E-540DE2DA6B2E}" presName="spaceBetweenRectangles" presStyleCnt="0"/>
      <dgm:spPr/>
    </dgm:pt>
    <dgm:pt modelId="{DD1EB7EE-1D87-4720-A768-DBB7AC1AC3E1}" type="pres">
      <dgm:prSet presAssocID="{C8063DD3-B9A3-4B48-9D1C-8F3251A89AA3}" presName="parentLin" presStyleCnt="0"/>
      <dgm:spPr/>
    </dgm:pt>
    <dgm:pt modelId="{141D9602-263C-4822-BEDF-921B3F65836F}" type="pres">
      <dgm:prSet presAssocID="{C8063DD3-B9A3-4B48-9D1C-8F3251A89AA3}" presName="parentLeftMargin" presStyleLbl="node1" presStyleIdx="0" presStyleCnt="2"/>
      <dgm:spPr/>
    </dgm:pt>
    <dgm:pt modelId="{5AA8D443-CD1F-4AF9-A363-498E35EF0794}" type="pres">
      <dgm:prSet presAssocID="{C8063DD3-B9A3-4B48-9D1C-8F3251A89AA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419A669-351C-4349-9416-6580879E5A43}" type="pres">
      <dgm:prSet presAssocID="{C8063DD3-B9A3-4B48-9D1C-8F3251A89AA3}" presName="negativeSpace" presStyleCnt="0"/>
      <dgm:spPr/>
    </dgm:pt>
    <dgm:pt modelId="{EF98E99D-6B28-47B5-ACDD-469166A82B2A}" type="pres">
      <dgm:prSet presAssocID="{C8063DD3-B9A3-4B48-9D1C-8F3251A89AA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1036611-5185-4C20-8FE5-A350CCE1226D}" srcId="{31307445-2FA8-4B8C-B68A-D8EF366E04DA}" destId="{FD8C6C22-C20A-428A-9D93-FA3983003F64}" srcOrd="0" destOrd="0" parTransId="{0417C08A-90ED-4FB9-9673-4C67E4329E60}" sibTransId="{BBB09C9F-7E40-4D0C-BF6E-540DE2DA6B2E}"/>
    <dgm:cxn modelId="{0CE8C42D-74E9-4D11-B642-75B88BBA54D5}" type="presOf" srcId="{272FD291-C585-4FAF-BAE0-BDFA1BE8C928}" destId="{4BEF1D22-7279-4172-848A-C637EF81BD79}" srcOrd="0" destOrd="3" presId="urn:microsoft.com/office/officeart/2005/8/layout/list1"/>
    <dgm:cxn modelId="{703E7C65-6E25-4CF1-AFBD-145C5EE2A301}" type="presOf" srcId="{F9A588AC-E983-44FD-92FB-8FE3089F247C}" destId="{4BEF1D22-7279-4172-848A-C637EF81BD79}" srcOrd="0" destOrd="0" presId="urn:microsoft.com/office/officeart/2005/8/layout/list1"/>
    <dgm:cxn modelId="{09D5196C-91F3-41A1-B881-965993AB5B05}" type="presOf" srcId="{47CFB29B-0F51-44BE-81D3-2540FF9C249F}" destId="{4BEF1D22-7279-4172-848A-C637EF81BD79}" srcOrd="0" destOrd="2" presId="urn:microsoft.com/office/officeart/2005/8/layout/list1"/>
    <dgm:cxn modelId="{5A45B3A2-475B-4970-A10C-6A7BBD023221}" srcId="{FD8C6C22-C20A-428A-9D93-FA3983003F64}" destId="{F9A588AC-E983-44FD-92FB-8FE3089F247C}" srcOrd="0" destOrd="0" parTransId="{B0B94973-9CF4-44F9-B581-D15AF2E04D49}" sibTransId="{DB4508F0-0DE3-425F-BE60-193884C3846D}"/>
    <dgm:cxn modelId="{54E899A6-AF0C-48B1-832E-64648921DAED}" type="presOf" srcId="{C8063DD3-B9A3-4B48-9D1C-8F3251A89AA3}" destId="{141D9602-263C-4822-BEDF-921B3F65836F}" srcOrd="0" destOrd="0" presId="urn:microsoft.com/office/officeart/2005/8/layout/list1"/>
    <dgm:cxn modelId="{510DE7B5-D079-453A-A379-6B4A0FA614C3}" type="presOf" srcId="{EE1EE1F5-7D93-4340-A740-4CECE89A6780}" destId="{4BEF1D22-7279-4172-848A-C637EF81BD79}" srcOrd="0" destOrd="1" presId="urn:microsoft.com/office/officeart/2005/8/layout/list1"/>
    <dgm:cxn modelId="{77CE0AB7-9AD3-450B-9DCB-E453A8DF610C}" type="presOf" srcId="{C8063DD3-B9A3-4B48-9D1C-8F3251A89AA3}" destId="{5AA8D443-CD1F-4AF9-A363-498E35EF0794}" srcOrd="1" destOrd="0" presId="urn:microsoft.com/office/officeart/2005/8/layout/list1"/>
    <dgm:cxn modelId="{A02BDEB7-FDB6-490A-A611-6E50FA7FA5C1}" srcId="{FD8C6C22-C20A-428A-9D93-FA3983003F64}" destId="{47CFB29B-0F51-44BE-81D3-2540FF9C249F}" srcOrd="2" destOrd="0" parTransId="{D3DB2B9F-F08A-4FD5-BB55-B5ED8456B8AE}" sibTransId="{375EDB1A-54ED-4C2E-BA4B-FF8E6A8AF145}"/>
    <dgm:cxn modelId="{C3A1D7C0-A010-4449-8FA1-567D455C1243}" srcId="{FD8C6C22-C20A-428A-9D93-FA3983003F64}" destId="{272FD291-C585-4FAF-BAE0-BDFA1BE8C928}" srcOrd="3" destOrd="0" parTransId="{9BCF4640-05A2-42B8-8777-D02372893301}" sibTransId="{0938F005-8F66-4F45-AB3B-D4AC64AF38C2}"/>
    <dgm:cxn modelId="{A1D810C2-40A1-4131-A84F-0BCF30F5C216}" type="presOf" srcId="{31307445-2FA8-4B8C-B68A-D8EF366E04DA}" destId="{B0B81456-8837-4B4F-8E6F-0DC1638921D9}" srcOrd="0" destOrd="0" presId="urn:microsoft.com/office/officeart/2005/8/layout/list1"/>
    <dgm:cxn modelId="{C8D23DCC-C13C-4245-8E63-6DB7672BBA74}" type="presOf" srcId="{FD8C6C22-C20A-428A-9D93-FA3983003F64}" destId="{C38EBCEE-B9EF-423B-9CD1-590F9BAD06FC}" srcOrd="0" destOrd="0" presId="urn:microsoft.com/office/officeart/2005/8/layout/list1"/>
    <dgm:cxn modelId="{839BFDCE-E204-4469-BED9-F4AE5027A58E}" srcId="{FD8C6C22-C20A-428A-9D93-FA3983003F64}" destId="{EE1EE1F5-7D93-4340-A740-4CECE89A6780}" srcOrd="1" destOrd="0" parTransId="{522EC9EF-8A8F-43B8-ACA9-AD3149DA4D4D}" sibTransId="{DAAE0D00-42D5-4CD7-BB13-AF269E1D57BB}"/>
    <dgm:cxn modelId="{832116DB-E43C-493E-8C36-2505F4BA8FF5}" type="presOf" srcId="{FD8C6C22-C20A-428A-9D93-FA3983003F64}" destId="{610FEC8C-0094-4D89-AFB7-5ACA8A2E3490}" srcOrd="1" destOrd="0" presId="urn:microsoft.com/office/officeart/2005/8/layout/list1"/>
    <dgm:cxn modelId="{97DF0ADD-1B63-49DF-A61F-183184D2FE9E}" srcId="{31307445-2FA8-4B8C-B68A-D8EF366E04DA}" destId="{C8063DD3-B9A3-4B48-9D1C-8F3251A89AA3}" srcOrd="1" destOrd="0" parTransId="{B8D09F34-696F-40DF-948A-1C60E9D52DCF}" sibTransId="{B8AC697F-4390-4B75-8560-2922D8210E67}"/>
    <dgm:cxn modelId="{77F6A329-03FB-4898-A54F-0B0726F36437}" type="presParOf" srcId="{B0B81456-8837-4B4F-8E6F-0DC1638921D9}" destId="{D0F98157-7911-4F60-A063-54829C68DB13}" srcOrd="0" destOrd="0" presId="urn:microsoft.com/office/officeart/2005/8/layout/list1"/>
    <dgm:cxn modelId="{9E3B9F5C-7B27-4AD6-90C3-32FA2E0842FF}" type="presParOf" srcId="{D0F98157-7911-4F60-A063-54829C68DB13}" destId="{C38EBCEE-B9EF-423B-9CD1-590F9BAD06FC}" srcOrd="0" destOrd="0" presId="urn:microsoft.com/office/officeart/2005/8/layout/list1"/>
    <dgm:cxn modelId="{645034FB-B8A6-4FD9-B609-7A6A01F1AC71}" type="presParOf" srcId="{D0F98157-7911-4F60-A063-54829C68DB13}" destId="{610FEC8C-0094-4D89-AFB7-5ACA8A2E3490}" srcOrd="1" destOrd="0" presId="urn:microsoft.com/office/officeart/2005/8/layout/list1"/>
    <dgm:cxn modelId="{C5A306F3-F616-42A3-AC88-DF9542623BFB}" type="presParOf" srcId="{B0B81456-8837-4B4F-8E6F-0DC1638921D9}" destId="{969563C8-ADFC-4B62-844F-4E5BA0A8DB22}" srcOrd="1" destOrd="0" presId="urn:microsoft.com/office/officeart/2005/8/layout/list1"/>
    <dgm:cxn modelId="{873CE06F-62FD-4A70-AC2A-50200A9CA89E}" type="presParOf" srcId="{B0B81456-8837-4B4F-8E6F-0DC1638921D9}" destId="{4BEF1D22-7279-4172-848A-C637EF81BD79}" srcOrd="2" destOrd="0" presId="urn:microsoft.com/office/officeart/2005/8/layout/list1"/>
    <dgm:cxn modelId="{61E8ED5F-EE87-41DF-B59A-F06588D48B1D}" type="presParOf" srcId="{B0B81456-8837-4B4F-8E6F-0DC1638921D9}" destId="{A3A09442-32C8-453D-8D45-0F826EF8514B}" srcOrd="3" destOrd="0" presId="urn:microsoft.com/office/officeart/2005/8/layout/list1"/>
    <dgm:cxn modelId="{89D4D792-BB28-4D81-9BAF-61FF18BDB675}" type="presParOf" srcId="{B0B81456-8837-4B4F-8E6F-0DC1638921D9}" destId="{DD1EB7EE-1D87-4720-A768-DBB7AC1AC3E1}" srcOrd="4" destOrd="0" presId="urn:microsoft.com/office/officeart/2005/8/layout/list1"/>
    <dgm:cxn modelId="{1325F456-48D3-4C73-B21E-16B5853568A5}" type="presParOf" srcId="{DD1EB7EE-1D87-4720-A768-DBB7AC1AC3E1}" destId="{141D9602-263C-4822-BEDF-921B3F65836F}" srcOrd="0" destOrd="0" presId="urn:microsoft.com/office/officeart/2005/8/layout/list1"/>
    <dgm:cxn modelId="{64448C64-79D4-4CAB-93AA-24F9CF63C2AC}" type="presParOf" srcId="{DD1EB7EE-1D87-4720-A768-DBB7AC1AC3E1}" destId="{5AA8D443-CD1F-4AF9-A363-498E35EF0794}" srcOrd="1" destOrd="0" presId="urn:microsoft.com/office/officeart/2005/8/layout/list1"/>
    <dgm:cxn modelId="{4B518F86-210F-4BF0-825C-2BA740C35C90}" type="presParOf" srcId="{B0B81456-8837-4B4F-8E6F-0DC1638921D9}" destId="{4419A669-351C-4349-9416-6580879E5A43}" srcOrd="5" destOrd="0" presId="urn:microsoft.com/office/officeart/2005/8/layout/list1"/>
    <dgm:cxn modelId="{F42705E3-50AB-42D9-A897-E9A7E3B96811}" type="presParOf" srcId="{B0B81456-8837-4B4F-8E6F-0DC1638921D9}" destId="{EF98E99D-6B28-47B5-ACDD-469166A82B2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FF3518-BDE3-4168-A0A6-C0065ECE9A1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0922B3A-4F0D-4C67-B8E1-33E146B45EAB}">
      <dgm:prSet/>
      <dgm:spPr/>
      <dgm:t>
        <a:bodyPr/>
        <a:lstStyle/>
        <a:p>
          <a:r>
            <a:rPr lang="en-US"/>
            <a:t>Imagine our agent:</a:t>
          </a:r>
        </a:p>
      </dgm:t>
    </dgm:pt>
    <dgm:pt modelId="{CB6DB97F-43C9-440F-A59D-F8E85D1BC245}" type="parTrans" cxnId="{94F6804E-F9CC-4B22-9FAF-6480D6FF70E5}">
      <dgm:prSet/>
      <dgm:spPr/>
      <dgm:t>
        <a:bodyPr/>
        <a:lstStyle/>
        <a:p>
          <a:endParaRPr lang="en-US"/>
        </a:p>
      </dgm:t>
    </dgm:pt>
    <dgm:pt modelId="{46760590-08C3-4F27-BCCC-4CD92081F06A}" type="sibTrans" cxnId="{94F6804E-F9CC-4B22-9FAF-6480D6FF70E5}">
      <dgm:prSet/>
      <dgm:spPr/>
      <dgm:t>
        <a:bodyPr/>
        <a:lstStyle/>
        <a:p>
          <a:endParaRPr lang="en-US"/>
        </a:p>
      </dgm:t>
    </dgm:pt>
    <dgm:pt modelId="{72BCEED0-D7DC-45D0-93A6-A0E50AE46463}">
      <dgm:prSet/>
      <dgm:spPr/>
      <dgm:t>
        <a:bodyPr/>
        <a:lstStyle/>
        <a:p>
          <a:r>
            <a:rPr lang="en-US"/>
            <a:t>Planner → Retrieve → Critic → Refine</a:t>
          </a:r>
        </a:p>
      </dgm:t>
    </dgm:pt>
    <dgm:pt modelId="{9CAC5DFC-6149-43D1-B77F-1B4A4A9979AA}" type="parTrans" cxnId="{5CB50145-3A8B-4709-A732-EBA1C7913BC0}">
      <dgm:prSet/>
      <dgm:spPr/>
      <dgm:t>
        <a:bodyPr/>
        <a:lstStyle/>
        <a:p>
          <a:endParaRPr lang="en-US"/>
        </a:p>
      </dgm:t>
    </dgm:pt>
    <dgm:pt modelId="{B67EFD73-D5EB-4026-B9B3-4D54A7E5A791}" type="sibTrans" cxnId="{5CB50145-3A8B-4709-A732-EBA1C7913BC0}">
      <dgm:prSet/>
      <dgm:spPr/>
      <dgm:t>
        <a:bodyPr/>
        <a:lstStyle/>
        <a:p>
          <a:endParaRPr lang="en-US"/>
        </a:p>
      </dgm:t>
    </dgm:pt>
    <dgm:pt modelId="{42C1E17F-C0F4-412B-A672-73DF3D13F10D}">
      <dgm:prSet/>
      <dgm:spPr/>
      <dgm:t>
        <a:bodyPr/>
        <a:lstStyle/>
        <a:p>
          <a:r>
            <a:rPr lang="en-US"/>
            <a:t>What if it stores:</a:t>
          </a:r>
        </a:p>
      </dgm:t>
    </dgm:pt>
    <dgm:pt modelId="{1725E0CA-CB5E-4DAD-8585-14E584168716}" type="parTrans" cxnId="{4AD6BAD1-D0F9-43B6-ACCF-82284874C32F}">
      <dgm:prSet/>
      <dgm:spPr/>
      <dgm:t>
        <a:bodyPr/>
        <a:lstStyle/>
        <a:p>
          <a:endParaRPr lang="en-US"/>
        </a:p>
      </dgm:t>
    </dgm:pt>
    <dgm:pt modelId="{4FD93B7A-B79D-42C8-B863-5567F0942DEC}" type="sibTrans" cxnId="{4AD6BAD1-D0F9-43B6-ACCF-82284874C32F}">
      <dgm:prSet/>
      <dgm:spPr/>
      <dgm:t>
        <a:bodyPr/>
        <a:lstStyle/>
        <a:p>
          <a:endParaRPr lang="en-US"/>
        </a:p>
      </dgm:t>
    </dgm:pt>
    <dgm:pt modelId="{8474E03D-DCA8-4DC4-B727-FE67D2B8AA60}">
      <dgm:prSet/>
      <dgm:spPr/>
      <dgm:t>
        <a:bodyPr/>
        <a:lstStyle/>
        <a:p>
          <a:r>
            <a:rPr lang="en-US"/>
            <a:t>Which queries failed</a:t>
          </a:r>
        </a:p>
      </dgm:t>
    </dgm:pt>
    <dgm:pt modelId="{177C6258-8ADC-4102-953C-A56E9C1585D3}" type="parTrans" cxnId="{D0809AF0-A9F0-4C6A-91BF-E35108A77BC7}">
      <dgm:prSet/>
      <dgm:spPr/>
      <dgm:t>
        <a:bodyPr/>
        <a:lstStyle/>
        <a:p>
          <a:endParaRPr lang="en-US"/>
        </a:p>
      </dgm:t>
    </dgm:pt>
    <dgm:pt modelId="{980228EE-8EC5-4424-A7FC-634614A67DF4}" type="sibTrans" cxnId="{D0809AF0-A9F0-4C6A-91BF-E35108A77BC7}">
      <dgm:prSet/>
      <dgm:spPr/>
      <dgm:t>
        <a:bodyPr/>
        <a:lstStyle/>
        <a:p>
          <a:endParaRPr lang="en-US"/>
        </a:p>
      </dgm:t>
    </dgm:pt>
    <dgm:pt modelId="{79E91354-930A-4AC1-8E0F-8B904E12660E}">
      <dgm:prSet/>
      <dgm:spPr/>
      <dgm:t>
        <a:bodyPr/>
        <a:lstStyle/>
        <a:p>
          <a:r>
            <a:rPr lang="en-US"/>
            <a:t>Which refinements worked</a:t>
          </a:r>
        </a:p>
      </dgm:t>
    </dgm:pt>
    <dgm:pt modelId="{063EF951-0BB9-4DCB-A3CB-C069F9490FAE}" type="parTrans" cxnId="{D05BDF22-6F05-41DA-8582-8532B01B84EB}">
      <dgm:prSet/>
      <dgm:spPr/>
      <dgm:t>
        <a:bodyPr/>
        <a:lstStyle/>
        <a:p>
          <a:endParaRPr lang="en-US"/>
        </a:p>
      </dgm:t>
    </dgm:pt>
    <dgm:pt modelId="{3598360D-6601-4EA5-BE94-ED4011236A38}" type="sibTrans" cxnId="{D05BDF22-6F05-41DA-8582-8532B01B84EB}">
      <dgm:prSet/>
      <dgm:spPr/>
      <dgm:t>
        <a:bodyPr/>
        <a:lstStyle/>
        <a:p>
          <a:endParaRPr lang="en-US"/>
        </a:p>
      </dgm:t>
    </dgm:pt>
    <dgm:pt modelId="{5AC71AC4-DCA4-442F-B855-42953E9A2D20}">
      <dgm:prSet/>
      <dgm:spPr/>
      <dgm:t>
        <a:bodyPr/>
        <a:lstStyle/>
        <a:p>
          <a:r>
            <a:rPr lang="en-US"/>
            <a:t>Confidence scores</a:t>
          </a:r>
        </a:p>
      </dgm:t>
    </dgm:pt>
    <dgm:pt modelId="{ED840613-C3FF-4CAD-80DE-DCDEC240C195}" type="parTrans" cxnId="{3AB1C826-1674-4FCF-98AD-A4F91AEC6F0E}">
      <dgm:prSet/>
      <dgm:spPr/>
      <dgm:t>
        <a:bodyPr/>
        <a:lstStyle/>
        <a:p>
          <a:endParaRPr lang="en-US"/>
        </a:p>
      </dgm:t>
    </dgm:pt>
    <dgm:pt modelId="{C1E11A40-2DDD-4B7E-944C-0A7896480C42}" type="sibTrans" cxnId="{3AB1C826-1674-4FCF-98AD-A4F91AEC6F0E}">
      <dgm:prSet/>
      <dgm:spPr/>
      <dgm:t>
        <a:bodyPr/>
        <a:lstStyle/>
        <a:p>
          <a:endParaRPr lang="en-US"/>
        </a:p>
      </dgm:t>
    </dgm:pt>
    <dgm:pt modelId="{77C9E183-76C0-4F4B-A637-258186347B65}">
      <dgm:prSet/>
      <dgm:spPr/>
      <dgm:t>
        <a:bodyPr/>
        <a:lstStyle/>
        <a:p>
          <a:r>
            <a:rPr lang="en-US"/>
            <a:t>User corrections</a:t>
          </a:r>
        </a:p>
      </dgm:t>
    </dgm:pt>
    <dgm:pt modelId="{94D56B48-D72C-4366-B168-547E184F4019}" type="parTrans" cxnId="{E2622A3E-CDF8-424D-8E2B-376DD2278DE6}">
      <dgm:prSet/>
      <dgm:spPr/>
      <dgm:t>
        <a:bodyPr/>
        <a:lstStyle/>
        <a:p>
          <a:endParaRPr lang="en-US"/>
        </a:p>
      </dgm:t>
    </dgm:pt>
    <dgm:pt modelId="{4A1C7283-649C-47B4-B8F7-564A26B46B69}" type="sibTrans" cxnId="{E2622A3E-CDF8-424D-8E2B-376DD2278DE6}">
      <dgm:prSet/>
      <dgm:spPr/>
      <dgm:t>
        <a:bodyPr/>
        <a:lstStyle/>
        <a:p>
          <a:endParaRPr lang="en-US"/>
        </a:p>
      </dgm:t>
    </dgm:pt>
    <dgm:pt modelId="{023DE4AF-0F7D-4A1B-895A-3439EA672D79}">
      <dgm:prSet/>
      <dgm:spPr/>
      <dgm:t>
        <a:bodyPr/>
        <a:lstStyle/>
        <a:p>
          <a:r>
            <a:rPr lang="en-US"/>
            <a:t>That becomes episodic memory.</a:t>
          </a:r>
        </a:p>
      </dgm:t>
    </dgm:pt>
    <dgm:pt modelId="{BD002203-348D-4D58-BD54-35B073A7E7F1}" type="parTrans" cxnId="{F28F6DA4-0F16-4361-8EEB-214EB36F2BCB}">
      <dgm:prSet/>
      <dgm:spPr/>
      <dgm:t>
        <a:bodyPr/>
        <a:lstStyle/>
        <a:p>
          <a:endParaRPr lang="en-US"/>
        </a:p>
      </dgm:t>
    </dgm:pt>
    <dgm:pt modelId="{BB68248C-7AA8-4220-A83A-4A7E345288A0}" type="sibTrans" cxnId="{F28F6DA4-0F16-4361-8EEB-214EB36F2BCB}">
      <dgm:prSet/>
      <dgm:spPr/>
      <dgm:t>
        <a:bodyPr/>
        <a:lstStyle/>
        <a:p>
          <a:endParaRPr lang="en-US"/>
        </a:p>
      </dgm:t>
    </dgm:pt>
    <dgm:pt modelId="{167F73B0-69D7-4773-B2BA-AA701A97CD91}">
      <dgm:prSet/>
      <dgm:spPr/>
      <dgm:t>
        <a:bodyPr/>
        <a:lstStyle/>
        <a:p>
          <a:r>
            <a:rPr lang="en-US"/>
            <a:t>Now agent improves over time.</a:t>
          </a:r>
        </a:p>
      </dgm:t>
    </dgm:pt>
    <dgm:pt modelId="{81165BAD-4EBD-49AB-8C59-3C40416195EB}" type="parTrans" cxnId="{F655E14C-D07F-4835-A81A-F3A46708BCE6}">
      <dgm:prSet/>
      <dgm:spPr/>
      <dgm:t>
        <a:bodyPr/>
        <a:lstStyle/>
        <a:p>
          <a:endParaRPr lang="en-US"/>
        </a:p>
      </dgm:t>
    </dgm:pt>
    <dgm:pt modelId="{A3EA22AD-8A46-437E-B017-F210DACDB99C}" type="sibTrans" cxnId="{F655E14C-D07F-4835-A81A-F3A46708BCE6}">
      <dgm:prSet/>
      <dgm:spPr/>
      <dgm:t>
        <a:bodyPr/>
        <a:lstStyle/>
        <a:p>
          <a:endParaRPr lang="en-US"/>
        </a:p>
      </dgm:t>
    </dgm:pt>
    <dgm:pt modelId="{85190AB9-9025-487F-8F8D-271F3A815E5A}" type="pres">
      <dgm:prSet presAssocID="{01FF3518-BDE3-4168-A0A6-C0065ECE9A10}" presName="linear" presStyleCnt="0">
        <dgm:presLayoutVars>
          <dgm:animLvl val="lvl"/>
          <dgm:resizeHandles val="exact"/>
        </dgm:presLayoutVars>
      </dgm:prSet>
      <dgm:spPr/>
    </dgm:pt>
    <dgm:pt modelId="{E6B78932-BD66-4F45-AE06-03DE720FF34C}" type="pres">
      <dgm:prSet presAssocID="{10922B3A-4F0D-4C67-B8E1-33E146B45EA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620AF4D-C93F-406A-8E7C-EA1ED65B2638}" type="pres">
      <dgm:prSet presAssocID="{10922B3A-4F0D-4C67-B8E1-33E146B45EAB}" presName="childText" presStyleLbl="revTx" presStyleIdx="0" presStyleCnt="1">
        <dgm:presLayoutVars>
          <dgm:bulletEnabled val="1"/>
        </dgm:presLayoutVars>
      </dgm:prSet>
      <dgm:spPr/>
    </dgm:pt>
    <dgm:pt modelId="{BDF6CB78-2B51-4919-AED2-B0C7E25E633A}" type="pres">
      <dgm:prSet presAssocID="{023DE4AF-0F7D-4A1B-895A-3439EA672D7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C50A00B-B10C-4F2F-B746-CF715B38E67B}" type="pres">
      <dgm:prSet presAssocID="{BB68248C-7AA8-4220-A83A-4A7E345288A0}" presName="spacer" presStyleCnt="0"/>
      <dgm:spPr/>
    </dgm:pt>
    <dgm:pt modelId="{AD245047-DC46-416E-8C50-AD55FF55EA7F}" type="pres">
      <dgm:prSet presAssocID="{167F73B0-69D7-4773-B2BA-AA701A97CD9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2218400-BBF4-4933-B3A1-23D3B5253D61}" type="presOf" srcId="{79E91354-930A-4AC1-8E0F-8B904E12660E}" destId="{7620AF4D-C93F-406A-8E7C-EA1ED65B2638}" srcOrd="0" destOrd="3" presId="urn:microsoft.com/office/officeart/2005/8/layout/vList2"/>
    <dgm:cxn modelId="{D05BDF22-6F05-41DA-8582-8532B01B84EB}" srcId="{42C1E17F-C0F4-412B-A672-73DF3D13F10D}" destId="{79E91354-930A-4AC1-8E0F-8B904E12660E}" srcOrd="1" destOrd="0" parTransId="{063EF951-0BB9-4DCB-A3CB-C069F9490FAE}" sibTransId="{3598360D-6601-4EA5-BE94-ED4011236A38}"/>
    <dgm:cxn modelId="{3AB1C826-1674-4FCF-98AD-A4F91AEC6F0E}" srcId="{42C1E17F-C0F4-412B-A672-73DF3D13F10D}" destId="{5AC71AC4-DCA4-442F-B855-42953E9A2D20}" srcOrd="2" destOrd="0" parTransId="{ED840613-C3FF-4CAD-80DE-DCDEC240C195}" sibTransId="{C1E11A40-2DDD-4B7E-944C-0A7896480C42}"/>
    <dgm:cxn modelId="{E2622A3E-CDF8-424D-8E2B-376DD2278DE6}" srcId="{42C1E17F-C0F4-412B-A672-73DF3D13F10D}" destId="{77C9E183-76C0-4F4B-A637-258186347B65}" srcOrd="3" destOrd="0" parTransId="{94D56B48-D72C-4366-B168-547E184F4019}" sibTransId="{4A1C7283-649C-47B4-B8F7-564A26B46B69}"/>
    <dgm:cxn modelId="{5CB50145-3A8B-4709-A732-EBA1C7913BC0}" srcId="{10922B3A-4F0D-4C67-B8E1-33E146B45EAB}" destId="{72BCEED0-D7DC-45D0-93A6-A0E50AE46463}" srcOrd="0" destOrd="0" parTransId="{9CAC5DFC-6149-43D1-B77F-1B4A4A9979AA}" sibTransId="{B67EFD73-D5EB-4026-B9B3-4D54A7E5A791}"/>
    <dgm:cxn modelId="{F655E14C-D07F-4835-A81A-F3A46708BCE6}" srcId="{01FF3518-BDE3-4168-A0A6-C0065ECE9A10}" destId="{167F73B0-69D7-4773-B2BA-AA701A97CD91}" srcOrd="2" destOrd="0" parTransId="{81165BAD-4EBD-49AB-8C59-3C40416195EB}" sibTransId="{A3EA22AD-8A46-437E-B017-F210DACDB99C}"/>
    <dgm:cxn modelId="{94F6804E-F9CC-4B22-9FAF-6480D6FF70E5}" srcId="{01FF3518-BDE3-4168-A0A6-C0065ECE9A10}" destId="{10922B3A-4F0D-4C67-B8E1-33E146B45EAB}" srcOrd="0" destOrd="0" parTransId="{CB6DB97F-43C9-440F-A59D-F8E85D1BC245}" sibTransId="{46760590-08C3-4F27-BCCC-4CD92081F06A}"/>
    <dgm:cxn modelId="{B1188F74-4C08-439C-9816-E758976B82B6}" type="presOf" srcId="{72BCEED0-D7DC-45D0-93A6-A0E50AE46463}" destId="{7620AF4D-C93F-406A-8E7C-EA1ED65B2638}" srcOrd="0" destOrd="0" presId="urn:microsoft.com/office/officeart/2005/8/layout/vList2"/>
    <dgm:cxn modelId="{A5423959-1142-48F8-A409-A314C968B5BD}" type="presOf" srcId="{8474E03D-DCA8-4DC4-B727-FE67D2B8AA60}" destId="{7620AF4D-C93F-406A-8E7C-EA1ED65B2638}" srcOrd="0" destOrd="2" presId="urn:microsoft.com/office/officeart/2005/8/layout/vList2"/>
    <dgm:cxn modelId="{D5C7D57B-8716-4CE1-8DA7-49FA811D8122}" type="presOf" srcId="{42C1E17F-C0F4-412B-A672-73DF3D13F10D}" destId="{7620AF4D-C93F-406A-8E7C-EA1ED65B2638}" srcOrd="0" destOrd="1" presId="urn:microsoft.com/office/officeart/2005/8/layout/vList2"/>
    <dgm:cxn modelId="{DEFE0982-A9A5-4B2B-A043-61E1B31D804A}" type="presOf" srcId="{167F73B0-69D7-4773-B2BA-AA701A97CD91}" destId="{AD245047-DC46-416E-8C50-AD55FF55EA7F}" srcOrd="0" destOrd="0" presId="urn:microsoft.com/office/officeart/2005/8/layout/vList2"/>
    <dgm:cxn modelId="{8DEDB58E-1288-4F13-8EBF-0459558A9A7B}" type="presOf" srcId="{01FF3518-BDE3-4168-A0A6-C0065ECE9A10}" destId="{85190AB9-9025-487F-8F8D-271F3A815E5A}" srcOrd="0" destOrd="0" presId="urn:microsoft.com/office/officeart/2005/8/layout/vList2"/>
    <dgm:cxn modelId="{F28F6DA4-0F16-4361-8EEB-214EB36F2BCB}" srcId="{01FF3518-BDE3-4168-A0A6-C0065ECE9A10}" destId="{023DE4AF-0F7D-4A1B-895A-3439EA672D79}" srcOrd="1" destOrd="0" parTransId="{BD002203-348D-4D58-BD54-35B073A7E7F1}" sibTransId="{BB68248C-7AA8-4220-A83A-4A7E345288A0}"/>
    <dgm:cxn modelId="{5332E4B5-2BEF-44F3-9AA2-26F271A07F23}" type="presOf" srcId="{023DE4AF-0F7D-4A1B-895A-3439EA672D79}" destId="{BDF6CB78-2B51-4919-AED2-B0C7E25E633A}" srcOrd="0" destOrd="0" presId="urn:microsoft.com/office/officeart/2005/8/layout/vList2"/>
    <dgm:cxn modelId="{91E3CFC5-999C-44E7-8113-E3BA075A0D07}" type="presOf" srcId="{77C9E183-76C0-4F4B-A637-258186347B65}" destId="{7620AF4D-C93F-406A-8E7C-EA1ED65B2638}" srcOrd="0" destOrd="5" presId="urn:microsoft.com/office/officeart/2005/8/layout/vList2"/>
    <dgm:cxn modelId="{4AD6BAD1-D0F9-43B6-ACCF-82284874C32F}" srcId="{10922B3A-4F0D-4C67-B8E1-33E146B45EAB}" destId="{42C1E17F-C0F4-412B-A672-73DF3D13F10D}" srcOrd="1" destOrd="0" parTransId="{1725E0CA-CB5E-4DAD-8585-14E584168716}" sibTransId="{4FD93B7A-B79D-42C8-B863-5567F0942DEC}"/>
    <dgm:cxn modelId="{930B9DDE-4680-4865-A449-D0B34704F8BF}" type="presOf" srcId="{10922B3A-4F0D-4C67-B8E1-33E146B45EAB}" destId="{E6B78932-BD66-4F45-AE06-03DE720FF34C}" srcOrd="0" destOrd="0" presId="urn:microsoft.com/office/officeart/2005/8/layout/vList2"/>
    <dgm:cxn modelId="{F42708ED-15C2-4F9F-8BBA-759570A3370E}" type="presOf" srcId="{5AC71AC4-DCA4-442F-B855-42953E9A2D20}" destId="{7620AF4D-C93F-406A-8E7C-EA1ED65B2638}" srcOrd="0" destOrd="4" presId="urn:microsoft.com/office/officeart/2005/8/layout/vList2"/>
    <dgm:cxn modelId="{D0809AF0-A9F0-4C6A-91BF-E35108A77BC7}" srcId="{42C1E17F-C0F4-412B-A672-73DF3D13F10D}" destId="{8474E03D-DCA8-4DC4-B727-FE67D2B8AA60}" srcOrd="0" destOrd="0" parTransId="{177C6258-8ADC-4102-953C-A56E9C1585D3}" sibTransId="{980228EE-8EC5-4424-A7FC-634614A67DF4}"/>
    <dgm:cxn modelId="{206A6D99-BD65-4680-B27F-76C553AA07B7}" type="presParOf" srcId="{85190AB9-9025-487F-8F8D-271F3A815E5A}" destId="{E6B78932-BD66-4F45-AE06-03DE720FF34C}" srcOrd="0" destOrd="0" presId="urn:microsoft.com/office/officeart/2005/8/layout/vList2"/>
    <dgm:cxn modelId="{7B282FDF-D095-4AEA-A603-8FA8D65E4E4A}" type="presParOf" srcId="{85190AB9-9025-487F-8F8D-271F3A815E5A}" destId="{7620AF4D-C93F-406A-8E7C-EA1ED65B2638}" srcOrd="1" destOrd="0" presId="urn:microsoft.com/office/officeart/2005/8/layout/vList2"/>
    <dgm:cxn modelId="{244A852E-DFCE-45C9-A639-C22ADF3A6607}" type="presParOf" srcId="{85190AB9-9025-487F-8F8D-271F3A815E5A}" destId="{BDF6CB78-2B51-4919-AED2-B0C7E25E633A}" srcOrd="2" destOrd="0" presId="urn:microsoft.com/office/officeart/2005/8/layout/vList2"/>
    <dgm:cxn modelId="{2FB399D5-14CD-4425-B52C-05F853F2A061}" type="presParOf" srcId="{85190AB9-9025-487F-8F8D-271F3A815E5A}" destId="{2C50A00B-B10C-4F2F-B746-CF715B38E67B}" srcOrd="3" destOrd="0" presId="urn:microsoft.com/office/officeart/2005/8/layout/vList2"/>
    <dgm:cxn modelId="{C4BFAA35-5315-4CE1-A582-2B52D3EEFAD3}" type="presParOf" srcId="{85190AB9-9025-487F-8F8D-271F3A815E5A}" destId="{AD245047-DC46-416E-8C50-AD55FF55EA7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F0E8887-68A4-4402-B996-898DD21622D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B6B5060-A2BE-4229-818C-49BA14EA7526}">
      <dgm:prSet/>
      <dgm:spPr/>
      <dgm:t>
        <a:bodyPr/>
        <a:lstStyle/>
        <a:p>
          <a:r>
            <a:rPr lang="en-US"/>
            <a:t>When building vector memory, we must decide:</a:t>
          </a:r>
        </a:p>
      </dgm:t>
    </dgm:pt>
    <dgm:pt modelId="{206641DC-5F9B-4F65-A157-68092E428C64}" type="parTrans" cxnId="{EF9DC0BF-7342-4D0D-8815-A440F04D4543}">
      <dgm:prSet/>
      <dgm:spPr/>
      <dgm:t>
        <a:bodyPr/>
        <a:lstStyle/>
        <a:p>
          <a:endParaRPr lang="en-US"/>
        </a:p>
      </dgm:t>
    </dgm:pt>
    <dgm:pt modelId="{55CECCCA-2059-4F2C-9D6F-0C61C0801CCD}" type="sibTrans" cxnId="{EF9DC0BF-7342-4D0D-8815-A440F04D4543}">
      <dgm:prSet/>
      <dgm:spPr/>
      <dgm:t>
        <a:bodyPr/>
        <a:lstStyle/>
        <a:p>
          <a:endParaRPr lang="en-US"/>
        </a:p>
      </dgm:t>
    </dgm:pt>
    <dgm:pt modelId="{F30B145E-EB0E-43C1-A7F1-BF3AA5358031}">
      <dgm:prSet/>
      <dgm:spPr/>
      <dgm:t>
        <a:bodyPr/>
        <a:lstStyle/>
        <a:p>
          <a:r>
            <a:rPr lang="en-US"/>
            <a:t>Chunk size</a:t>
          </a:r>
        </a:p>
      </dgm:t>
    </dgm:pt>
    <dgm:pt modelId="{6A9B8B51-E063-46AC-BFFB-88A5C22FABCF}" type="parTrans" cxnId="{E95AC876-FF49-4826-9EE1-A3CDC287060E}">
      <dgm:prSet/>
      <dgm:spPr/>
      <dgm:t>
        <a:bodyPr/>
        <a:lstStyle/>
        <a:p>
          <a:endParaRPr lang="en-US"/>
        </a:p>
      </dgm:t>
    </dgm:pt>
    <dgm:pt modelId="{2F806F19-A189-4841-9564-6C983C21DDDB}" type="sibTrans" cxnId="{E95AC876-FF49-4826-9EE1-A3CDC287060E}">
      <dgm:prSet/>
      <dgm:spPr/>
      <dgm:t>
        <a:bodyPr/>
        <a:lstStyle/>
        <a:p>
          <a:endParaRPr lang="en-US"/>
        </a:p>
      </dgm:t>
    </dgm:pt>
    <dgm:pt modelId="{87084F9C-24DB-42EA-ABBD-C5D093F7ECA8}">
      <dgm:prSet/>
      <dgm:spPr/>
      <dgm:t>
        <a:bodyPr/>
        <a:lstStyle/>
        <a:p>
          <a:r>
            <a:rPr lang="en-US"/>
            <a:t>Overlap</a:t>
          </a:r>
        </a:p>
      </dgm:t>
    </dgm:pt>
    <dgm:pt modelId="{AB2AEBBB-99C5-4E5B-8006-093263A3FCDD}" type="parTrans" cxnId="{F530A7AF-AD39-40ED-853B-9A9888C5A44E}">
      <dgm:prSet/>
      <dgm:spPr/>
      <dgm:t>
        <a:bodyPr/>
        <a:lstStyle/>
        <a:p>
          <a:endParaRPr lang="en-US"/>
        </a:p>
      </dgm:t>
    </dgm:pt>
    <dgm:pt modelId="{0D283592-D7A9-4C6E-95CE-3211285E8F69}" type="sibTrans" cxnId="{F530A7AF-AD39-40ED-853B-9A9888C5A44E}">
      <dgm:prSet/>
      <dgm:spPr/>
      <dgm:t>
        <a:bodyPr/>
        <a:lstStyle/>
        <a:p>
          <a:endParaRPr lang="en-US"/>
        </a:p>
      </dgm:t>
    </dgm:pt>
    <dgm:pt modelId="{499B2883-1DB2-4C3B-9135-D0C683DA01AC}">
      <dgm:prSet/>
      <dgm:spPr/>
      <dgm:t>
        <a:bodyPr/>
        <a:lstStyle/>
        <a:p>
          <a:r>
            <a:rPr lang="en-US"/>
            <a:t>Embedding model</a:t>
          </a:r>
        </a:p>
      </dgm:t>
    </dgm:pt>
    <dgm:pt modelId="{BE4B8ABE-C1EB-438E-B36B-38F780F8C3A8}" type="parTrans" cxnId="{7CE24D75-003C-4AEC-86A6-5F4C2F0089AE}">
      <dgm:prSet/>
      <dgm:spPr/>
      <dgm:t>
        <a:bodyPr/>
        <a:lstStyle/>
        <a:p>
          <a:endParaRPr lang="en-US"/>
        </a:p>
      </dgm:t>
    </dgm:pt>
    <dgm:pt modelId="{451A630A-393E-417C-AE6A-2986C5B829A0}" type="sibTrans" cxnId="{7CE24D75-003C-4AEC-86A6-5F4C2F0089AE}">
      <dgm:prSet/>
      <dgm:spPr/>
      <dgm:t>
        <a:bodyPr/>
        <a:lstStyle/>
        <a:p>
          <a:endParaRPr lang="en-US"/>
        </a:p>
      </dgm:t>
    </dgm:pt>
    <dgm:pt modelId="{9910A2C9-3945-478A-8C4C-1272AC201770}">
      <dgm:prSet/>
      <dgm:spPr/>
      <dgm:t>
        <a:bodyPr/>
        <a:lstStyle/>
        <a:p>
          <a:r>
            <a:rPr lang="en-US"/>
            <a:t>Similarity metric</a:t>
          </a:r>
        </a:p>
      </dgm:t>
    </dgm:pt>
    <dgm:pt modelId="{2AED10B2-ACF6-4C33-A62C-A177E60E243B}" type="parTrans" cxnId="{DBC45232-5941-43B2-A36B-93D3AC668EC3}">
      <dgm:prSet/>
      <dgm:spPr/>
      <dgm:t>
        <a:bodyPr/>
        <a:lstStyle/>
        <a:p>
          <a:endParaRPr lang="en-US"/>
        </a:p>
      </dgm:t>
    </dgm:pt>
    <dgm:pt modelId="{EE657753-3787-4E0A-B242-5E8D2AE68010}" type="sibTrans" cxnId="{DBC45232-5941-43B2-A36B-93D3AC668EC3}">
      <dgm:prSet/>
      <dgm:spPr/>
      <dgm:t>
        <a:bodyPr/>
        <a:lstStyle/>
        <a:p>
          <a:endParaRPr lang="en-US"/>
        </a:p>
      </dgm:t>
    </dgm:pt>
    <dgm:pt modelId="{AA630F85-CFA1-40B5-AFA8-E1E65BE45AED}">
      <dgm:prSet/>
      <dgm:spPr/>
      <dgm:t>
        <a:bodyPr/>
        <a:lstStyle/>
        <a:p>
          <a:r>
            <a:rPr lang="en-US"/>
            <a:t>top_k value</a:t>
          </a:r>
        </a:p>
      </dgm:t>
    </dgm:pt>
    <dgm:pt modelId="{5E4C5F64-36E7-4C65-AF2F-98C37A4A8C0B}" type="parTrans" cxnId="{83E0987B-866E-4761-9970-BA39B3458A64}">
      <dgm:prSet/>
      <dgm:spPr/>
      <dgm:t>
        <a:bodyPr/>
        <a:lstStyle/>
        <a:p>
          <a:endParaRPr lang="en-US"/>
        </a:p>
      </dgm:t>
    </dgm:pt>
    <dgm:pt modelId="{50BA827D-9252-4BED-A82D-0B5C9906A93C}" type="sibTrans" cxnId="{83E0987B-866E-4761-9970-BA39B3458A64}">
      <dgm:prSet/>
      <dgm:spPr/>
      <dgm:t>
        <a:bodyPr/>
        <a:lstStyle/>
        <a:p>
          <a:endParaRPr lang="en-US"/>
        </a:p>
      </dgm:t>
    </dgm:pt>
    <dgm:pt modelId="{99C744D8-D2C7-4654-A9A6-3429E46A14B8}">
      <dgm:prSet/>
      <dgm:spPr/>
      <dgm:t>
        <a:bodyPr/>
        <a:lstStyle/>
        <a:p>
          <a:r>
            <a:rPr lang="en-US"/>
            <a:t>Score threshold</a:t>
          </a:r>
        </a:p>
      </dgm:t>
    </dgm:pt>
    <dgm:pt modelId="{1C3ADED9-7B08-4F82-8D45-4DFAABBE6F70}" type="parTrans" cxnId="{4B9A1F2E-10FB-4859-A6BB-BBE6712DEF23}">
      <dgm:prSet/>
      <dgm:spPr/>
      <dgm:t>
        <a:bodyPr/>
        <a:lstStyle/>
        <a:p>
          <a:endParaRPr lang="en-US"/>
        </a:p>
      </dgm:t>
    </dgm:pt>
    <dgm:pt modelId="{080466E4-1BD0-4985-87CB-4612DEDCA018}" type="sibTrans" cxnId="{4B9A1F2E-10FB-4859-A6BB-BBE6712DEF23}">
      <dgm:prSet/>
      <dgm:spPr/>
      <dgm:t>
        <a:bodyPr/>
        <a:lstStyle/>
        <a:p>
          <a:endParaRPr lang="en-US"/>
        </a:p>
      </dgm:t>
    </dgm:pt>
    <dgm:pt modelId="{9A0A9FC1-DBC4-4A84-BB7F-D9968685DB50}">
      <dgm:prSet/>
      <dgm:spPr/>
      <dgm:t>
        <a:bodyPr/>
        <a:lstStyle/>
        <a:p>
          <a:r>
            <a:rPr lang="en-US"/>
            <a:t>Memory pruning</a:t>
          </a:r>
        </a:p>
      </dgm:t>
    </dgm:pt>
    <dgm:pt modelId="{40C22DB4-2493-41EF-8F2D-0EA2CBF63691}" type="parTrans" cxnId="{9DB602A7-18AE-4DDA-A574-67B31FA5894F}">
      <dgm:prSet/>
      <dgm:spPr/>
      <dgm:t>
        <a:bodyPr/>
        <a:lstStyle/>
        <a:p>
          <a:endParaRPr lang="en-US"/>
        </a:p>
      </dgm:t>
    </dgm:pt>
    <dgm:pt modelId="{145DA591-2E04-4F4E-8F6A-A89EE766EB60}" type="sibTrans" cxnId="{9DB602A7-18AE-4DDA-A574-67B31FA5894F}">
      <dgm:prSet/>
      <dgm:spPr/>
      <dgm:t>
        <a:bodyPr/>
        <a:lstStyle/>
        <a:p>
          <a:endParaRPr lang="en-US"/>
        </a:p>
      </dgm:t>
    </dgm:pt>
    <dgm:pt modelId="{B2353164-0757-4F03-BC4E-80C34C090BFE}">
      <dgm:prSet/>
      <dgm:spPr/>
      <dgm:t>
        <a:bodyPr/>
        <a:lstStyle/>
        <a:p>
          <a:r>
            <a:rPr lang="en-US"/>
            <a:t>Memory design affects reasoning quality.</a:t>
          </a:r>
        </a:p>
      </dgm:t>
    </dgm:pt>
    <dgm:pt modelId="{10E71401-CE1F-49A8-9B03-895C75AA7D29}" type="parTrans" cxnId="{39F3DA59-C80D-4DE2-8230-8ADFED0E15FA}">
      <dgm:prSet/>
      <dgm:spPr/>
      <dgm:t>
        <a:bodyPr/>
        <a:lstStyle/>
        <a:p>
          <a:endParaRPr lang="en-US"/>
        </a:p>
      </dgm:t>
    </dgm:pt>
    <dgm:pt modelId="{51B75EB1-5535-41AD-9F89-45045373DB51}" type="sibTrans" cxnId="{39F3DA59-C80D-4DE2-8230-8ADFED0E15FA}">
      <dgm:prSet/>
      <dgm:spPr/>
      <dgm:t>
        <a:bodyPr/>
        <a:lstStyle/>
        <a:p>
          <a:endParaRPr lang="en-US"/>
        </a:p>
      </dgm:t>
    </dgm:pt>
    <dgm:pt modelId="{D55CF468-7A39-4FCF-8CCF-4A0EDFCCF200}" type="pres">
      <dgm:prSet presAssocID="{6F0E8887-68A4-4402-B996-898DD21622D0}" presName="linear" presStyleCnt="0">
        <dgm:presLayoutVars>
          <dgm:animLvl val="lvl"/>
          <dgm:resizeHandles val="exact"/>
        </dgm:presLayoutVars>
      </dgm:prSet>
      <dgm:spPr/>
    </dgm:pt>
    <dgm:pt modelId="{43752263-85F3-434F-8775-46E4F5655E60}" type="pres">
      <dgm:prSet presAssocID="{9B6B5060-A2BE-4229-818C-49BA14EA752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E7C64AC-8509-4B19-B960-8D61E8B438C4}" type="pres">
      <dgm:prSet presAssocID="{9B6B5060-A2BE-4229-818C-49BA14EA7526}" presName="childText" presStyleLbl="revTx" presStyleIdx="0" presStyleCnt="1">
        <dgm:presLayoutVars>
          <dgm:bulletEnabled val="1"/>
        </dgm:presLayoutVars>
      </dgm:prSet>
      <dgm:spPr/>
    </dgm:pt>
    <dgm:pt modelId="{D3378A97-7BA9-4E4E-B01A-695728D1B3E4}" type="pres">
      <dgm:prSet presAssocID="{B2353164-0757-4F03-BC4E-80C34C090BF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C425C16-E644-45EA-BDEB-C4D553DF6FEB}" type="presOf" srcId="{9B6B5060-A2BE-4229-818C-49BA14EA7526}" destId="{43752263-85F3-434F-8775-46E4F5655E60}" srcOrd="0" destOrd="0" presId="urn:microsoft.com/office/officeart/2005/8/layout/vList2"/>
    <dgm:cxn modelId="{4B9A1F2E-10FB-4859-A6BB-BBE6712DEF23}" srcId="{9B6B5060-A2BE-4229-818C-49BA14EA7526}" destId="{99C744D8-D2C7-4654-A9A6-3429E46A14B8}" srcOrd="5" destOrd="0" parTransId="{1C3ADED9-7B08-4F82-8D45-4DFAABBE6F70}" sibTransId="{080466E4-1BD0-4985-87CB-4612DEDCA018}"/>
    <dgm:cxn modelId="{0B678A30-87F6-4640-9DED-D3B5F2FB568D}" type="presOf" srcId="{99C744D8-D2C7-4654-A9A6-3429E46A14B8}" destId="{4E7C64AC-8509-4B19-B960-8D61E8B438C4}" srcOrd="0" destOrd="5" presId="urn:microsoft.com/office/officeart/2005/8/layout/vList2"/>
    <dgm:cxn modelId="{DBC45232-5941-43B2-A36B-93D3AC668EC3}" srcId="{9B6B5060-A2BE-4229-818C-49BA14EA7526}" destId="{9910A2C9-3945-478A-8C4C-1272AC201770}" srcOrd="3" destOrd="0" parTransId="{2AED10B2-ACF6-4C33-A62C-A177E60E243B}" sibTransId="{EE657753-3787-4E0A-B242-5E8D2AE68010}"/>
    <dgm:cxn modelId="{51FF725C-0682-4B43-8DE1-526EC24E6445}" type="presOf" srcId="{9910A2C9-3945-478A-8C4C-1272AC201770}" destId="{4E7C64AC-8509-4B19-B960-8D61E8B438C4}" srcOrd="0" destOrd="3" presId="urn:microsoft.com/office/officeart/2005/8/layout/vList2"/>
    <dgm:cxn modelId="{111A0B46-1D3F-466C-AEEF-C6342E103CB9}" type="presOf" srcId="{F30B145E-EB0E-43C1-A7F1-BF3AA5358031}" destId="{4E7C64AC-8509-4B19-B960-8D61E8B438C4}" srcOrd="0" destOrd="0" presId="urn:microsoft.com/office/officeart/2005/8/layout/vList2"/>
    <dgm:cxn modelId="{7CE24D75-003C-4AEC-86A6-5F4C2F0089AE}" srcId="{9B6B5060-A2BE-4229-818C-49BA14EA7526}" destId="{499B2883-1DB2-4C3B-9135-D0C683DA01AC}" srcOrd="2" destOrd="0" parTransId="{BE4B8ABE-C1EB-438E-B36B-38F780F8C3A8}" sibTransId="{451A630A-393E-417C-AE6A-2986C5B829A0}"/>
    <dgm:cxn modelId="{E95AC876-FF49-4826-9EE1-A3CDC287060E}" srcId="{9B6B5060-A2BE-4229-818C-49BA14EA7526}" destId="{F30B145E-EB0E-43C1-A7F1-BF3AA5358031}" srcOrd="0" destOrd="0" parTransId="{6A9B8B51-E063-46AC-BFFB-88A5C22FABCF}" sibTransId="{2F806F19-A189-4841-9564-6C983C21DDDB}"/>
    <dgm:cxn modelId="{39F3DA59-C80D-4DE2-8230-8ADFED0E15FA}" srcId="{6F0E8887-68A4-4402-B996-898DD21622D0}" destId="{B2353164-0757-4F03-BC4E-80C34C090BFE}" srcOrd="1" destOrd="0" parTransId="{10E71401-CE1F-49A8-9B03-895C75AA7D29}" sibTransId="{51B75EB1-5535-41AD-9F89-45045373DB51}"/>
    <dgm:cxn modelId="{83E0987B-866E-4761-9970-BA39B3458A64}" srcId="{9B6B5060-A2BE-4229-818C-49BA14EA7526}" destId="{AA630F85-CFA1-40B5-AFA8-E1E65BE45AED}" srcOrd="4" destOrd="0" parTransId="{5E4C5F64-36E7-4C65-AF2F-98C37A4A8C0B}" sibTransId="{50BA827D-9252-4BED-A82D-0B5C9906A93C}"/>
    <dgm:cxn modelId="{9A210790-75B9-42AE-9969-6B020BD278B5}" type="presOf" srcId="{499B2883-1DB2-4C3B-9135-D0C683DA01AC}" destId="{4E7C64AC-8509-4B19-B960-8D61E8B438C4}" srcOrd="0" destOrd="2" presId="urn:microsoft.com/office/officeart/2005/8/layout/vList2"/>
    <dgm:cxn modelId="{8D08B29D-E1E7-4B8B-A020-DDFCED0C2698}" type="presOf" srcId="{87084F9C-24DB-42EA-ABBD-C5D093F7ECA8}" destId="{4E7C64AC-8509-4B19-B960-8D61E8B438C4}" srcOrd="0" destOrd="1" presId="urn:microsoft.com/office/officeart/2005/8/layout/vList2"/>
    <dgm:cxn modelId="{3723B8A6-EF28-4EE4-BD25-1B84BFF29D72}" type="presOf" srcId="{9A0A9FC1-DBC4-4A84-BB7F-D9968685DB50}" destId="{4E7C64AC-8509-4B19-B960-8D61E8B438C4}" srcOrd="0" destOrd="6" presId="urn:microsoft.com/office/officeart/2005/8/layout/vList2"/>
    <dgm:cxn modelId="{9DB602A7-18AE-4DDA-A574-67B31FA5894F}" srcId="{9B6B5060-A2BE-4229-818C-49BA14EA7526}" destId="{9A0A9FC1-DBC4-4A84-BB7F-D9968685DB50}" srcOrd="6" destOrd="0" parTransId="{40C22DB4-2493-41EF-8F2D-0EA2CBF63691}" sibTransId="{145DA591-2E04-4F4E-8F6A-A89EE766EB60}"/>
    <dgm:cxn modelId="{F530A7AF-AD39-40ED-853B-9A9888C5A44E}" srcId="{9B6B5060-A2BE-4229-818C-49BA14EA7526}" destId="{87084F9C-24DB-42EA-ABBD-C5D093F7ECA8}" srcOrd="1" destOrd="0" parTransId="{AB2AEBBB-99C5-4E5B-8006-093263A3FCDD}" sibTransId="{0D283592-D7A9-4C6E-95CE-3211285E8F69}"/>
    <dgm:cxn modelId="{EF9DC0BF-7342-4D0D-8815-A440F04D4543}" srcId="{6F0E8887-68A4-4402-B996-898DD21622D0}" destId="{9B6B5060-A2BE-4229-818C-49BA14EA7526}" srcOrd="0" destOrd="0" parTransId="{206641DC-5F9B-4F65-A157-68092E428C64}" sibTransId="{55CECCCA-2059-4F2C-9D6F-0C61C0801CCD}"/>
    <dgm:cxn modelId="{1DF2E8DD-E40A-4DB7-97A5-D1C1E04D9299}" type="presOf" srcId="{AA630F85-CFA1-40B5-AFA8-E1E65BE45AED}" destId="{4E7C64AC-8509-4B19-B960-8D61E8B438C4}" srcOrd="0" destOrd="4" presId="urn:microsoft.com/office/officeart/2005/8/layout/vList2"/>
    <dgm:cxn modelId="{96EB73E0-D657-40C2-AF65-DCDFDF6F9338}" type="presOf" srcId="{6F0E8887-68A4-4402-B996-898DD21622D0}" destId="{D55CF468-7A39-4FCF-8CCF-4A0EDFCCF200}" srcOrd="0" destOrd="0" presId="urn:microsoft.com/office/officeart/2005/8/layout/vList2"/>
    <dgm:cxn modelId="{2F5511F1-70A6-4360-A2B9-661C21078A9A}" type="presOf" srcId="{B2353164-0757-4F03-BC4E-80C34C090BFE}" destId="{D3378A97-7BA9-4E4E-B01A-695728D1B3E4}" srcOrd="0" destOrd="0" presId="urn:microsoft.com/office/officeart/2005/8/layout/vList2"/>
    <dgm:cxn modelId="{0F00052D-A52B-444C-BB26-2BE67D9B54FE}" type="presParOf" srcId="{D55CF468-7A39-4FCF-8CCF-4A0EDFCCF200}" destId="{43752263-85F3-434F-8775-46E4F5655E60}" srcOrd="0" destOrd="0" presId="urn:microsoft.com/office/officeart/2005/8/layout/vList2"/>
    <dgm:cxn modelId="{DEEE0A14-D62A-4DC0-87E9-CAE9E66F77C5}" type="presParOf" srcId="{D55CF468-7A39-4FCF-8CCF-4A0EDFCCF200}" destId="{4E7C64AC-8509-4B19-B960-8D61E8B438C4}" srcOrd="1" destOrd="0" presId="urn:microsoft.com/office/officeart/2005/8/layout/vList2"/>
    <dgm:cxn modelId="{33736068-F1DF-49CC-9793-957F1B2EC802}" type="presParOf" srcId="{D55CF468-7A39-4FCF-8CCF-4A0EDFCCF200}" destId="{D3378A97-7BA9-4E4E-B01A-695728D1B3E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C49E7B3-990E-4512-9555-870A88107BD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D43228F-7DC5-4118-A155-674271D834BB}">
      <dgm:prSet/>
      <dgm:spPr/>
      <dgm:t>
        <a:bodyPr/>
        <a:lstStyle/>
        <a:p>
          <a:r>
            <a:rPr lang="en-US" dirty="0"/>
            <a:t>External memory introduces risks:</a:t>
          </a:r>
        </a:p>
      </dgm:t>
    </dgm:pt>
    <dgm:pt modelId="{5F121EDB-A856-4929-8055-9C2322BE8E40}" type="parTrans" cxnId="{7AA5F531-D4DF-466D-A439-F4CE232E3057}">
      <dgm:prSet/>
      <dgm:spPr/>
      <dgm:t>
        <a:bodyPr/>
        <a:lstStyle/>
        <a:p>
          <a:endParaRPr lang="en-US"/>
        </a:p>
      </dgm:t>
    </dgm:pt>
    <dgm:pt modelId="{B51370FD-AA9B-49A9-8279-C2926CC8C675}" type="sibTrans" cxnId="{7AA5F531-D4DF-466D-A439-F4CE232E3057}">
      <dgm:prSet/>
      <dgm:spPr/>
      <dgm:t>
        <a:bodyPr/>
        <a:lstStyle/>
        <a:p>
          <a:endParaRPr lang="en-US"/>
        </a:p>
      </dgm:t>
    </dgm:pt>
    <dgm:pt modelId="{16392052-5D11-4B4D-A92A-79421ACC4B29}">
      <dgm:prSet/>
      <dgm:spPr/>
      <dgm:t>
        <a:bodyPr/>
        <a:lstStyle/>
        <a:p>
          <a:r>
            <a:rPr lang="en-US" dirty="0"/>
            <a:t>Retrieval hallucination</a:t>
          </a:r>
        </a:p>
      </dgm:t>
    </dgm:pt>
    <dgm:pt modelId="{B6425FDC-0BA9-499C-AA49-F265D88B3F0B}" type="parTrans" cxnId="{6655C342-9F2D-4F38-B98A-AA831B11F7B6}">
      <dgm:prSet/>
      <dgm:spPr/>
      <dgm:t>
        <a:bodyPr/>
        <a:lstStyle/>
        <a:p>
          <a:endParaRPr lang="en-US"/>
        </a:p>
      </dgm:t>
    </dgm:pt>
    <dgm:pt modelId="{B67AA222-95E0-47D4-A672-2E5E3775011C}" type="sibTrans" cxnId="{6655C342-9F2D-4F38-B98A-AA831B11F7B6}">
      <dgm:prSet/>
      <dgm:spPr/>
      <dgm:t>
        <a:bodyPr/>
        <a:lstStyle/>
        <a:p>
          <a:endParaRPr lang="en-US"/>
        </a:p>
      </dgm:t>
    </dgm:pt>
    <dgm:pt modelId="{274E19C7-B514-4F8F-853D-2E3179D9F8A4}">
      <dgm:prSet/>
      <dgm:spPr/>
      <dgm:t>
        <a:bodyPr/>
        <a:lstStyle/>
        <a:p>
          <a:r>
            <a:rPr lang="en-US" dirty="0"/>
            <a:t>Stale information</a:t>
          </a:r>
        </a:p>
      </dgm:t>
    </dgm:pt>
    <dgm:pt modelId="{01A8786E-B784-4D99-964F-44B09701751B}" type="parTrans" cxnId="{E40F6D53-87CD-44B8-9FA2-A9B0A5F0919D}">
      <dgm:prSet/>
      <dgm:spPr/>
      <dgm:t>
        <a:bodyPr/>
        <a:lstStyle/>
        <a:p>
          <a:endParaRPr lang="en-US"/>
        </a:p>
      </dgm:t>
    </dgm:pt>
    <dgm:pt modelId="{58C07A49-5AED-4B55-AFC0-97B94456B5FF}" type="sibTrans" cxnId="{E40F6D53-87CD-44B8-9FA2-A9B0A5F0919D}">
      <dgm:prSet/>
      <dgm:spPr/>
      <dgm:t>
        <a:bodyPr/>
        <a:lstStyle/>
        <a:p>
          <a:endParaRPr lang="en-US"/>
        </a:p>
      </dgm:t>
    </dgm:pt>
    <dgm:pt modelId="{4E1A6E03-76CF-4388-92E0-23ED246FD3AC}">
      <dgm:prSet/>
      <dgm:spPr/>
      <dgm:t>
        <a:bodyPr/>
        <a:lstStyle/>
        <a:p>
          <a:r>
            <a:rPr lang="en-US"/>
            <a:t>Irrelevant top_k results</a:t>
          </a:r>
        </a:p>
      </dgm:t>
    </dgm:pt>
    <dgm:pt modelId="{982ADE2D-C3EE-4469-A0A0-9ADD32F7D659}" type="parTrans" cxnId="{24ED1DFC-DF0E-420F-9D5E-E41BE8F36037}">
      <dgm:prSet/>
      <dgm:spPr/>
      <dgm:t>
        <a:bodyPr/>
        <a:lstStyle/>
        <a:p>
          <a:endParaRPr lang="en-US"/>
        </a:p>
      </dgm:t>
    </dgm:pt>
    <dgm:pt modelId="{0CA1F564-7771-4EF9-9A90-9A9308B39EB1}" type="sibTrans" cxnId="{24ED1DFC-DF0E-420F-9D5E-E41BE8F36037}">
      <dgm:prSet/>
      <dgm:spPr/>
      <dgm:t>
        <a:bodyPr/>
        <a:lstStyle/>
        <a:p>
          <a:endParaRPr lang="en-US"/>
        </a:p>
      </dgm:t>
    </dgm:pt>
    <dgm:pt modelId="{43A1B440-E2AD-4378-AE87-3B68D6FA8A45}">
      <dgm:prSet/>
      <dgm:spPr/>
      <dgm:t>
        <a:bodyPr/>
        <a:lstStyle/>
        <a:p>
          <a:r>
            <a:rPr lang="en-US" dirty="0"/>
            <a:t>Over-retrieval</a:t>
          </a:r>
        </a:p>
      </dgm:t>
    </dgm:pt>
    <dgm:pt modelId="{75A416AE-4685-45D8-8DC0-C2127398EE5C}" type="parTrans" cxnId="{8CE6C12E-E2C7-4991-A011-9D7B233C521E}">
      <dgm:prSet/>
      <dgm:spPr/>
      <dgm:t>
        <a:bodyPr/>
        <a:lstStyle/>
        <a:p>
          <a:endParaRPr lang="en-US"/>
        </a:p>
      </dgm:t>
    </dgm:pt>
    <dgm:pt modelId="{6E29B0D7-7242-4BD6-B18A-B4716B3B0C8E}" type="sibTrans" cxnId="{8CE6C12E-E2C7-4991-A011-9D7B233C521E}">
      <dgm:prSet/>
      <dgm:spPr/>
      <dgm:t>
        <a:bodyPr/>
        <a:lstStyle/>
        <a:p>
          <a:endParaRPr lang="en-US"/>
        </a:p>
      </dgm:t>
    </dgm:pt>
    <dgm:pt modelId="{CE8C9759-B341-4438-8135-3FE582982F98}">
      <dgm:prSet/>
      <dgm:spPr/>
      <dgm:t>
        <a:bodyPr/>
        <a:lstStyle/>
        <a:p>
          <a:r>
            <a:rPr lang="en-US" dirty="0"/>
            <a:t>Embedding drift</a:t>
          </a:r>
        </a:p>
      </dgm:t>
    </dgm:pt>
    <dgm:pt modelId="{EBA957C7-EC9C-42D2-AEC0-3B0CBF1A8B3B}" type="parTrans" cxnId="{E2D92D02-A452-4FFA-8EA5-E5782CB756E2}">
      <dgm:prSet/>
      <dgm:spPr/>
      <dgm:t>
        <a:bodyPr/>
        <a:lstStyle/>
        <a:p>
          <a:endParaRPr lang="en-US"/>
        </a:p>
      </dgm:t>
    </dgm:pt>
    <dgm:pt modelId="{89B54C16-41F9-4FD0-9E51-F7E3E4D8133C}" type="sibTrans" cxnId="{E2D92D02-A452-4FFA-8EA5-E5782CB756E2}">
      <dgm:prSet/>
      <dgm:spPr/>
      <dgm:t>
        <a:bodyPr/>
        <a:lstStyle/>
        <a:p>
          <a:endParaRPr lang="en-US"/>
        </a:p>
      </dgm:t>
    </dgm:pt>
    <dgm:pt modelId="{48956FE5-012A-4203-867B-BE339303C62E}">
      <dgm:prSet/>
      <dgm:spPr/>
      <dgm:t>
        <a:bodyPr/>
        <a:lstStyle/>
        <a:p>
          <a:r>
            <a:rPr lang="en-US"/>
            <a:t>Memory must be managed carefully.</a:t>
          </a:r>
        </a:p>
      </dgm:t>
    </dgm:pt>
    <dgm:pt modelId="{4692612B-7445-4E4F-B603-FF6C156CA34F}" type="parTrans" cxnId="{2F607404-AFAB-4592-8806-003355737FDD}">
      <dgm:prSet/>
      <dgm:spPr/>
      <dgm:t>
        <a:bodyPr/>
        <a:lstStyle/>
        <a:p>
          <a:endParaRPr lang="en-US"/>
        </a:p>
      </dgm:t>
    </dgm:pt>
    <dgm:pt modelId="{4284A791-FA94-4044-BC87-4878E2ACC0B2}" type="sibTrans" cxnId="{2F607404-AFAB-4592-8806-003355737FDD}">
      <dgm:prSet/>
      <dgm:spPr/>
      <dgm:t>
        <a:bodyPr/>
        <a:lstStyle/>
        <a:p>
          <a:endParaRPr lang="en-US"/>
        </a:p>
      </dgm:t>
    </dgm:pt>
    <dgm:pt modelId="{36F0BC32-7905-4215-AFE8-46116321EE77}" type="pres">
      <dgm:prSet presAssocID="{4C49E7B3-990E-4512-9555-870A88107BD3}" presName="linear" presStyleCnt="0">
        <dgm:presLayoutVars>
          <dgm:dir/>
          <dgm:animLvl val="lvl"/>
          <dgm:resizeHandles val="exact"/>
        </dgm:presLayoutVars>
      </dgm:prSet>
      <dgm:spPr/>
    </dgm:pt>
    <dgm:pt modelId="{719D59C6-6690-437B-AEE8-62E5F7308B98}" type="pres">
      <dgm:prSet presAssocID="{9D43228F-7DC5-4118-A155-674271D834BB}" presName="parentLin" presStyleCnt="0"/>
      <dgm:spPr/>
    </dgm:pt>
    <dgm:pt modelId="{4C9419FB-D09A-4E93-84DA-E6B9E58E52E2}" type="pres">
      <dgm:prSet presAssocID="{9D43228F-7DC5-4118-A155-674271D834BB}" presName="parentLeftMargin" presStyleLbl="node1" presStyleIdx="0" presStyleCnt="2"/>
      <dgm:spPr/>
    </dgm:pt>
    <dgm:pt modelId="{BB1E52B3-389E-46FF-BE98-3E905EBBF660}" type="pres">
      <dgm:prSet presAssocID="{9D43228F-7DC5-4118-A155-674271D834B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7DA7090-47E6-4404-8902-4DDB0F53F49A}" type="pres">
      <dgm:prSet presAssocID="{9D43228F-7DC5-4118-A155-674271D834BB}" presName="negativeSpace" presStyleCnt="0"/>
      <dgm:spPr/>
    </dgm:pt>
    <dgm:pt modelId="{6490E5B3-4EA6-4BC0-A785-BD646841A9E6}" type="pres">
      <dgm:prSet presAssocID="{9D43228F-7DC5-4118-A155-674271D834BB}" presName="childText" presStyleLbl="conFgAcc1" presStyleIdx="0" presStyleCnt="2">
        <dgm:presLayoutVars>
          <dgm:bulletEnabled val="1"/>
        </dgm:presLayoutVars>
      </dgm:prSet>
      <dgm:spPr/>
    </dgm:pt>
    <dgm:pt modelId="{DE2DCD24-233E-434A-8B40-B023EA5A449B}" type="pres">
      <dgm:prSet presAssocID="{B51370FD-AA9B-49A9-8279-C2926CC8C675}" presName="spaceBetweenRectangles" presStyleCnt="0"/>
      <dgm:spPr/>
    </dgm:pt>
    <dgm:pt modelId="{48FFF888-3C3B-495D-96DB-FA671E191E9F}" type="pres">
      <dgm:prSet presAssocID="{48956FE5-012A-4203-867B-BE339303C62E}" presName="parentLin" presStyleCnt="0"/>
      <dgm:spPr/>
    </dgm:pt>
    <dgm:pt modelId="{B8F3622C-1114-4206-A5AE-C427F5A6AAB7}" type="pres">
      <dgm:prSet presAssocID="{48956FE5-012A-4203-867B-BE339303C62E}" presName="parentLeftMargin" presStyleLbl="node1" presStyleIdx="0" presStyleCnt="2"/>
      <dgm:spPr/>
    </dgm:pt>
    <dgm:pt modelId="{82717DF6-EAE6-441C-9C3C-33E3142911F5}" type="pres">
      <dgm:prSet presAssocID="{48956FE5-012A-4203-867B-BE339303C62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D4D6BFE-BF33-4517-9A6E-0989FE6B5221}" type="pres">
      <dgm:prSet presAssocID="{48956FE5-012A-4203-867B-BE339303C62E}" presName="negativeSpace" presStyleCnt="0"/>
      <dgm:spPr/>
    </dgm:pt>
    <dgm:pt modelId="{9BA12434-DB16-4000-944B-700E872A7750}" type="pres">
      <dgm:prSet presAssocID="{48956FE5-012A-4203-867B-BE339303C62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2D92D02-A452-4FFA-8EA5-E5782CB756E2}" srcId="{9D43228F-7DC5-4118-A155-674271D834BB}" destId="{CE8C9759-B341-4438-8135-3FE582982F98}" srcOrd="4" destOrd="0" parTransId="{EBA957C7-EC9C-42D2-AEC0-3B0CBF1A8B3B}" sibTransId="{89B54C16-41F9-4FD0-9E51-F7E3E4D8133C}"/>
    <dgm:cxn modelId="{2F607404-AFAB-4592-8806-003355737FDD}" srcId="{4C49E7B3-990E-4512-9555-870A88107BD3}" destId="{48956FE5-012A-4203-867B-BE339303C62E}" srcOrd="1" destOrd="0" parTransId="{4692612B-7445-4E4F-B603-FF6C156CA34F}" sibTransId="{4284A791-FA94-4044-BC87-4878E2ACC0B2}"/>
    <dgm:cxn modelId="{50E7CD2A-49C4-46CB-B637-30A076A2E352}" type="presOf" srcId="{48956FE5-012A-4203-867B-BE339303C62E}" destId="{82717DF6-EAE6-441C-9C3C-33E3142911F5}" srcOrd="1" destOrd="0" presId="urn:microsoft.com/office/officeart/2005/8/layout/list1"/>
    <dgm:cxn modelId="{8CE6C12E-E2C7-4991-A011-9D7B233C521E}" srcId="{9D43228F-7DC5-4118-A155-674271D834BB}" destId="{43A1B440-E2AD-4378-AE87-3B68D6FA8A45}" srcOrd="3" destOrd="0" parTransId="{75A416AE-4685-45D8-8DC0-C2127398EE5C}" sibTransId="{6E29B0D7-7242-4BD6-B18A-B4716B3B0C8E}"/>
    <dgm:cxn modelId="{CE9A202F-82EA-4A4E-989A-F1FE0D5543A1}" type="presOf" srcId="{4E1A6E03-76CF-4388-92E0-23ED246FD3AC}" destId="{6490E5B3-4EA6-4BC0-A785-BD646841A9E6}" srcOrd="0" destOrd="2" presId="urn:microsoft.com/office/officeart/2005/8/layout/list1"/>
    <dgm:cxn modelId="{01B0642F-51D9-4B23-9069-021F4689A0A8}" type="presOf" srcId="{9D43228F-7DC5-4118-A155-674271D834BB}" destId="{4C9419FB-D09A-4E93-84DA-E6B9E58E52E2}" srcOrd="0" destOrd="0" presId="urn:microsoft.com/office/officeart/2005/8/layout/list1"/>
    <dgm:cxn modelId="{7AA5F531-D4DF-466D-A439-F4CE232E3057}" srcId="{4C49E7B3-990E-4512-9555-870A88107BD3}" destId="{9D43228F-7DC5-4118-A155-674271D834BB}" srcOrd="0" destOrd="0" parTransId="{5F121EDB-A856-4929-8055-9C2322BE8E40}" sibTransId="{B51370FD-AA9B-49A9-8279-C2926CC8C675}"/>
    <dgm:cxn modelId="{E732AD3A-C1A8-454A-88D9-1D142EA189F9}" type="presOf" srcId="{9D43228F-7DC5-4118-A155-674271D834BB}" destId="{BB1E52B3-389E-46FF-BE98-3E905EBBF660}" srcOrd="1" destOrd="0" presId="urn:microsoft.com/office/officeart/2005/8/layout/list1"/>
    <dgm:cxn modelId="{6655C342-9F2D-4F38-B98A-AA831B11F7B6}" srcId="{9D43228F-7DC5-4118-A155-674271D834BB}" destId="{16392052-5D11-4B4D-A92A-79421ACC4B29}" srcOrd="0" destOrd="0" parTransId="{B6425FDC-0BA9-499C-AA49-F265D88B3F0B}" sibTransId="{B67AA222-95E0-47D4-A672-2E5E3775011C}"/>
    <dgm:cxn modelId="{43C55445-EF41-4EEA-8EDE-F2B3DA0473E3}" type="presOf" srcId="{274E19C7-B514-4F8F-853D-2E3179D9F8A4}" destId="{6490E5B3-4EA6-4BC0-A785-BD646841A9E6}" srcOrd="0" destOrd="1" presId="urn:microsoft.com/office/officeart/2005/8/layout/list1"/>
    <dgm:cxn modelId="{D0C58E48-784B-4228-A75C-ECC03B8C1D3D}" type="presOf" srcId="{16392052-5D11-4B4D-A92A-79421ACC4B29}" destId="{6490E5B3-4EA6-4BC0-A785-BD646841A9E6}" srcOrd="0" destOrd="0" presId="urn:microsoft.com/office/officeart/2005/8/layout/list1"/>
    <dgm:cxn modelId="{E40F6D53-87CD-44B8-9FA2-A9B0A5F0919D}" srcId="{9D43228F-7DC5-4118-A155-674271D834BB}" destId="{274E19C7-B514-4F8F-853D-2E3179D9F8A4}" srcOrd="1" destOrd="0" parTransId="{01A8786E-B784-4D99-964F-44B09701751B}" sibTransId="{58C07A49-5AED-4B55-AFC0-97B94456B5FF}"/>
    <dgm:cxn modelId="{8C2DBEA9-EED2-4268-9704-74064C3D1DF2}" type="presOf" srcId="{43A1B440-E2AD-4378-AE87-3B68D6FA8A45}" destId="{6490E5B3-4EA6-4BC0-A785-BD646841A9E6}" srcOrd="0" destOrd="3" presId="urn:microsoft.com/office/officeart/2005/8/layout/list1"/>
    <dgm:cxn modelId="{1F3F65E5-155C-4166-823E-33080EC49593}" type="presOf" srcId="{CE8C9759-B341-4438-8135-3FE582982F98}" destId="{6490E5B3-4EA6-4BC0-A785-BD646841A9E6}" srcOrd="0" destOrd="4" presId="urn:microsoft.com/office/officeart/2005/8/layout/list1"/>
    <dgm:cxn modelId="{968958EF-523B-41D3-BE69-997EF543B1E5}" type="presOf" srcId="{48956FE5-012A-4203-867B-BE339303C62E}" destId="{B8F3622C-1114-4206-A5AE-C427F5A6AAB7}" srcOrd="0" destOrd="0" presId="urn:microsoft.com/office/officeart/2005/8/layout/list1"/>
    <dgm:cxn modelId="{5B95FAFA-A854-4CC1-8AEF-E695BEFECB4A}" type="presOf" srcId="{4C49E7B3-990E-4512-9555-870A88107BD3}" destId="{36F0BC32-7905-4215-AFE8-46116321EE77}" srcOrd="0" destOrd="0" presId="urn:microsoft.com/office/officeart/2005/8/layout/list1"/>
    <dgm:cxn modelId="{24ED1DFC-DF0E-420F-9D5E-E41BE8F36037}" srcId="{9D43228F-7DC5-4118-A155-674271D834BB}" destId="{4E1A6E03-76CF-4388-92E0-23ED246FD3AC}" srcOrd="2" destOrd="0" parTransId="{982ADE2D-C3EE-4469-A0A0-9ADD32F7D659}" sibTransId="{0CA1F564-7771-4EF9-9A90-9A9308B39EB1}"/>
    <dgm:cxn modelId="{567F3037-4D26-4161-B9CC-07D066BACD58}" type="presParOf" srcId="{36F0BC32-7905-4215-AFE8-46116321EE77}" destId="{719D59C6-6690-437B-AEE8-62E5F7308B98}" srcOrd="0" destOrd="0" presId="urn:microsoft.com/office/officeart/2005/8/layout/list1"/>
    <dgm:cxn modelId="{7768F0FF-BB8C-47BF-A3D3-03B8EC3D2DD0}" type="presParOf" srcId="{719D59C6-6690-437B-AEE8-62E5F7308B98}" destId="{4C9419FB-D09A-4E93-84DA-E6B9E58E52E2}" srcOrd="0" destOrd="0" presId="urn:microsoft.com/office/officeart/2005/8/layout/list1"/>
    <dgm:cxn modelId="{C310E851-FE52-4D51-A9DD-7A5319AA63D3}" type="presParOf" srcId="{719D59C6-6690-437B-AEE8-62E5F7308B98}" destId="{BB1E52B3-389E-46FF-BE98-3E905EBBF660}" srcOrd="1" destOrd="0" presId="urn:microsoft.com/office/officeart/2005/8/layout/list1"/>
    <dgm:cxn modelId="{66FBBC2B-384D-4DA1-A153-B21EBF42E5B5}" type="presParOf" srcId="{36F0BC32-7905-4215-AFE8-46116321EE77}" destId="{E7DA7090-47E6-4404-8902-4DDB0F53F49A}" srcOrd="1" destOrd="0" presId="urn:microsoft.com/office/officeart/2005/8/layout/list1"/>
    <dgm:cxn modelId="{03E819DC-19CB-4042-8AF8-48B722585F11}" type="presParOf" srcId="{36F0BC32-7905-4215-AFE8-46116321EE77}" destId="{6490E5B3-4EA6-4BC0-A785-BD646841A9E6}" srcOrd="2" destOrd="0" presId="urn:microsoft.com/office/officeart/2005/8/layout/list1"/>
    <dgm:cxn modelId="{EA914758-7BE9-4DBD-B1B9-50B89B0AD434}" type="presParOf" srcId="{36F0BC32-7905-4215-AFE8-46116321EE77}" destId="{DE2DCD24-233E-434A-8B40-B023EA5A449B}" srcOrd="3" destOrd="0" presId="urn:microsoft.com/office/officeart/2005/8/layout/list1"/>
    <dgm:cxn modelId="{1299A55D-4F65-4F57-A63A-867DE10C8DC9}" type="presParOf" srcId="{36F0BC32-7905-4215-AFE8-46116321EE77}" destId="{48FFF888-3C3B-495D-96DB-FA671E191E9F}" srcOrd="4" destOrd="0" presId="urn:microsoft.com/office/officeart/2005/8/layout/list1"/>
    <dgm:cxn modelId="{8454CB5B-DB84-4912-8C47-AE6BDB554DA1}" type="presParOf" srcId="{48FFF888-3C3B-495D-96DB-FA671E191E9F}" destId="{B8F3622C-1114-4206-A5AE-C427F5A6AAB7}" srcOrd="0" destOrd="0" presId="urn:microsoft.com/office/officeart/2005/8/layout/list1"/>
    <dgm:cxn modelId="{3EC45CFA-3CAD-4037-AAEE-4BFD364980F7}" type="presParOf" srcId="{48FFF888-3C3B-495D-96DB-FA671E191E9F}" destId="{82717DF6-EAE6-441C-9C3C-33E3142911F5}" srcOrd="1" destOrd="0" presId="urn:microsoft.com/office/officeart/2005/8/layout/list1"/>
    <dgm:cxn modelId="{8856329F-E5E3-4851-B75C-ACE348FAF3D6}" type="presParOf" srcId="{36F0BC32-7905-4215-AFE8-46116321EE77}" destId="{AD4D6BFE-BF33-4517-9A6E-0989FE6B5221}" srcOrd="5" destOrd="0" presId="urn:microsoft.com/office/officeart/2005/8/layout/list1"/>
    <dgm:cxn modelId="{6605ADEC-848E-454A-B64A-CE12D78A3C1F}" type="presParOf" srcId="{36F0BC32-7905-4215-AFE8-46116321EE77}" destId="{9BA12434-DB16-4000-944B-700E872A775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F1B618B-4DA9-4FFF-B552-46203835843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35CEFAD-7A0B-4CF0-A6F8-82DCDE512CAE}">
      <dgm:prSet/>
      <dgm:spPr/>
      <dgm:t>
        <a:bodyPr/>
        <a:lstStyle/>
        <a:p>
          <a:r>
            <a:rPr lang="en-US"/>
            <a:t>Layer 1: Attention (working memory)</a:t>
          </a:r>
        </a:p>
      </dgm:t>
    </dgm:pt>
    <dgm:pt modelId="{26280D77-1886-4CF6-A91A-CDDB45A17FDA}" type="parTrans" cxnId="{0A8A1473-C535-4D8E-A21F-53D3D465144C}">
      <dgm:prSet/>
      <dgm:spPr/>
      <dgm:t>
        <a:bodyPr/>
        <a:lstStyle/>
        <a:p>
          <a:endParaRPr lang="en-US"/>
        </a:p>
      </dgm:t>
    </dgm:pt>
    <dgm:pt modelId="{8FD17277-1FE0-47E8-8B7C-976F2E6D2FCE}" type="sibTrans" cxnId="{0A8A1473-C535-4D8E-A21F-53D3D465144C}">
      <dgm:prSet/>
      <dgm:spPr/>
      <dgm:t>
        <a:bodyPr/>
        <a:lstStyle/>
        <a:p>
          <a:endParaRPr lang="en-US"/>
        </a:p>
      </dgm:t>
    </dgm:pt>
    <dgm:pt modelId="{B4444C3B-C875-4D64-9017-C656A5B99592}">
      <dgm:prSet/>
      <dgm:spPr/>
      <dgm:t>
        <a:bodyPr/>
        <a:lstStyle/>
        <a:p>
          <a:r>
            <a:rPr lang="en-US"/>
            <a:t>Layer 2: Buffers (session memory)</a:t>
          </a:r>
        </a:p>
      </dgm:t>
    </dgm:pt>
    <dgm:pt modelId="{739D1C17-86F9-42CD-A0BB-683ADDA59B6B}" type="parTrans" cxnId="{3C79F032-2B8A-4759-84E4-5292240FEA6B}">
      <dgm:prSet/>
      <dgm:spPr/>
      <dgm:t>
        <a:bodyPr/>
        <a:lstStyle/>
        <a:p>
          <a:endParaRPr lang="en-US"/>
        </a:p>
      </dgm:t>
    </dgm:pt>
    <dgm:pt modelId="{77F216F3-5EB8-4FC0-8D51-5C3FD9BD5652}" type="sibTrans" cxnId="{3C79F032-2B8A-4759-84E4-5292240FEA6B}">
      <dgm:prSet/>
      <dgm:spPr/>
      <dgm:t>
        <a:bodyPr/>
        <a:lstStyle/>
        <a:p>
          <a:endParaRPr lang="en-US"/>
        </a:p>
      </dgm:t>
    </dgm:pt>
    <dgm:pt modelId="{D767C76C-8195-4176-A0B2-73FAEF3E8F09}">
      <dgm:prSet/>
      <dgm:spPr/>
      <dgm:t>
        <a:bodyPr/>
        <a:lstStyle/>
        <a:p>
          <a:r>
            <a:rPr lang="en-US"/>
            <a:t>Layer 3: Vector DB (semantic memory)</a:t>
          </a:r>
        </a:p>
      </dgm:t>
    </dgm:pt>
    <dgm:pt modelId="{CA2F4D3B-6C5E-4C93-9988-44B54C3CF753}" type="parTrans" cxnId="{472496FA-4EAE-4C9A-BAD9-8E97E7727F5E}">
      <dgm:prSet/>
      <dgm:spPr/>
      <dgm:t>
        <a:bodyPr/>
        <a:lstStyle/>
        <a:p>
          <a:endParaRPr lang="en-US"/>
        </a:p>
      </dgm:t>
    </dgm:pt>
    <dgm:pt modelId="{132425F0-85BD-4A52-8FBC-B9EEA13197C4}" type="sibTrans" cxnId="{472496FA-4EAE-4C9A-BAD9-8E97E7727F5E}">
      <dgm:prSet/>
      <dgm:spPr/>
      <dgm:t>
        <a:bodyPr/>
        <a:lstStyle/>
        <a:p>
          <a:endParaRPr lang="en-US"/>
        </a:p>
      </dgm:t>
    </dgm:pt>
    <dgm:pt modelId="{FA9393BB-36A0-4D2B-BB92-AD0F52F0ADB8}">
      <dgm:prSet/>
      <dgm:spPr/>
      <dgm:t>
        <a:bodyPr/>
        <a:lstStyle/>
        <a:p>
          <a:r>
            <a:rPr lang="en-US"/>
            <a:t>Layer 4: Logs &amp; reflection (episodic memory)</a:t>
          </a:r>
        </a:p>
      </dgm:t>
    </dgm:pt>
    <dgm:pt modelId="{2EA69D44-94BC-4DEF-ADAC-140BCC7FF151}" type="parTrans" cxnId="{AB1CE2A5-99C1-45CF-BA34-D9A053E8138B}">
      <dgm:prSet/>
      <dgm:spPr/>
      <dgm:t>
        <a:bodyPr/>
        <a:lstStyle/>
        <a:p>
          <a:endParaRPr lang="en-US"/>
        </a:p>
      </dgm:t>
    </dgm:pt>
    <dgm:pt modelId="{45B0E654-FBD6-4E69-80C3-8A05B106DFAC}" type="sibTrans" cxnId="{AB1CE2A5-99C1-45CF-BA34-D9A053E8138B}">
      <dgm:prSet/>
      <dgm:spPr/>
      <dgm:t>
        <a:bodyPr/>
        <a:lstStyle/>
        <a:p>
          <a:endParaRPr lang="en-US"/>
        </a:p>
      </dgm:t>
    </dgm:pt>
    <dgm:pt modelId="{930C39ED-F1DF-43F1-A75A-349D51133598}">
      <dgm:prSet/>
      <dgm:spPr/>
      <dgm:t>
        <a:bodyPr/>
        <a:lstStyle/>
        <a:p>
          <a:r>
            <a:rPr lang="en-US"/>
            <a:t>This is the architecture of modern agentic AI.</a:t>
          </a:r>
        </a:p>
      </dgm:t>
    </dgm:pt>
    <dgm:pt modelId="{1793F104-12A2-4E8E-9947-D6AD4E9F4E9E}" type="parTrans" cxnId="{13AEB318-E3D0-48D6-AE26-187128042569}">
      <dgm:prSet/>
      <dgm:spPr/>
      <dgm:t>
        <a:bodyPr/>
        <a:lstStyle/>
        <a:p>
          <a:endParaRPr lang="en-US"/>
        </a:p>
      </dgm:t>
    </dgm:pt>
    <dgm:pt modelId="{978030F7-DB06-4A0E-A3D3-3EFC9101052D}" type="sibTrans" cxnId="{13AEB318-E3D0-48D6-AE26-187128042569}">
      <dgm:prSet/>
      <dgm:spPr/>
      <dgm:t>
        <a:bodyPr/>
        <a:lstStyle/>
        <a:p>
          <a:endParaRPr lang="en-US"/>
        </a:p>
      </dgm:t>
    </dgm:pt>
    <dgm:pt modelId="{B36125BA-7AB8-4B81-A45D-3971FE4F0F77}" type="pres">
      <dgm:prSet presAssocID="{8F1B618B-4DA9-4FFF-B552-46203835843E}" presName="root" presStyleCnt="0">
        <dgm:presLayoutVars>
          <dgm:dir/>
          <dgm:resizeHandles val="exact"/>
        </dgm:presLayoutVars>
      </dgm:prSet>
      <dgm:spPr/>
    </dgm:pt>
    <dgm:pt modelId="{E50671F6-27F3-4AF0-BB52-060A553D4830}" type="pres">
      <dgm:prSet presAssocID="{D35CEFAD-7A0B-4CF0-A6F8-82DCDE512CAE}" presName="compNode" presStyleCnt="0"/>
      <dgm:spPr/>
    </dgm:pt>
    <dgm:pt modelId="{E8FD10E0-8411-4CD8-95E4-1E679EC9B4E4}" type="pres">
      <dgm:prSet presAssocID="{D35CEFAD-7A0B-4CF0-A6F8-82DCDE512CAE}" presName="bgRect" presStyleLbl="bgShp" presStyleIdx="0" presStyleCnt="5"/>
      <dgm:spPr/>
    </dgm:pt>
    <dgm:pt modelId="{64C5021D-442A-4820-BAFA-FCC40C795EB6}" type="pres">
      <dgm:prSet presAssocID="{D35CEFAD-7A0B-4CF0-A6F8-82DCDE512CA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350E338-6FE7-43C5-8ED6-729C644197BC}" type="pres">
      <dgm:prSet presAssocID="{D35CEFAD-7A0B-4CF0-A6F8-82DCDE512CAE}" presName="spaceRect" presStyleCnt="0"/>
      <dgm:spPr/>
    </dgm:pt>
    <dgm:pt modelId="{E85F486C-D30A-447B-B4FE-74E033C232EA}" type="pres">
      <dgm:prSet presAssocID="{D35CEFAD-7A0B-4CF0-A6F8-82DCDE512CAE}" presName="parTx" presStyleLbl="revTx" presStyleIdx="0" presStyleCnt="5">
        <dgm:presLayoutVars>
          <dgm:chMax val="0"/>
          <dgm:chPref val="0"/>
        </dgm:presLayoutVars>
      </dgm:prSet>
      <dgm:spPr/>
    </dgm:pt>
    <dgm:pt modelId="{74B09564-97BD-4122-9770-EF5C018D5B2A}" type="pres">
      <dgm:prSet presAssocID="{8FD17277-1FE0-47E8-8B7C-976F2E6D2FCE}" presName="sibTrans" presStyleCnt="0"/>
      <dgm:spPr/>
    </dgm:pt>
    <dgm:pt modelId="{55EBC8F2-958E-4129-9E82-E13F57E1515A}" type="pres">
      <dgm:prSet presAssocID="{B4444C3B-C875-4D64-9017-C656A5B99592}" presName="compNode" presStyleCnt="0"/>
      <dgm:spPr/>
    </dgm:pt>
    <dgm:pt modelId="{2D0B0F21-0E23-4722-A180-94D93433B978}" type="pres">
      <dgm:prSet presAssocID="{B4444C3B-C875-4D64-9017-C656A5B99592}" presName="bgRect" presStyleLbl="bgShp" presStyleIdx="1" presStyleCnt="5"/>
      <dgm:spPr/>
    </dgm:pt>
    <dgm:pt modelId="{5D109102-4956-4BF9-9188-ED02FCE6EB66}" type="pres">
      <dgm:prSet presAssocID="{B4444C3B-C875-4D64-9017-C656A5B9959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60CC073-8E16-4D1A-9966-FACB715A39BB}" type="pres">
      <dgm:prSet presAssocID="{B4444C3B-C875-4D64-9017-C656A5B99592}" presName="spaceRect" presStyleCnt="0"/>
      <dgm:spPr/>
    </dgm:pt>
    <dgm:pt modelId="{308018D1-491A-4A39-B902-E7CEF81F5C1B}" type="pres">
      <dgm:prSet presAssocID="{B4444C3B-C875-4D64-9017-C656A5B99592}" presName="parTx" presStyleLbl="revTx" presStyleIdx="1" presStyleCnt="5">
        <dgm:presLayoutVars>
          <dgm:chMax val="0"/>
          <dgm:chPref val="0"/>
        </dgm:presLayoutVars>
      </dgm:prSet>
      <dgm:spPr/>
    </dgm:pt>
    <dgm:pt modelId="{CF4D9484-0311-4A99-9B6E-0FAC2267244C}" type="pres">
      <dgm:prSet presAssocID="{77F216F3-5EB8-4FC0-8D51-5C3FD9BD5652}" presName="sibTrans" presStyleCnt="0"/>
      <dgm:spPr/>
    </dgm:pt>
    <dgm:pt modelId="{22D2EB57-3FCD-4D2F-B0A2-4079DEBFB122}" type="pres">
      <dgm:prSet presAssocID="{D767C76C-8195-4176-A0B2-73FAEF3E8F09}" presName="compNode" presStyleCnt="0"/>
      <dgm:spPr/>
    </dgm:pt>
    <dgm:pt modelId="{0126C30E-22A4-4345-ABD7-FDC0BB1B956F}" type="pres">
      <dgm:prSet presAssocID="{D767C76C-8195-4176-A0B2-73FAEF3E8F09}" presName="bgRect" presStyleLbl="bgShp" presStyleIdx="2" presStyleCnt="5"/>
      <dgm:spPr/>
    </dgm:pt>
    <dgm:pt modelId="{B8C90AE0-BB92-4E03-A2AC-D954DF572FED}" type="pres">
      <dgm:prSet presAssocID="{D767C76C-8195-4176-A0B2-73FAEF3E8F0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C9A54D5-8EBC-489C-909E-EAD11D9EEFA1}" type="pres">
      <dgm:prSet presAssocID="{D767C76C-8195-4176-A0B2-73FAEF3E8F09}" presName="spaceRect" presStyleCnt="0"/>
      <dgm:spPr/>
    </dgm:pt>
    <dgm:pt modelId="{3E2CB9BF-841B-456B-8229-2D3888A29701}" type="pres">
      <dgm:prSet presAssocID="{D767C76C-8195-4176-A0B2-73FAEF3E8F09}" presName="parTx" presStyleLbl="revTx" presStyleIdx="2" presStyleCnt="5">
        <dgm:presLayoutVars>
          <dgm:chMax val="0"/>
          <dgm:chPref val="0"/>
        </dgm:presLayoutVars>
      </dgm:prSet>
      <dgm:spPr/>
    </dgm:pt>
    <dgm:pt modelId="{1E5B6E5E-7FD2-4834-917C-68E7C6200670}" type="pres">
      <dgm:prSet presAssocID="{132425F0-85BD-4A52-8FBC-B9EEA13197C4}" presName="sibTrans" presStyleCnt="0"/>
      <dgm:spPr/>
    </dgm:pt>
    <dgm:pt modelId="{4F615B67-3FC8-4C80-9D20-90E9B798E3A3}" type="pres">
      <dgm:prSet presAssocID="{FA9393BB-36A0-4D2B-BB92-AD0F52F0ADB8}" presName="compNode" presStyleCnt="0"/>
      <dgm:spPr/>
    </dgm:pt>
    <dgm:pt modelId="{B74FA557-8AAC-4FA1-88B3-0C0BD659F52E}" type="pres">
      <dgm:prSet presAssocID="{FA9393BB-36A0-4D2B-BB92-AD0F52F0ADB8}" presName="bgRect" presStyleLbl="bgShp" presStyleIdx="3" presStyleCnt="5"/>
      <dgm:spPr/>
    </dgm:pt>
    <dgm:pt modelId="{CC2DF052-E9CA-4326-835B-80EDA6A24A6B}" type="pres">
      <dgm:prSet presAssocID="{FA9393BB-36A0-4D2B-BB92-AD0F52F0ADB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4CACAA00-DF15-4B2B-9CF6-62D1A031C046}" type="pres">
      <dgm:prSet presAssocID="{FA9393BB-36A0-4D2B-BB92-AD0F52F0ADB8}" presName="spaceRect" presStyleCnt="0"/>
      <dgm:spPr/>
    </dgm:pt>
    <dgm:pt modelId="{A77579C9-B9A4-46D5-92D1-238BBA3F0188}" type="pres">
      <dgm:prSet presAssocID="{FA9393BB-36A0-4D2B-BB92-AD0F52F0ADB8}" presName="parTx" presStyleLbl="revTx" presStyleIdx="3" presStyleCnt="5">
        <dgm:presLayoutVars>
          <dgm:chMax val="0"/>
          <dgm:chPref val="0"/>
        </dgm:presLayoutVars>
      </dgm:prSet>
      <dgm:spPr/>
    </dgm:pt>
    <dgm:pt modelId="{39480A6B-B18E-4107-AEBD-D3F02C667668}" type="pres">
      <dgm:prSet presAssocID="{45B0E654-FBD6-4E69-80C3-8A05B106DFAC}" presName="sibTrans" presStyleCnt="0"/>
      <dgm:spPr/>
    </dgm:pt>
    <dgm:pt modelId="{A5A5D48E-8AA3-4F90-9D9E-5B2CAF699B97}" type="pres">
      <dgm:prSet presAssocID="{930C39ED-F1DF-43F1-A75A-349D51133598}" presName="compNode" presStyleCnt="0"/>
      <dgm:spPr/>
    </dgm:pt>
    <dgm:pt modelId="{022DDF2C-D1C4-4CC5-9BE5-FB3029A8E0FD}" type="pres">
      <dgm:prSet presAssocID="{930C39ED-F1DF-43F1-A75A-349D51133598}" presName="bgRect" presStyleLbl="bgShp" presStyleIdx="4" presStyleCnt="5"/>
      <dgm:spPr/>
    </dgm:pt>
    <dgm:pt modelId="{45FB9B0A-742D-4DAD-8D9C-E44C2D69A714}" type="pres">
      <dgm:prSet presAssocID="{930C39ED-F1DF-43F1-A75A-349D5113359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62087CE-99FB-4A46-9588-205D73A4DE72}" type="pres">
      <dgm:prSet presAssocID="{930C39ED-F1DF-43F1-A75A-349D51133598}" presName="spaceRect" presStyleCnt="0"/>
      <dgm:spPr/>
    </dgm:pt>
    <dgm:pt modelId="{68C872DD-65CD-40C5-B1AF-EA560985437C}" type="pres">
      <dgm:prSet presAssocID="{930C39ED-F1DF-43F1-A75A-349D5113359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3AEB318-E3D0-48D6-AE26-187128042569}" srcId="{8F1B618B-4DA9-4FFF-B552-46203835843E}" destId="{930C39ED-F1DF-43F1-A75A-349D51133598}" srcOrd="4" destOrd="0" parTransId="{1793F104-12A2-4E8E-9947-D6AD4E9F4E9E}" sibTransId="{978030F7-DB06-4A0E-A3D3-3EFC9101052D}"/>
    <dgm:cxn modelId="{0FE97F1A-D324-4BFA-902D-2F5BC61E296B}" type="presOf" srcId="{FA9393BB-36A0-4D2B-BB92-AD0F52F0ADB8}" destId="{A77579C9-B9A4-46D5-92D1-238BBA3F0188}" srcOrd="0" destOrd="0" presId="urn:microsoft.com/office/officeart/2018/2/layout/IconVerticalSolidList"/>
    <dgm:cxn modelId="{3C79F032-2B8A-4759-84E4-5292240FEA6B}" srcId="{8F1B618B-4DA9-4FFF-B552-46203835843E}" destId="{B4444C3B-C875-4D64-9017-C656A5B99592}" srcOrd="1" destOrd="0" parTransId="{739D1C17-86F9-42CD-A0BB-683ADDA59B6B}" sibTransId="{77F216F3-5EB8-4FC0-8D51-5C3FD9BD5652}"/>
    <dgm:cxn modelId="{DA9A1762-14F0-4166-A9A4-7946ADDF05A0}" type="presOf" srcId="{B4444C3B-C875-4D64-9017-C656A5B99592}" destId="{308018D1-491A-4A39-B902-E7CEF81F5C1B}" srcOrd="0" destOrd="0" presId="urn:microsoft.com/office/officeart/2018/2/layout/IconVerticalSolidList"/>
    <dgm:cxn modelId="{7C8BAB64-045A-4AFF-908E-89E584CBE67D}" type="presOf" srcId="{D35CEFAD-7A0B-4CF0-A6F8-82DCDE512CAE}" destId="{E85F486C-D30A-447B-B4FE-74E033C232EA}" srcOrd="0" destOrd="0" presId="urn:microsoft.com/office/officeart/2018/2/layout/IconVerticalSolidList"/>
    <dgm:cxn modelId="{0A8A1473-C535-4D8E-A21F-53D3D465144C}" srcId="{8F1B618B-4DA9-4FFF-B552-46203835843E}" destId="{D35CEFAD-7A0B-4CF0-A6F8-82DCDE512CAE}" srcOrd="0" destOrd="0" parTransId="{26280D77-1886-4CF6-A91A-CDDB45A17FDA}" sibTransId="{8FD17277-1FE0-47E8-8B7C-976F2E6D2FCE}"/>
    <dgm:cxn modelId="{AB1CE2A5-99C1-45CF-BA34-D9A053E8138B}" srcId="{8F1B618B-4DA9-4FFF-B552-46203835843E}" destId="{FA9393BB-36A0-4D2B-BB92-AD0F52F0ADB8}" srcOrd="3" destOrd="0" parTransId="{2EA69D44-94BC-4DEF-ADAC-140BCC7FF151}" sibTransId="{45B0E654-FBD6-4E69-80C3-8A05B106DFAC}"/>
    <dgm:cxn modelId="{FEC83CA8-3867-46C8-AACC-A56FF3D4A326}" type="presOf" srcId="{D767C76C-8195-4176-A0B2-73FAEF3E8F09}" destId="{3E2CB9BF-841B-456B-8229-2D3888A29701}" srcOrd="0" destOrd="0" presId="urn:microsoft.com/office/officeart/2018/2/layout/IconVerticalSolidList"/>
    <dgm:cxn modelId="{86ADA4B9-9E76-4CD6-B16C-0F897355348A}" type="presOf" srcId="{8F1B618B-4DA9-4FFF-B552-46203835843E}" destId="{B36125BA-7AB8-4B81-A45D-3971FE4F0F77}" srcOrd="0" destOrd="0" presId="urn:microsoft.com/office/officeart/2018/2/layout/IconVerticalSolidList"/>
    <dgm:cxn modelId="{472496FA-4EAE-4C9A-BAD9-8E97E7727F5E}" srcId="{8F1B618B-4DA9-4FFF-B552-46203835843E}" destId="{D767C76C-8195-4176-A0B2-73FAEF3E8F09}" srcOrd="2" destOrd="0" parTransId="{CA2F4D3B-6C5E-4C93-9988-44B54C3CF753}" sibTransId="{132425F0-85BD-4A52-8FBC-B9EEA13197C4}"/>
    <dgm:cxn modelId="{6CEF55FD-355A-4466-B9D5-13535898149F}" type="presOf" srcId="{930C39ED-F1DF-43F1-A75A-349D51133598}" destId="{68C872DD-65CD-40C5-B1AF-EA560985437C}" srcOrd="0" destOrd="0" presId="urn:microsoft.com/office/officeart/2018/2/layout/IconVerticalSolidList"/>
    <dgm:cxn modelId="{7F1CC8E9-9EC6-4877-B20B-6402AB94F9BE}" type="presParOf" srcId="{B36125BA-7AB8-4B81-A45D-3971FE4F0F77}" destId="{E50671F6-27F3-4AF0-BB52-060A553D4830}" srcOrd="0" destOrd="0" presId="urn:microsoft.com/office/officeart/2018/2/layout/IconVerticalSolidList"/>
    <dgm:cxn modelId="{48A1F287-4AD8-444D-8584-37271D44FDB5}" type="presParOf" srcId="{E50671F6-27F3-4AF0-BB52-060A553D4830}" destId="{E8FD10E0-8411-4CD8-95E4-1E679EC9B4E4}" srcOrd="0" destOrd="0" presId="urn:microsoft.com/office/officeart/2018/2/layout/IconVerticalSolidList"/>
    <dgm:cxn modelId="{835295AB-518B-47B3-ABC5-EFA35046585F}" type="presParOf" srcId="{E50671F6-27F3-4AF0-BB52-060A553D4830}" destId="{64C5021D-442A-4820-BAFA-FCC40C795EB6}" srcOrd="1" destOrd="0" presId="urn:microsoft.com/office/officeart/2018/2/layout/IconVerticalSolidList"/>
    <dgm:cxn modelId="{1E04EC50-1A22-4083-B89E-2B5145C1A5C1}" type="presParOf" srcId="{E50671F6-27F3-4AF0-BB52-060A553D4830}" destId="{5350E338-6FE7-43C5-8ED6-729C644197BC}" srcOrd="2" destOrd="0" presId="urn:microsoft.com/office/officeart/2018/2/layout/IconVerticalSolidList"/>
    <dgm:cxn modelId="{96F45C41-41D3-4D57-BB14-4634591C3CC9}" type="presParOf" srcId="{E50671F6-27F3-4AF0-BB52-060A553D4830}" destId="{E85F486C-D30A-447B-B4FE-74E033C232EA}" srcOrd="3" destOrd="0" presId="urn:microsoft.com/office/officeart/2018/2/layout/IconVerticalSolidList"/>
    <dgm:cxn modelId="{84BDBBD1-0345-44E9-8EF1-C73FA7A76D9C}" type="presParOf" srcId="{B36125BA-7AB8-4B81-A45D-3971FE4F0F77}" destId="{74B09564-97BD-4122-9770-EF5C018D5B2A}" srcOrd="1" destOrd="0" presId="urn:microsoft.com/office/officeart/2018/2/layout/IconVerticalSolidList"/>
    <dgm:cxn modelId="{46E0E638-4341-4776-B109-29AFA9DD6C3E}" type="presParOf" srcId="{B36125BA-7AB8-4B81-A45D-3971FE4F0F77}" destId="{55EBC8F2-958E-4129-9E82-E13F57E1515A}" srcOrd="2" destOrd="0" presId="urn:microsoft.com/office/officeart/2018/2/layout/IconVerticalSolidList"/>
    <dgm:cxn modelId="{18C8AB9C-11A8-419C-BD87-7913DA1E099A}" type="presParOf" srcId="{55EBC8F2-958E-4129-9E82-E13F57E1515A}" destId="{2D0B0F21-0E23-4722-A180-94D93433B978}" srcOrd="0" destOrd="0" presId="urn:microsoft.com/office/officeart/2018/2/layout/IconVerticalSolidList"/>
    <dgm:cxn modelId="{BA6E4348-033B-46EF-B0B8-5D286F5E1FBF}" type="presParOf" srcId="{55EBC8F2-958E-4129-9E82-E13F57E1515A}" destId="{5D109102-4956-4BF9-9188-ED02FCE6EB66}" srcOrd="1" destOrd="0" presId="urn:microsoft.com/office/officeart/2018/2/layout/IconVerticalSolidList"/>
    <dgm:cxn modelId="{F9DEA254-EE23-48F7-AA25-46D0AE74AFCD}" type="presParOf" srcId="{55EBC8F2-958E-4129-9E82-E13F57E1515A}" destId="{760CC073-8E16-4D1A-9966-FACB715A39BB}" srcOrd="2" destOrd="0" presId="urn:microsoft.com/office/officeart/2018/2/layout/IconVerticalSolidList"/>
    <dgm:cxn modelId="{F08A85DF-D8D3-447A-B24A-E3396EB5A1E7}" type="presParOf" srcId="{55EBC8F2-958E-4129-9E82-E13F57E1515A}" destId="{308018D1-491A-4A39-B902-E7CEF81F5C1B}" srcOrd="3" destOrd="0" presId="urn:microsoft.com/office/officeart/2018/2/layout/IconVerticalSolidList"/>
    <dgm:cxn modelId="{327E2AF0-E839-4F04-873C-B31FE659A3BE}" type="presParOf" srcId="{B36125BA-7AB8-4B81-A45D-3971FE4F0F77}" destId="{CF4D9484-0311-4A99-9B6E-0FAC2267244C}" srcOrd="3" destOrd="0" presId="urn:microsoft.com/office/officeart/2018/2/layout/IconVerticalSolidList"/>
    <dgm:cxn modelId="{03CC04E7-09A2-4669-99F5-2FB82669EBB7}" type="presParOf" srcId="{B36125BA-7AB8-4B81-A45D-3971FE4F0F77}" destId="{22D2EB57-3FCD-4D2F-B0A2-4079DEBFB122}" srcOrd="4" destOrd="0" presId="urn:microsoft.com/office/officeart/2018/2/layout/IconVerticalSolidList"/>
    <dgm:cxn modelId="{8A7B3D29-24F5-4D92-ACC1-94C85EFCC0FC}" type="presParOf" srcId="{22D2EB57-3FCD-4D2F-B0A2-4079DEBFB122}" destId="{0126C30E-22A4-4345-ABD7-FDC0BB1B956F}" srcOrd="0" destOrd="0" presId="urn:microsoft.com/office/officeart/2018/2/layout/IconVerticalSolidList"/>
    <dgm:cxn modelId="{64D2AF3D-D33B-46B0-965A-9571C6CEBE20}" type="presParOf" srcId="{22D2EB57-3FCD-4D2F-B0A2-4079DEBFB122}" destId="{B8C90AE0-BB92-4E03-A2AC-D954DF572FED}" srcOrd="1" destOrd="0" presId="urn:microsoft.com/office/officeart/2018/2/layout/IconVerticalSolidList"/>
    <dgm:cxn modelId="{90FB5713-622B-4667-800D-3F2FAD3E82E0}" type="presParOf" srcId="{22D2EB57-3FCD-4D2F-B0A2-4079DEBFB122}" destId="{7C9A54D5-8EBC-489C-909E-EAD11D9EEFA1}" srcOrd="2" destOrd="0" presId="urn:microsoft.com/office/officeart/2018/2/layout/IconVerticalSolidList"/>
    <dgm:cxn modelId="{CF812061-3050-437D-AA7E-CC9D96FDA64B}" type="presParOf" srcId="{22D2EB57-3FCD-4D2F-B0A2-4079DEBFB122}" destId="{3E2CB9BF-841B-456B-8229-2D3888A29701}" srcOrd="3" destOrd="0" presId="urn:microsoft.com/office/officeart/2018/2/layout/IconVerticalSolidList"/>
    <dgm:cxn modelId="{4B372B69-8B49-4124-92FA-6D1AAE7CE311}" type="presParOf" srcId="{B36125BA-7AB8-4B81-A45D-3971FE4F0F77}" destId="{1E5B6E5E-7FD2-4834-917C-68E7C6200670}" srcOrd="5" destOrd="0" presId="urn:microsoft.com/office/officeart/2018/2/layout/IconVerticalSolidList"/>
    <dgm:cxn modelId="{CB4DD461-4595-478B-B7FE-CF8AA5159D4D}" type="presParOf" srcId="{B36125BA-7AB8-4B81-A45D-3971FE4F0F77}" destId="{4F615B67-3FC8-4C80-9D20-90E9B798E3A3}" srcOrd="6" destOrd="0" presId="urn:microsoft.com/office/officeart/2018/2/layout/IconVerticalSolidList"/>
    <dgm:cxn modelId="{C539E872-0839-4E68-9F5E-4F11A4D8BABE}" type="presParOf" srcId="{4F615B67-3FC8-4C80-9D20-90E9B798E3A3}" destId="{B74FA557-8AAC-4FA1-88B3-0C0BD659F52E}" srcOrd="0" destOrd="0" presId="urn:microsoft.com/office/officeart/2018/2/layout/IconVerticalSolidList"/>
    <dgm:cxn modelId="{46609A50-C6CF-4274-A91F-8A07C86F440F}" type="presParOf" srcId="{4F615B67-3FC8-4C80-9D20-90E9B798E3A3}" destId="{CC2DF052-E9CA-4326-835B-80EDA6A24A6B}" srcOrd="1" destOrd="0" presId="urn:microsoft.com/office/officeart/2018/2/layout/IconVerticalSolidList"/>
    <dgm:cxn modelId="{2F403AE3-2BD1-4EE8-9951-0696E42D7C1B}" type="presParOf" srcId="{4F615B67-3FC8-4C80-9D20-90E9B798E3A3}" destId="{4CACAA00-DF15-4B2B-9CF6-62D1A031C046}" srcOrd="2" destOrd="0" presId="urn:microsoft.com/office/officeart/2018/2/layout/IconVerticalSolidList"/>
    <dgm:cxn modelId="{763B7D51-0DF5-4A5E-9B91-D65DA0AE7F44}" type="presParOf" srcId="{4F615B67-3FC8-4C80-9D20-90E9B798E3A3}" destId="{A77579C9-B9A4-46D5-92D1-238BBA3F0188}" srcOrd="3" destOrd="0" presId="urn:microsoft.com/office/officeart/2018/2/layout/IconVerticalSolidList"/>
    <dgm:cxn modelId="{FCA2F06D-D7D5-4942-BD2A-59FF14BC583E}" type="presParOf" srcId="{B36125BA-7AB8-4B81-A45D-3971FE4F0F77}" destId="{39480A6B-B18E-4107-AEBD-D3F02C667668}" srcOrd="7" destOrd="0" presId="urn:microsoft.com/office/officeart/2018/2/layout/IconVerticalSolidList"/>
    <dgm:cxn modelId="{4F02621A-A976-43DB-BC7F-0358E0BB655E}" type="presParOf" srcId="{B36125BA-7AB8-4B81-A45D-3971FE4F0F77}" destId="{A5A5D48E-8AA3-4F90-9D9E-5B2CAF699B97}" srcOrd="8" destOrd="0" presId="urn:microsoft.com/office/officeart/2018/2/layout/IconVerticalSolidList"/>
    <dgm:cxn modelId="{194D0AC2-E010-4140-B790-110A344BEEDB}" type="presParOf" srcId="{A5A5D48E-8AA3-4F90-9D9E-5B2CAF699B97}" destId="{022DDF2C-D1C4-4CC5-9BE5-FB3029A8E0FD}" srcOrd="0" destOrd="0" presId="urn:microsoft.com/office/officeart/2018/2/layout/IconVerticalSolidList"/>
    <dgm:cxn modelId="{733BF0C2-21EF-4C53-A6DA-39521BABAEAF}" type="presParOf" srcId="{A5A5D48E-8AA3-4F90-9D9E-5B2CAF699B97}" destId="{45FB9B0A-742D-4DAD-8D9C-E44C2D69A714}" srcOrd="1" destOrd="0" presId="urn:microsoft.com/office/officeart/2018/2/layout/IconVerticalSolidList"/>
    <dgm:cxn modelId="{3E3FAF63-4E51-435E-A587-422370CCCACC}" type="presParOf" srcId="{A5A5D48E-8AA3-4F90-9D9E-5B2CAF699B97}" destId="{A62087CE-99FB-4A46-9588-205D73A4DE72}" srcOrd="2" destOrd="0" presId="urn:microsoft.com/office/officeart/2018/2/layout/IconVerticalSolidList"/>
    <dgm:cxn modelId="{5410945A-8E52-4612-BDE2-C951FDDF9F7D}" type="presParOf" srcId="{A5A5D48E-8AA3-4F90-9D9E-5B2CAF699B97}" destId="{68C872DD-65CD-40C5-B1AF-EA560985437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8E5D52-5FA7-4912-BA67-21800C3FA86E}">
      <dsp:nvSpPr>
        <dsp:cNvPr id="0" name=""/>
        <dsp:cNvSpPr/>
      </dsp:nvSpPr>
      <dsp:spPr>
        <a:xfrm>
          <a:off x="0" y="505824"/>
          <a:ext cx="5641974" cy="6844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Memory stored outside the model.</a:t>
          </a:r>
        </a:p>
      </dsp:txBody>
      <dsp:txXfrm>
        <a:off x="33412" y="539236"/>
        <a:ext cx="5575150" cy="617626"/>
      </dsp:txXfrm>
    </dsp:sp>
    <dsp:sp modelId="{4A477A88-960E-46B0-BC78-2B505CD7B19B}">
      <dsp:nvSpPr>
        <dsp:cNvPr id="0" name=""/>
        <dsp:cNvSpPr/>
      </dsp:nvSpPr>
      <dsp:spPr>
        <a:xfrm>
          <a:off x="0" y="1276674"/>
          <a:ext cx="5641974" cy="684450"/>
        </a:xfrm>
        <a:prstGeom prst="roundRect">
          <a:avLst/>
        </a:prstGeom>
        <a:solidFill>
          <a:schemeClr val="accent2">
            <a:hueOff val="-3670562"/>
            <a:satOff val="16196"/>
            <a:lumOff val="-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Examples:</a:t>
          </a:r>
        </a:p>
      </dsp:txBody>
      <dsp:txXfrm>
        <a:off x="33412" y="1310086"/>
        <a:ext cx="5575150" cy="617626"/>
      </dsp:txXfrm>
    </dsp:sp>
    <dsp:sp modelId="{A3D0EBD2-A20A-4284-AC75-E2DA5C06127B}">
      <dsp:nvSpPr>
        <dsp:cNvPr id="0" name=""/>
        <dsp:cNvSpPr/>
      </dsp:nvSpPr>
      <dsp:spPr>
        <a:xfrm>
          <a:off x="0" y="1961125"/>
          <a:ext cx="5641974" cy="1769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13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Databases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Vector databases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Task logs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Knowledge bases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Agent reflection memory</a:t>
          </a:r>
        </a:p>
      </dsp:txBody>
      <dsp:txXfrm>
        <a:off x="0" y="1961125"/>
        <a:ext cx="5641974" cy="1769850"/>
      </dsp:txXfrm>
    </dsp:sp>
    <dsp:sp modelId="{B2DD4693-935D-4DA4-BA3D-BC2396B402D7}">
      <dsp:nvSpPr>
        <dsp:cNvPr id="0" name=""/>
        <dsp:cNvSpPr/>
      </dsp:nvSpPr>
      <dsp:spPr>
        <a:xfrm>
          <a:off x="0" y="3730975"/>
          <a:ext cx="5641974" cy="684450"/>
        </a:xfrm>
        <a:prstGeom prst="roundRect">
          <a:avLst/>
        </a:prstGeom>
        <a:solidFill>
          <a:schemeClr val="accent2">
            <a:hueOff val="-7341125"/>
            <a:satOff val="32393"/>
            <a:lumOff val="-5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This is persistent.</a:t>
          </a:r>
        </a:p>
      </dsp:txBody>
      <dsp:txXfrm>
        <a:off x="33412" y="3764387"/>
        <a:ext cx="5575150" cy="6176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F1D22-7279-4172-848A-C637EF81BD79}">
      <dsp:nvSpPr>
        <dsp:cNvPr id="0" name=""/>
        <dsp:cNvSpPr/>
      </dsp:nvSpPr>
      <dsp:spPr>
        <a:xfrm>
          <a:off x="0" y="600999"/>
          <a:ext cx="5641974" cy="2831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7880" tIns="604012" rIns="437880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Store large document collections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Remember previous sessions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Search over thousands of files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Track task history</a:t>
          </a:r>
        </a:p>
      </dsp:txBody>
      <dsp:txXfrm>
        <a:off x="0" y="600999"/>
        <a:ext cx="5641974" cy="2831850"/>
      </dsp:txXfrm>
    </dsp:sp>
    <dsp:sp modelId="{610FEC8C-0094-4D89-AFB7-5ACA8A2E3490}">
      <dsp:nvSpPr>
        <dsp:cNvPr id="0" name=""/>
        <dsp:cNvSpPr/>
      </dsp:nvSpPr>
      <dsp:spPr>
        <a:xfrm>
          <a:off x="282098" y="172959"/>
          <a:ext cx="3949382" cy="8560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277" tIns="0" rIns="149277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LLMs cannot:</a:t>
          </a:r>
        </a:p>
      </dsp:txBody>
      <dsp:txXfrm>
        <a:off x="323888" y="214749"/>
        <a:ext cx="3865802" cy="772500"/>
      </dsp:txXfrm>
    </dsp:sp>
    <dsp:sp modelId="{EF98E99D-6B28-47B5-ACDD-469166A82B2A}">
      <dsp:nvSpPr>
        <dsp:cNvPr id="0" name=""/>
        <dsp:cNvSpPr/>
      </dsp:nvSpPr>
      <dsp:spPr>
        <a:xfrm>
          <a:off x="0" y="4017490"/>
          <a:ext cx="5641974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-7341125"/>
              <a:satOff val="32393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A8D443-CD1F-4AF9-A363-498E35EF0794}">
      <dsp:nvSpPr>
        <dsp:cNvPr id="0" name=""/>
        <dsp:cNvSpPr/>
      </dsp:nvSpPr>
      <dsp:spPr>
        <a:xfrm>
          <a:off x="282098" y="3589450"/>
          <a:ext cx="3949382" cy="856080"/>
        </a:xfrm>
        <a:prstGeom prst="roundRect">
          <a:avLst/>
        </a:prstGeom>
        <a:solidFill>
          <a:schemeClr val="accent2">
            <a:hueOff val="-7341125"/>
            <a:satOff val="32393"/>
            <a:lumOff val="-5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277" tIns="0" rIns="149277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So we externalize memory.</a:t>
          </a:r>
        </a:p>
      </dsp:txBody>
      <dsp:txXfrm>
        <a:off x="323888" y="3631240"/>
        <a:ext cx="3865802" cy="772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78932-BD66-4F45-AE06-03DE720FF34C}">
      <dsp:nvSpPr>
        <dsp:cNvPr id="0" name=""/>
        <dsp:cNvSpPr/>
      </dsp:nvSpPr>
      <dsp:spPr>
        <a:xfrm>
          <a:off x="0" y="127104"/>
          <a:ext cx="5641974" cy="7300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Imagine our agent:</a:t>
          </a:r>
        </a:p>
      </dsp:txBody>
      <dsp:txXfrm>
        <a:off x="35640" y="162744"/>
        <a:ext cx="5570694" cy="658799"/>
      </dsp:txXfrm>
    </dsp:sp>
    <dsp:sp modelId="{7620AF4D-C93F-406A-8E7C-EA1ED65B2638}">
      <dsp:nvSpPr>
        <dsp:cNvPr id="0" name=""/>
        <dsp:cNvSpPr/>
      </dsp:nvSpPr>
      <dsp:spPr>
        <a:xfrm>
          <a:off x="0" y="857184"/>
          <a:ext cx="5641974" cy="238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133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Planner → Retrieve → Critic → Refine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What if it stores:</a:t>
          </a:r>
        </a:p>
        <a:p>
          <a:pPr marL="457200" lvl="2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Which queries failed</a:t>
          </a:r>
        </a:p>
        <a:p>
          <a:pPr marL="457200" lvl="2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Which refinements worked</a:t>
          </a:r>
        </a:p>
        <a:p>
          <a:pPr marL="457200" lvl="2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Confidence scores</a:t>
          </a:r>
        </a:p>
        <a:p>
          <a:pPr marL="457200" lvl="2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User corrections</a:t>
          </a:r>
        </a:p>
      </dsp:txBody>
      <dsp:txXfrm>
        <a:off x="0" y="857184"/>
        <a:ext cx="5641974" cy="2384640"/>
      </dsp:txXfrm>
    </dsp:sp>
    <dsp:sp modelId="{BDF6CB78-2B51-4919-AED2-B0C7E25E633A}">
      <dsp:nvSpPr>
        <dsp:cNvPr id="0" name=""/>
        <dsp:cNvSpPr/>
      </dsp:nvSpPr>
      <dsp:spPr>
        <a:xfrm>
          <a:off x="0" y="3241825"/>
          <a:ext cx="5641974" cy="730079"/>
        </a:xfrm>
        <a:prstGeom prst="roundRect">
          <a:avLst/>
        </a:prstGeom>
        <a:solidFill>
          <a:schemeClr val="accent2">
            <a:hueOff val="-3670562"/>
            <a:satOff val="16196"/>
            <a:lumOff val="-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That becomes episodic memory.</a:t>
          </a:r>
        </a:p>
      </dsp:txBody>
      <dsp:txXfrm>
        <a:off x="35640" y="3277465"/>
        <a:ext cx="5570694" cy="658799"/>
      </dsp:txXfrm>
    </dsp:sp>
    <dsp:sp modelId="{AD245047-DC46-416E-8C50-AD55FF55EA7F}">
      <dsp:nvSpPr>
        <dsp:cNvPr id="0" name=""/>
        <dsp:cNvSpPr/>
      </dsp:nvSpPr>
      <dsp:spPr>
        <a:xfrm>
          <a:off x="0" y="4064065"/>
          <a:ext cx="5641974" cy="730079"/>
        </a:xfrm>
        <a:prstGeom prst="roundRect">
          <a:avLst/>
        </a:prstGeom>
        <a:solidFill>
          <a:schemeClr val="accent2">
            <a:hueOff val="-7341125"/>
            <a:satOff val="32393"/>
            <a:lumOff val="-5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Now agent improves over time.</a:t>
          </a:r>
        </a:p>
      </dsp:txBody>
      <dsp:txXfrm>
        <a:off x="35640" y="4099705"/>
        <a:ext cx="5570694" cy="6587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752263-85F3-434F-8775-46E4F5655E60}">
      <dsp:nvSpPr>
        <dsp:cNvPr id="0" name=""/>
        <dsp:cNvSpPr/>
      </dsp:nvSpPr>
      <dsp:spPr>
        <a:xfrm>
          <a:off x="0" y="20769"/>
          <a:ext cx="5641974" cy="11243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When building vector memory, we must decide:</a:t>
          </a:r>
        </a:p>
      </dsp:txBody>
      <dsp:txXfrm>
        <a:off x="54887" y="75656"/>
        <a:ext cx="5532200" cy="1014596"/>
      </dsp:txXfrm>
    </dsp:sp>
    <dsp:sp modelId="{4E7C64AC-8509-4B19-B960-8D61E8B438C4}">
      <dsp:nvSpPr>
        <dsp:cNvPr id="0" name=""/>
        <dsp:cNvSpPr/>
      </dsp:nvSpPr>
      <dsp:spPr>
        <a:xfrm>
          <a:off x="0" y="1145139"/>
          <a:ext cx="5641974" cy="2630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133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Chunk size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Overlap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Embedding model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Similarity metric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top_k value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Score threshold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Memory pruning</a:t>
          </a:r>
        </a:p>
      </dsp:txBody>
      <dsp:txXfrm>
        <a:off x="0" y="1145139"/>
        <a:ext cx="5641974" cy="2630970"/>
      </dsp:txXfrm>
    </dsp:sp>
    <dsp:sp modelId="{D3378A97-7BA9-4E4E-B01A-695728D1B3E4}">
      <dsp:nvSpPr>
        <dsp:cNvPr id="0" name=""/>
        <dsp:cNvSpPr/>
      </dsp:nvSpPr>
      <dsp:spPr>
        <a:xfrm>
          <a:off x="0" y="3776109"/>
          <a:ext cx="5641974" cy="1124370"/>
        </a:xfrm>
        <a:prstGeom prst="roundRect">
          <a:avLst/>
        </a:prstGeom>
        <a:solidFill>
          <a:schemeClr val="accent2">
            <a:hueOff val="-7341125"/>
            <a:satOff val="32393"/>
            <a:lumOff val="-5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Memory design affects reasoning quality.</a:t>
          </a:r>
        </a:p>
      </dsp:txBody>
      <dsp:txXfrm>
        <a:off x="54887" y="3830996"/>
        <a:ext cx="5532200" cy="10145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90E5B3-4EA6-4BC0-A785-BD646841A9E6}">
      <dsp:nvSpPr>
        <dsp:cNvPr id="0" name=""/>
        <dsp:cNvSpPr/>
      </dsp:nvSpPr>
      <dsp:spPr>
        <a:xfrm>
          <a:off x="0" y="513249"/>
          <a:ext cx="5641974" cy="2976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7880" tIns="624840" rIns="437880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Retrieval hallucination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Stale information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Irrelevant top_k results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Over-retrieval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Embedding drift</a:t>
          </a:r>
        </a:p>
      </dsp:txBody>
      <dsp:txXfrm>
        <a:off x="0" y="513249"/>
        <a:ext cx="5641974" cy="2976750"/>
      </dsp:txXfrm>
    </dsp:sp>
    <dsp:sp modelId="{BB1E52B3-389E-46FF-BE98-3E905EBBF660}">
      <dsp:nvSpPr>
        <dsp:cNvPr id="0" name=""/>
        <dsp:cNvSpPr/>
      </dsp:nvSpPr>
      <dsp:spPr>
        <a:xfrm>
          <a:off x="282098" y="70449"/>
          <a:ext cx="3949382" cy="88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277" tIns="0" rIns="149277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External memory introduces risks:</a:t>
          </a:r>
        </a:p>
      </dsp:txBody>
      <dsp:txXfrm>
        <a:off x="325329" y="113680"/>
        <a:ext cx="3862920" cy="799138"/>
      </dsp:txXfrm>
    </dsp:sp>
    <dsp:sp modelId="{9BA12434-DB16-4000-944B-700E872A7750}">
      <dsp:nvSpPr>
        <dsp:cNvPr id="0" name=""/>
        <dsp:cNvSpPr/>
      </dsp:nvSpPr>
      <dsp:spPr>
        <a:xfrm>
          <a:off x="0" y="4094800"/>
          <a:ext cx="564197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-7341125"/>
              <a:satOff val="32393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717DF6-EAE6-441C-9C3C-33E3142911F5}">
      <dsp:nvSpPr>
        <dsp:cNvPr id="0" name=""/>
        <dsp:cNvSpPr/>
      </dsp:nvSpPr>
      <dsp:spPr>
        <a:xfrm>
          <a:off x="282098" y="3652000"/>
          <a:ext cx="3949382" cy="885600"/>
        </a:xfrm>
        <a:prstGeom prst="roundRect">
          <a:avLst/>
        </a:prstGeom>
        <a:solidFill>
          <a:schemeClr val="accent2">
            <a:hueOff val="-7341125"/>
            <a:satOff val="32393"/>
            <a:lumOff val="-5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277" tIns="0" rIns="149277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Memory must be managed carefully.</a:t>
          </a:r>
        </a:p>
      </dsp:txBody>
      <dsp:txXfrm>
        <a:off x="325329" y="3695231"/>
        <a:ext cx="3862920" cy="79913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D10E0-8411-4CD8-95E4-1E679EC9B4E4}">
      <dsp:nvSpPr>
        <dsp:cNvPr id="0" name=""/>
        <dsp:cNvSpPr/>
      </dsp:nvSpPr>
      <dsp:spPr>
        <a:xfrm>
          <a:off x="0" y="3844"/>
          <a:ext cx="5641974" cy="81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C5021D-442A-4820-BAFA-FCC40C795EB6}">
      <dsp:nvSpPr>
        <dsp:cNvPr id="0" name=""/>
        <dsp:cNvSpPr/>
      </dsp:nvSpPr>
      <dsp:spPr>
        <a:xfrm>
          <a:off x="247725" y="188103"/>
          <a:ext cx="450409" cy="4504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5F486C-D30A-447B-B4FE-74E033C232EA}">
      <dsp:nvSpPr>
        <dsp:cNvPr id="0" name=""/>
        <dsp:cNvSpPr/>
      </dsp:nvSpPr>
      <dsp:spPr>
        <a:xfrm>
          <a:off x="945860" y="3844"/>
          <a:ext cx="4696114" cy="81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70" tIns="86670" rIns="86670" bIns="866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Layer 1: Attention (working memory)</a:t>
          </a:r>
        </a:p>
      </dsp:txBody>
      <dsp:txXfrm>
        <a:off x="945860" y="3844"/>
        <a:ext cx="4696114" cy="818926"/>
      </dsp:txXfrm>
    </dsp:sp>
    <dsp:sp modelId="{2D0B0F21-0E23-4722-A180-94D93433B978}">
      <dsp:nvSpPr>
        <dsp:cNvPr id="0" name=""/>
        <dsp:cNvSpPr/>
      </dsp:nvSpPr>
      <dsp:spPr>
        <a:xfrm>
          <a:off x="0" y="1027503"/>
          <a:ext cx="5641974" cy="81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109102-4956-4BF9-9188-ED02FCE6EB66}">
      <dsp:nvSpPr>
        <dsp:cNvPr id="0" name=""/>
        <dsp:cNvSpPr/>
      </dsp:nvSpPr>
      <dsp:spPr>
        <a:xfrm>
          <a:off x="247725" y="1211761"/>
          <a:ext cx="450409" cy="4504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018D1-491A-4A39-B902-E7CEF81F5C1B}">
      <dsp:nvSpPr>
        <dsp:cNvPr id="0" name=""/>
        <dsp:cNvSpPr/>
      </dsp:nvSpPr>
      <dsp:spPr>
        <a:xfrm>
          <a:off x="945860" y="1027503"/>
          <a:ext cx="4696114" cy="81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70" tIns="86670" rIns="86670" bIns="866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Layer 2: Buffers (session memory)</a:t>
          </a:r>
        </a:p>
      </dsp:txBody>
      <dsp:txXfrm>
        <a:off x="945860" y="1027503"/>
        <a:ext cx="4696114" cy="818926"/>
      </dsp:txXfrm>
    </dsp:sp>
    <dsp:sp modelId="{0126C30E-22A4-4345-ABD7-FDC0BB1B956F}">
      <dsp:nvSpPr>
        <dsp:cNvPr id="0" name=""/>
        <dsp:cNvSpPr/>
      </dsp:nvSpPr>
      <dsp:spPr>
        <a:xfrm>
          <a:off x="0" y="2051161"/>
          <a:ext cx="5641974" cy="81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C90AE0-BB92-4E03-A2AC-D954DF572FED}">
      <dsp:nvSpPr>
        <dsp:cNvPr id="0" name=""/>
        <dsp:cNvSpPr/>
      </dsp:nvSpPr>
      <dsp:spPr>
        <a:xfrm>
          <a:off x="247725" y="2235420"/>
          <a:ext cx="450409" cy="4504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2CB9BF-841B-456B-8229-2D3888A29701}">
      <dsp:nvSpPr>
        <dsp:cNvPr id="0" name=""/>
        <dsp:cNvSpPr/>
      </dsp:nvSpPr>
      <dsp:spPr>
        <a:xfrm>
          <a:off x="945860" y="2051161"/>
          <a:ext cx="4696114" cy="81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70" tIns="86670" rIns="86670" bIns="866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Layer 3: Vector DB (semantic memory)</a:t>
          </a:r>
        </a:p>
      </dsp:txBody>
      <dsp:txXfrm>
        <a:off x="945860" y="2051161"/>
        <a:ext cx="4696114" cy="818926"/>
      </dsp:txXfrm>
    </dsp:sp>
    <dsp:sp modelId="{B74FA557-8AAC-4FA1-88B3-0C0BD659F52E}">
      <dsp:nvSpPr>
        <dsp:cNvPr id="0" name=""/>
        <dsp:cNvSpPr/>
      </dsp:nvSpPr>
      <dsp:spPr>
        <a:xfrm>
          <a:off x="0" y="3074820"/>
          <a:ext cx="5641974" cy="81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DF052-E9CA-4326-835B-80EDA6A24A6B}">
      <dsp:nvSpPr>
        <dsp:cNvPr id="0" name=""/>
        <dsp:cNvSpPr/>
      </dsp:nvSpPr>
      <dsp:spPr>
        <a:xfrm>
          <a:off x="247725" y="3259078"/>
          <a:ext cx="450409" cy="4504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7579C9-B9A4-46D5-92D1-238BBA3F0188}">
      <dsp:nvSpPr>
        <dsp:cNvPr id="0" name=""/>
        <dsp:cNvSpPr/>
      </dsp:nvSpPr>
      <dsp:spPr>
        <a:xfrm>
          <a:off x="945860" y="3074820"/>
          <a:ext cx="4696114" cy="81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70" tIns="86670" rIns="86670" bIns="866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Layer 4: Logs &amp; reflection (episodic memory)</a:t>
          </a:r>
        </a:p>
      </dsp:txBody>
      <dsp:txXfrm>
        <a:off x="945860" y="3074820"/>
        <a:ext cx="4696114" cy="818926"/>
      </dsp:txXfrm>
    </dsp:sp>
    <dsp:sp modelId="{022DDF2C-D1C4-4CC5-9BE5-FB3029A8E0FD}">
      <dsp:nvSpPr>
        <dsp:cNvPr id="0" name=""/>
        <dsp:cNvSpPr/>
      </dsp:nvSpPr>
      <dsp:spPr>
        <a:xfrm>
          <a:off x="0" y="4098478"/>
          <a:ext cx="5641974" cy="81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FB9B0A-742D-4DAD-8D9C-E44C2D69A714}">
      <dsp:nvSpPr>
        <dsp:cNvPr id="0" name=""/>
        <dsp:cNvSpPr/>
      </dsp:nvSpPr>
      <dsp:spPr>
        <a:xfrm>
          <a:off x="247725" y="4282737"/>
          <a:ext cx="450409" cy="4504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C872DD-65CD-40C5-B1AF-EA560985437C}">
      <dsp:nvSpPr>
        <dsp:cNvPr id="0" name=""/>
        <dsp:cNvSpPr/>
      </dsp:nvSpPr>
      <dsp:spPr>
        <a:xfrm>
          <a:off x="945860" y="4098478"/>
          <a:ext cx="4696114" cy="81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70" tIns="86670" rIns="86670" bIns="866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This is the architecture of modern agentic AI.</a:t>
          </a:r>
        </a:p>
      </dsp:txBody>
      <dsp:txXfrm>
        <a:off x="945860" y="4098478"/>
        <a:ext cx="4696114" cy="8189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4028146-DBFE-4ED2-8509-884F1450874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0BA12-4603-4CF9-BE19-73C408B846B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0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8146-DBFE-4ED2-8509-884F1450874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0BA12-4603-4CF9-BE19-73C408B8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786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8146-DBFE-4ED2-8509-884F1450874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0BA12-4603-4CF9-BE19-73C408B846B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016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8146-DBFE-4ED2-8509-884F1450874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0BA12-4603-4CF9-BE19-73C408B8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7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8146-DBFE-4ED2-8509-884F1450874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0BA12-4603-4CF9-BE19-73C408B8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36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8146-DBFE-4ED2-8509-884F1450874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0BA12-4603-4CF9-BE19-73C408B8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20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8146-DBFE-4ED2-8509-884F1450874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0BA12-4603-4CF9-BE19-73C408B8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46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8146-DBFE-4ED2-8509-884F1450874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0BA12-4603-4CF9-BE19-73C408B8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11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8146-DBFE-4ED2-8509-884F1450874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0BA12-4603-4CF9-BE19-73C408B846B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024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8146-DBFE-4ED2-8509-884F1450874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0BA12-4603-4CF9-BE19-73C408B8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4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28146-DBFE-4ED2-8509-884F1450874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0BA12-4603-4CF9-BE19-73C408B846B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85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34028146-DBFE-4ED2-8509-884F1450874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5940BA12-4603-4CF9-BE19-73C408B846B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654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raft alphabet on a black surface">
            <a:extLst>
              <a:ext uri="{FF2B5EF4-FFF2-40B4-BE49-F238E27FC236}">
                <a16:creationId xmlns:a16="http://schemas.microsoft.com/office/drawing/2014/main" id="{BEDBD178-2CE0-6837-3E6E-08F6B67515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rcRect t="11258" r="-1" b="4450"/>
          <a:stretch>
            <a:fillRect/>
          </a:stretch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95C6BF-7844-5D65-FF3B-827744B27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643467"/>
            <a:ext cx="7164674" cy="5571066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tx1"/>
                </a:solidFill>
              </a:rPr>
              <a:t>Memory in Agentic AI – 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15F4E-96FE-8E98-ED55-1E2C93C9F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1608" y="643467"/>
            <a:ext cx="3096926" cy="5571066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Vector Databases &amp; Agentic Memory Architecture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417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435C92-F0D7-EF4D-B04B-C64B0937D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02412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Quick Recap from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D3F28-99A8-CAF2-55B6-50447E41D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2" y="804333"/>
            <a:ext cx="6147169" cy="5249334"/>
          </a:xfrm>
        </p:spPr>
        <p:txBody>
          <a:bodyPr anchor="ctr">
            <a:normAutofit/>
          </a:bodyPr>
          <a:lstStyle/>
          <a:p>
            <a:r>
              <a:rPr lang="en-US" dirty="0"/>
              <a:t>Working memory = context window</a:t>
            </a:r>
            <a:br>
              <a:rPr lang="en-US" dirty="0"/>
            </a:br>
            <a:r>
              <a:rPr lang="en-US" dirty="0"/>
              <a:t>Attention acts like temporary memory</a:t>
            </a:r>
            <a:br>
              <a:rPr lang="en-US" dirty="0"/>
            </a:br>
            <a:r>
              <a:rPr lang="en-US" dirty="0"/>
              <a:t>Buffers store session history</a:t>
            </a:r>
            <a:br>
              <a:rPr lang="en-US" dirty="0"/>
            </a:br>
            <a:r>
              <a:rPr lang="en-US" dirty="0"/>
              <a:t>All of this is temporary</a:t>
            </a:r>
          </a:p>
          <a:p>
            <a:pPr marL="0" indent="0">
              <a:buNone/>
            </a:pPr>
            <a:r>
              <a:rPr lang="en-US" dirty="0"/>
              <a:t>Problem:</a:t>
            </a:r>
          </a:p>
          <a:p>
            <a:r>
              <a:rPr lang="en-US" dirty="0"/>
              <a:t>Nothing persists after session ends.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349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05370-0EB4-E90A-018C-BF29FEC62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9856-9673-BAD8-6875-E25B0CE50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LLM memory is temporary…</a:t>
            </a:r>
          </a:p>
          <a:p>
            <a:pPr lvl="1"/>
            <a:r>
              <a:rPr lang="en-US" dirty="0"/>
              <a:t>How do we build:</a:t>
            </a:r>
          </a:p>
          <a:p>
            <a:pPr lvl="1"/>
            <a:r>
              <a:rPr lang="en-US" dirty="0"/>
              <a:t>Persistent knowledge?</a:t>
            </a:r>
          </a:p>
          <a:p>
            <a:pPr lvl="1"/>
            <a:r>
              <a:rPr lang="en-US" dirty="0"/>
              <a:t>Document recall?</a:t>
            </a:r>
          </a:p>
          <a:p>
            <a:pPr lvl="1"/>
            <a:r>
              <a:rPr lang="en-US" dirty="0"/>
              <a:t>Cross-session memory?</a:t>
            </a:r>
          </a:p>
          <a:p>
            <a:pPr lvl="1"/>
            <a:r>
              <a:rPr lang="en-US" dirty="0"/>
              <a:t>Multi-agent shared memory?</a:t>
            </a:r>
          </a:p>
          <a:p>
            <a:pPr marL="0" indent="0">
              <a:buNone/>
            </a:pPr>
            <a:r>
              <a:rPr lang="en-US" dirty="0"/>
              <a:t>Answer:</a:t>
            </a:r>
          </a:p>
          <a:p>
            <a:pPr lvl="1"/>
            <a:r>
              <a:rPr lang="en-US" dirty="0"/>
              <a:t>External Memory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04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C695245-44E3-4A14-900A-D0603664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AC9575-1B8C-9621-8D2B-F1EEFD5E2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Is External Memory?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D7B55D-EBF9-6D04-B86B-C25E5FE87E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8716150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3705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C695245-44E3-4A14-900A-D0603664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CF357-BEDB-835E-7ACF-F81664A82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Why LLMs Need External Memory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3247DC-23A1-1450-80C6-026F8F66D8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1360638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6813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48DCC1-83E3-E336-3A00-676AB9D90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US"/>
              <a:t>What Is a Vector Database?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92609-11DD-4A71-39EE-62A9AD363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30" y="804333"/>
            <a:ext cx="6257721" cy="5249334"/>
          </a:xfrm>
        </p:spPr>
        <p:txBody>
          <a:bodyPr anchor="ctr">
            <a:normAutofit/>
          </a:bodyPr>
          <a:lstStyle/>
          <a:p>
            <a:r>
              <a:rPr lang="en-US" dirty="0"/>
              <a:t>A vector database stores:</a:t>
            </a:r>
          </a:p>
          <a:p>
            <a:pPr lvl="1"/>
            <a:r>
              <a:rPr lang="en-US" dirty="0"/>
              <a:t>Text → converted into embeddings (vectors)</a:t>
            </a:r>
          </a:p>
          <a:p>
            <a:pPr lvl="1"/>
            <a:r>
              <a:rPr lang="en-US" dirty="0"/>
              <a:t>Each entry contains:</a:t>
            </a:r>
          </a:p>
          <a:p>
            <a:pPr lvl="1"/>
            <a:r>
              <a:rPr lang="en-US" dirty="0"/>
              <a:t>Vector representation</a:t>
            </a:r>
          </a:p>
          <a:p>
            <a:pPr lvl="1"/>
            <a:r>
              <a:rPr lang="en-US" dirty="0"/>
              <a:t>Original text chunk</a:t>
            </a:r>
          </a:p>
          <a:p>
            <a:pPr lvl="1"/>
            <a:r>
              <a:rPr lang="en-US" dirty="0"/>
              <a:t>Metadata (file name, page number, etc.)</a:t>
            </a:r>
          </a:p>
          <a:p>
            <a:r>
              <a:rPr lang="en-US" dirty="0"/>
              <a:t>It enables:</a:t>
            </a:r>
          </a:p>
          <a:p>
            <a:pPr lvl="1"/>
            <a:r>
              <a:rPr lang="en-US" dirty="0"/>
              <a:t>Semantic search.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91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DEF62-3AE6-5604-FD85-38700DA2A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02412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How Vector Memory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6BF9B-7F7F-85EA-CA20-47ACDC4A8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2" y="804333"/>
            <a:ext cx="6147169" cy="5249334"/>
          </a:xfrm>
        </p:spPr>
        <p:txBody>
          <a:bodyPr anchor="ctr">
            <a:normAutofit/>
          </a:bodyPr>
          <a:lstStyle/>
          <a:p>
            <a:r>
              <a:rPr lang="en-US" dirty="0"/>
              <a:t>Convert documents into embeddings</a:t>
            </a:r>
          </a:p>
          <a:p>
            <a:r>
              <a:rPr lang="en-US" dirty="0"/>
              <a:t>Store in vector DB</a:t>
            </a:r>
          </a:p>
          <a:p>
            <a:r>
              <a:rPr lang="en-US" dirty="0"/>
              <a:t>Convert query into embedding</a:t>
            </a:r>
          </a:p>
          <a:p>
            <a:r>
              <a:rPr lang="en-US" dirty="0"/>
              <a:t>Compare similarity</a:t>
            </a:r>
          </a:p>
          <a:p>
            <a:r>
              <a:rPr lang="en-US" dirty="0"/>
              <a:t>Retrieve </a:t>
            </a:r>
            <a:r>
              <a:rPr lang="en-US" dirty="0" err="1"/>
              <a:t>top_k</a:t>
            </a:r>
            <a:r>
              <a:rPr lang="en-US" dirty="0"/>
              <a:t>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10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132A-C008-00DB-B2F1-B4263545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US" dirty="0"/>
              <a:t>Retrieval Is Memory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148A0-669F-B06F-FA05-CCB518811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r>
              <a:rPr lang="en-US" dirty="0"/>
              <a:t>In our code: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private_docs_retriever.invoke</a:t>
            </a:r>
            <a:r>
              <a:rPr lang="en-US" dirty="0"/>
              <a:t>(query)</a:t>
            </a:r>
          </a:p>
          <a:p>
            <a:r>
              <a:rPr lang="en-US" dirty="0"/>
              <a:t>This is:</a:t>
            </a:r>
          </a:p>
          <a:p>
            <a:pPr lvl="1"/>
            <a:r>
              <a:rPr lang="en-US" dirty="0"/>
              <a:t>Memory recall from semantic memory.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67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21177-0FBF-0649-9428-9A8DDFDCC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02412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What Is Stored in Vector DB?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339A7-1026-4430-B430-716F286AC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2" y="804333"/>
            <a:ext cx="6147169" cy="5249334"/>
          </a:xfrm>
        </p:spPr>
        <p:txBody>
          <a:bodyPr anchor="ctr">
            <a:normAutofit/>
          </a:bodyPr>
          <a:lstStyle/>
          <a:p>
            <a:r>
              <a:rPr lang="en-US" dirty="0"/>
              <a:t>Each record includes:</a:t>
            </a:r>
          </a:p>
          <a:p>
            <a:pPr lvl="1"/>
            <a:r>
              <a:rPr lang="en-US" dirty="0"/>
              <a:t>Embedding vector</a:t>
            </a:r>
          </a:p>
          <a:p>
            <a:pPr lvl="1"/>
            <a:r>
              <a:rPr lang="en-US" dirty="0"/>
              <a:t>Text chunk</a:t>
            </a:r>
          </a:p>
          <a:p>
            <a:pPr lvl="1"/>
            <a:r>
              <a:rPr lang="en-US" dirty="0"/>
              <a:t>Metadata (source, page, score)</a:t>
            </a:r>
          </a:p>
          <a:p>
            <a:pPr lvl="1"/>
            <a:r>
              <a:rPr lang="en-US" dirty="0"/>
              <a:t>Possibly timestamp</a:t>
            </a:r>
          </a:p>
          <a:p>
            <a:r>
              <a:rPr lang="en-US" dirty="0"/>
              <a:t>This is structured memory.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293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5DC49A-B003-D58C-B348-7E8C892FB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02412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Semantic vs Episodic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859C7-AAFD-C5AF-5742-2A86FF261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2" y="804333"/>
            <a:ext cx="6147169" cy="5249334"/>
          </a:xfrm>
        </p:spPr>
        <p:txBody>
          <a:bodyPr anchor="ctr">
            <a:normAutofit/>
          </a:bodyPr>
          <a:lstStyle/>
          <a:p>
            <a:r>
              <a:rPr lang="en-US" dirty="0"/>
              <a:t>Semantic Memory:</a:t>
            </a:r>
          </a:p>
          <a:p>
            <a:pPr lvl="1"/>
            <a:r>
              <a:rPr lang="en-US" dirty="0"/>
              <a:t>Facts</a:t>
            </a:r>
          </a:p>
          <a:p>
            <a:pPr lvl="1"/>
            <a:r>
              <a:rPr lang="en-US" dirty="0"/>
              <a:t>Documents</a:t>
            </a:r>
          </a:p>
          <a:p>
            <a:pPr lvl="1"/>
            <a:r>
              <a:rPr lang="en-US" dirty="0"/>
              <a:t>Knowledge</a:t>
            </a:r>
          </a:p>
          <a:p>
            <a:pPr lvl="1"/>
            <a:r>
              <a:rPr lang="en-US" dirty="0"/>
              <a:t>RAG content</a:t>
            </a:r>
          </a:p>
          <a:p>
            <a:r>
              <a:rPr lang="en-US" dirty="0"/>
              <a:t>Episodic Memory:</a:t>
            </a:r>
          </a:p>
          <a:p>
            <a:pPr lvl="1"/>
            <a:r>
              <a:rPr lang="en-US" dirty="0"/>
              <a:t>Past actions</a:t>
            </a:r>
          </a:p>
          <a:p>
            <a:pPr lvl="1"/>
            <a:r>
              <a:rPr lang="en-US" dirty="0"/>
              <a:t>Failed refinements</a:t>
            </a:r>
          </a:p>
          <a:p>
            <a:pPr lvl="1"/>
            <a:r>
              <a:rPr lang="en-US" dirty="0"/>
              <a:t>Task history</a:t>
            </a:r>
          </a:p>
          <a:p>
            <a:pPr lvl="1"/>
            <a:r>
              <a:rPr lang="en-US" dirty="0"/>
              <a:t>Evaluation results</a:t>
            </a:r>
          </a:p>
          <a:p>
            <a:r>
              <a:rPr lang="en-US" dirty="0"/>
              <a:t>Agents need both.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731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3EE63-1596-3968-35C1-932B6559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02412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Where Semantic Memory Sits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3250A-CF4B-3560-B369-837B84507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2" y="804333"/>
            <a:ext cx="6147169" cy="52493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User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Planner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Retriever (Vector DB)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Evidence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LLM</a:t>
            </a:r>
          </a:p>
          <a:p>
            <a:r>
              <a:rPr lang="en-US" dirty="0"/>
              <a:t>Vector DB is external semantic memory.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25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C695245-44E3-4A14-900A-D0603664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6E435-ADD0-5F9A-1AD8-F09D67C5A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Episodic Memory in Agents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108A7D-4272-57FC-F4BB-14020C7840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3418894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6660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D2A976-28FF-9448-5D6E-650B4F5B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02412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Agent Memory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BD4A5-BFFF-0F03-53BA-43976BA33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2" y="804333"/>
            <a:ext cx="6147169" cy="52493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Query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Retrieve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Evaluate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Store outcome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Adjust strategy</a:t>
            </a:r>
          </a:p>
          <a:p>
            <a:r>
              <a:rPr lang="en-US" dirty="0"/>
              <a:t>This creates self-improving agents.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21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DA1752-31A7-BAD8-033D-4CDF24B87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02412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Hybrid Memory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38B2B-613B-6E41-6278-6A9DBE2B6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2" y="804333"/>
            <a:ext cx="6147169" cy="5249334"/>
          </a:xfrm>
        </p:spPr>
        <p:txBody>
          <a:bodyPr anchor="ctr">
            <a:normAutofit/>
          </a:bodyPr>
          <a:lstStyle/>
          <a:p>
            <a:r>
              <a:rPr lang="en-US" dirty="0"/>
              <a:t>Complete memory system:</a:t>
            </a:r>
          </a:p>
          <a:p>
            <a:pPr marL="0" indent="0">
              <a:buNone/>
            </a:pPr>
            <a:r>
              <a:rPr lang="en-US"/>
              <a:t>Working Memory</a:t>
            </a:r>
            <a:br>
              <a:rPr lang="en-US"/>
            </a:br>
            <a:r>
              <a:rPr lang="en-US"/>
              <a:t>+</a:t>
            </a:r>
            <a:br>
              <a:rPr lang="en-US"/>
            </a:br>
            <a:r>
              <a:rPr lang="en-US"/>
              <a:t>Session Memory</a:t>
            </a:r>
            <a:br>
              <a:rPr lang="en-US"/>
            </a:br>
            <a:r>
              <a:rPr lang="en-US"/>
              <a:t>+</a:t>
            </a:r>
            <a:br>
              <a:rPr lang="en-US"/>
            </a:br>
            <a:r>
              <a:rPr lang="en-US"/>
              <a:t>Vector Semantic Memory</a:t>
            </a:r>
            <a:br>
              <a:rPr lang="en-US"/>
            </a:br>
            <a:r>
              <a:rPr lang="en-US"/>
              <a:t>+</a:t>
            </a:r>
            <a:br>
              <a:rPr lang="en-US"/>
            </a:br>
            <a:r>
              <a:rPr lang="en-US"/>
              <a:t>Episodic Task Memory</a:t>
            </a:r>
          </a:p>
          <a:p>
            <a:r>
              <a:rPr lang="en-US"/>
              <a:t>All </a:t>
            </a:r>
            <a:r>
              <a:rPr lang="en-US" dirty="0"/>
              <a:t>together → Agentic AI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855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C695245-44E3-4A14-900A-D0603664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9D1FF9-C7A3-0AC7-7495-41C61B257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Design Decisions in Memory Systems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A78A4A-5143-9014-AFA8-99F8E2FA1E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737595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9513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C695245-44E3-4A14-900A-D0603664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5CF2C5-791C-74FF-17EF-7592E0940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Risks of External Memory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3CD420-A09F-78DF-B625-FF6642531F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8054925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8791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61285-9A85-1CF2-AA2E-BFE9914F8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02412" cy="5249334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/>
              <a:t>Context Poisoning</a:t>
            </a:r>
            <a:br>
              <a:rPr lang="en-US" sz="5400" b="1" dirty="0"/>
            </a:b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13A4B-3D1C-32FF-B710-5039F47BF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2" y="0"/>
            <a:ext cx="6147169" cy="6782637"/>
          </a:xfrm>
        </p:spPr>
        <p:txBody>
          <a:bodyPr anchor="ctr">
            <a:normAutofit/>
          </a:bodyPr>
          <a:lstStyle/>
          <a:p>
            <a:r>
              <a:rPr lang="en-US" sz="1600" dirty="0"/>
              <a:t>Context poisoning occurs when </a:t>
            </a:r>
            <a:r>
              <a:rPr lang="en-US" sz="1600" b="1" dirty="0"/>
              <a:t>incorrect or malicious information enters the external knowledge base</a:t>
            </a:r>
            <a:r>
              <a:rPr lang="en-US" sz="1600" dirty="0"/>
              <a:t>, and the LLM treats it as trusted evidence.</a:t>
            </a:r>
          </a:p>
          <a:p>
            <a:r>
              <a:rPr lang="en-US" sz="1600" b="1" dirty="0"/>
              <a:t>Example</a:t>
            </a:r>
          </a:p>
          <a:p>
            <a:r>
              <a:rPr lang="en-US" sz="1600" dirty="0"/>
              <a:t>Suppose a document in the vector database contains:</a:t>
            </a:r>
          </a:p>
          <a:p>
            <a:r>
              <a:rPr lang="en-US" sz="1600" dirty="0"/>
              <a:t>“The capital of Australia is Sydney.”</a:t>
            </a:r>
          </a:p>
          <a:p>
            <a:r>
              <a:rPr lang="en-US" sz="1600" dirty="0"/>
              <a:t>When retrieved, the LLM will answer:</a:t>
            </a:r>
          </a:p>
          <a:p>
            <a:r>
              <a:rPr lang="en-US" sz="1600" b="1" dirty="0"/>
              <a:t>“Sydney is the capital of Australia.”</a:t>
            </a:r>
            <a:endParaRPr lang="en-US" sz="1600" dirty="0"/>
          </a:p>
          <a:p>
            <a:r>
              <a:rPr lang="en-US" sz="1600" dirty="0"/>
              <a:t>Even though the correct answer is </a:t>
            </a:r>
            <a:r>
              <a:rPr lang="en-US" sz="1600" b="1" dirty="0"/>
              <a:t>Canberra</a:t>
            </a:r>
            <a:r>
              <a:rPr lang="en-US" sz="1600" dirty="0"/>
              <a:t>.</a:t>
            </a:r>
          </a:p>
          <a:p>
            <a:r>
              <a:rPr lang="en-US" sz="1600" b="1" dirty="0"/>
              <a:t>Why this happens</a:t>
            </a:r>
          </a:p>
          <a:p>
            <a:r>
              <a:rPr lang="en-US" sz="1600" dirty="0"/>
              <a:t>LLMs assume </a:t>
            </a:r>
            <a:r>
              <a:rPr lang="en-US" sz="1600" b="1" dirty="0"/>
              <a:t>retrieved documents are reliable</a:t>
            </a:r>
            <a:r>
              <a:rPr lang="en-US" sz="1600" dirty="0"/>
              <a:t>.</a:t>
            </a:r>
          </a:p>
          <a:p>
            <a:r>
              <a:rPr lang="en-US" sz="1600" b="1" dirty="0"/>
              <a:t>Real-world risk</a:t>
            </a:r>
          </a:p>
          <a:p>
            <a:r>
              <a:rPr lang="en-US" sz="1600" dirty="0"/>
              <a:t>• Wikipedia vandalism</a:t>
            </a:r>
            <a:br>
              <a:rPr lang="en-US" sz="1600" dirty="0"/>
            </a:br>
            <a:r>
              <a:rPr lang="en-US" sz="1600" dirty="0"/>
              <a:t>• malicious documents in company knowledge bases</a:t>
            </a:r>
            <a:br>
              <a:rPr lang="en-US" sz="1600" dirty="0"/>
            </a:br>
            <a:r>
              <a:rPr lang="en-US" sz="1600" dirty="0"/>
              <a:t>• adversarial prompt injections in RAG systems</a:t>
            </a:r>
          </a:p>
          <a:p>
            <a:r>
              <a:rPr lang="en-US" sz="1600" b="1" dirty="0"/>
              <a:t>Mitigation</a:t>
            </a:r>
          </a:p>
          <a:p>
            <a:r>
              <a:rPr lang="en-US" sz="1600" dirty="0"/>
              <a:t>• document verification</a:t>
            </a:r>
            <a:br>
              <a:rPr lang="en-US" sz="1600" dirty="0"/>
            </a:br>
            <a:r>
              <a:rPr lang="en-US" sz="1600" dirty="0"/>
              <a:t>• trusted sources</a:t>
            </a:r>
            <a:br>
              <a:rPr lang="en-US" sz="1600" dirty="0"/>
            </a:br>
            <a:r>
              <a:rPr lang="en-US" sz="1600" dirty="0"/>
              <a:t>• ranking models</a:t>
            </a:r>
            <a:br>
              <a:rPr lang="en-US" sz="1600" dirty="0"/>
            </a:br>
            <a:r>
              <a:rPr lang="en-US" sz="1600" dirty="0"/>
              <a:t>• retrieval filtering</a:t>
            </a:r>
          </a:p>
        </p:txBody>
      </p:sp>
    </p:spTree>
    <p:extLst>
      <p:ext uri="{BB962C8B-B14F-4D97-AF65-F5344CB8AC3E}">
        <p14:creationId xmlns:p14="http://schemas.microsoft.com/office/powerpoint/2010/main" val="3634516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DD7096-88C7-55D5-4E5E-53E94BEF1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02412" cy="5249334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/>
              <a:t>Retrieval Collapse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15CE3-F176-4F18-E585-5B2A39E7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2" y="68094"/>
            <a:ext cx="6147169" cy="6498075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1800" dirty="0"/>
              <a:t>Retrieval collapse happens when the retriever repeatedly returns </a:t>
            </a:r>
            <a:r>
              <a:rPr lang="en-US" sz="1800" b="1" dirty="0"/>
              <a:t>the same document or similar chunks</a:t>
            </a:r>
            <a:r>
              <a:rPr lang="en-US" sz="1800" dirty="0"/>
              <a:t>, even when the query changes.</a:t>
            </a:r>
          </a:p>
          <a:p>
            <a:r>
              <a:rPr lang="en-US" sz="1800" b="1" dirty="0"/>
              <a:t>Example</a:t>
            </a:r>
          </a:p>
          <a:p>
            <a:r>
              <a:rPr lang="en-US" sz="1800" dirty="0"/>
              <a:t>User queries:</a:t>
            </a:r>
          </a:p>
          <a:p>
            <a:r>
              <a:rPr lang="en-US" sz="1800" dirty="0"/>
              <a:t>“Explain reinforcement learning.”</a:t>
            </a:r>
          </a:p>
          <a:p>
            <a:r>
              <a:rPr lang="en-US" sz="1800" dirty="0"/>
              <a:t>“What is Q-learning?”</a:t>
            </a:r>
          </a:p>
          <a:p>
            <a:r>
              <a:rPr lang="en-US" sz="1800" dirty="0"/>
              <a:t>“What is policy gradient?”</a:t>
            </a:r>
          </a:p>
          <a:p>
            <a:r>
              <a:rPr lang="en-US" sz="1800" dirty="0"/>
              <a:t>Retriever returns </a:t>
            </a:r>
            <a:r>
              <a:rPr lang="en-US" sz="1800" b="1" dirty="0"/>
              <a:t>the same RL introduction document</a:t>
            </a:r>
            <a:r>
              <a:rPr lang="en-US" sz="1800" dirty="0"/>
              <a:t> every time.</a:t>
            </a:r>
          </a:p>
          <a:p>
            <a:r>
              <a:rPr lang="en-US" sz="1800" b="1" dirty="0"/>
              <a:t>Why this happens</a:t>
            </a:r>
          </a:p>
          <a:p>
            <a:r>
              <a:rPr lang="en-US" sz="1800" dirty="0"/>
              <a:t>• embedding similarity clusters around dominant documents</a:t>
            </a:r>
            <a:br>
              <a:rPr lang="en-US" sz="1800" dirty="0"/>
            </a:br>
            <a:r>
              <a:rPr lang="en-US" sz="1800" dirty="0"/>
              <a:t>• dataset imbalance</a:t>
            </a:r>
            <a:br>
              <a:rPr lang="en-US" sz="1800" dirty="0"/>
            </a:br>
            <a:r>
              <a:rPr lang="en-US" sz="1800" dirty="0"/>
              <a:t>• poor chunking</a:t>
            </a:r>
          </a:p>
          <a:p>
            <a:r>
              <a:rPr lang="en-US" sz="1800" b="1" dirty="0"/>
              <a:t>Result</a:t>
            </a:r>
          </a:p>
          <a:p>
            <a:r>
              <a:rPr lang="en-US" sz="1800" dirty="0"/>
              <a:t>The system loses </a:t>
            </a:r>
            <a:r>
              <a:rPr lang="en-US" sz="1800" b="1" dirty="0"/>
              <a:t>information diversity</a:t>
            </a:r>
            <a:r>
              <a:rPr lang="en-US" sz="1800" dirty="0"/>
              <a:t>, and answers become repetitive.</a:t>
            </a:r>
          </a:p>
          <a:p>
            <a:r>
              <a:rPr lang="en-US" sz="1800" b="1" dirty="0"/>
              <a:t>Mitigation</a:t>
            </a:r>
          </a:p>
          <a:p>
            <a:r>
              <a:rPr lang="en-US" sz="1800" dirty="0"/>
              <a:t>• Maximal Marginal Relevance (MMR)</a:t>
            </a:r>
            <a:br>
              <a:rPr lang="en-US" sz="1800" dirty="0"/>
            </a:br>
            <a:r>
              <a:rPr lang="en-US" sz="1800" dirty="0"/>
              <a:t>• diversity-based retrieval</a:t>
            </a:r>
            <a:br>
              <a:rPr lang="en-US" sz="1800" dirty="0"/>
            </a:br>
            <a:r>
              <a:rPr lang="en-US" sz="1800" dirty="0"/>
              <a:t>• better chunking strategies</a:t>
            </a:r>
          </a:p>
        </p:txBody>
      </p:sp>
    </p:spTree>
    <p:extLst>
      <p:ext uri="{BB962C8B-B14F-4D97-AF65-F5344CB8AC3E}">
        <p14:creationId xmlns:p14="http://schemas.microsoft.com/office/powerpoint/2010/main" val="3302233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10E3F-CC13-3209-5A96-220754E3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3133581" cy="1499616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Chunk Boundary Problem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2EC0D-E44E-DFB2-2BC0-5D93EE00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3133580" cy="3931920"/>
          </a:xfrm>
        </p:spPr>
        <p:txBody>
          <a:bodyPr>
            <a:normAutofit/>
          </a:bodyPr>
          <a:lstStyle/>
          <a:p>
            <a:r>
              <a:rPr lang="en-US" sz="1600" dirty="0"/>
              <a:t>When documents are split into chunks for vector storage, </a:t>
            </a:r>
            <a:r>
              <a:rPr lang="en-US" sz="1600" b="1" dirty="0"/>
              <a:t>important information may be divided across chunks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2000" b="1" dirty="0"/>
              <a:t>Mitigation</a:t>
            </a:r>
          </a:p>
          <a:p>
            <a:r>
              <a:rPr lang="en-US" sz="2000" dirty="0"/>
              <a:t>• overlapping chunks</a:t>
            </a:r>
            <a:br>
              <a:rPr lang="en-US" sz="2000" dirty="0"/>
            </a:br>
            <a:r>
              <a:rPr lang="en-US" sz="2000" dirty="0"/>
              <a:t>• semantic chunking</a:t>
            </a:r>
            <a:br>
              <a:rPr lang="en-US" sz="2000" dirty="0"/>
            </a:br>
            <a:r>
              <a:rPr lang="en-US" sz="2000" dirty="0"/>
              <a:t>• hierarchical retrieval</a:t>
            </a:r>
          </a:p>
          <a:p>
            <a:br>
              <a:rPr lang="en-US" sz="1600" dirty="0"/>
            </a:br>
            <a:endParaRPr lang="en-US" sz="1600" dirty="0"/>
          </a:p>
          <a:p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C668DB-1491-C131-9604-FFFC88324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342" y="768813"/>
            <a:ext cx="6909577" cy="532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227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FFF2FB-DF38-1494-23F4-ABE68BEF7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02412" cy="5249334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/>
              <a:t>Semantic Dilution</a:t>
            </a:r>
            <a:br>
              <a:rPr lang="en-US" sz="5400" b="1" dirty="0"/>
            </a:b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E7B3-B531-1DF9-29B8-A62EDFDE8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2" y="87549"/>
            <a:ext cx="6670314" cy="6527260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1800" dirty="0"/>
              <a:t>Semantic dilution occurs when </a:t>
            </a:r>
            <a:r>
              <a:rPr lang="en-US" sz="1800" b="1" dirty="0"/>
              <a:t>too many documents are retrieved</a:t>
            </a:r>
            <a:r>
              <a:rPr lang="en-US" sz="1800" dirty="0"/>
              <a:t>, causing the important context to get buried.</a:t>
            </a:r>
          </a:p>
          <a:p>
            <a:r>
              <a:rPr lang="en-US" sz="1800" b="1" dirty="0"/>
              <a:t>Example</a:t>
            </a:r>
          </a:p>
          <a:p>
            <a:r>
              <a:rPr lang="en-US" sz="1800" dirty="0"/>
              <a:t>Query:</a:t>
            </a:r>
          </a:p>
          <a:p>
            <a:r>
              <a:rPr lang="en-US" sz="1800" dirty="0"/>
              <a:t>“Explain attention mechanism in transformers.”</a:t>
            </a:r>
          </a:p>
          <a:p>
            <a:r>
              <a:rPr lang="en-US" sz="1800" dirty="0"/>
              <a:t>Retrieved documents:</a:t>
            </a:r>
          </a:p>
          <a:p>
            <a:r>
              <a:rPr lang="en-US" sz="1800" dirty="0"/>
              <a:t>Attention mechanism</a:t>
            </a:r>
          </a:p>
          <a:p>
            <a:r>
              <a:rPr lang="en-US" sz="1800" dirty="0"/>
              <a:t>Transformers architecture</a:t>
            </a:r>
          </a:p>
          <a:p>
            <a:r>
              <a:rPr lang="en-US" sz="1800" dirty="0"/>
              <a:t>NLP overview</a:t>
            </a:r>
          </a:p>
          <a:p>
            <a:r>
              <a:rPr lang="en-US" sz="1800" dirty="0"/>
              <a:t>Machine learning basics</a:t>
            </a:r>
          </a:p>
          <a:p>
            <a:r>
              <a:rPr lang="en-US" sz="1800" dirty="0"/>
              <a:t>AI history</a:t>
            </a:r>
          </a:p>
          <a:p>
            <a:r>
              <a:rPr lang="en-US" sz="1800" dirty="0"/>
              <a:t>The useful information becomes </a:t>
            </a:r>
            <a:r>
              <a:rPr lang="en-US" sz="1800" b="1" dirty="0"/>
              <a:t>diluted by unrelated context</a:t>
            </a:r>
            <a:r>
              <a:rPr lang="en-US" sz="1800" dirty="0"/>
              <a:t>.</a:t>
            </a:r>
          </a:p>
          <a:p>
            <a:r>
              <a:rPr lang="en-US" sz="1800" b="1" dirty="0"/>
              <a:t>Result</a:t>
            </a:r>
          </a:p>
          <a:p>
            <a:r>
              <a:rPr lang="en-US" sz="1800" dirty="0"/>
              <a:t>The LLM generates </a:t>
            </a:r>
            <a:r>
              <a:rPr lang="en-US" sz="1800" b="1" dirty="0"/>
              <a:t>generic or vague answers</a:t>
            </a:r>
            <a:r>
              <a:rPr lang="en-US" sz="1800" dirty="0"/>
              <a:t> instead of precise ones.</a:t>
            </a:r>
          </a:p>
          <a:p>
            <a:r>
              <a:rPr lang="en-US" sz="1800" b="1" dirty="0"/>
              <a:t>Mitigation</a:t>
            </a:r>
          </a:p>
          <a:p>
            <a:r>
              <a:rPr lang="en-US" sz="1800" dirty="0"/>
              <a:t>• reduce </a:t>
            </a:r>
            <a:r>
              <a:rPr lang="en-US" sz="1800" dirty="0" err="1"/>
              <a:t>top_k</a:t>
            </a:r>
            <a:br>
              <a:rPr lang="en-US" sz="1800" dirty="0"/>
            </a:br>
            <a:r>
              <a:rPr lang="en-US" sz="1800" dirty="0"/>
              <a:t>• reranking models</a:t>
            </a:r>
            <a:br>
              <a:rPr lang="en-US" sz="1800" dirty="0"/>
            </a:br>
            <a:r>
              <a:rPr lang="en-US" sz="1800" dirty="0"/>
              <a:t>• relevance scoring</a:t>
            </a:r>
          </a:p>
        </p:txBody>
      </p:sp>
    </p:spTree>
    <p:extLst>
      <p:ext uri="{BB962C8B-B14F-4D97-AF65-F5344CB8AC3E}">
        <p14:creationId xmlns:p14="http://schemas.microsoft.com/office/powerpoint/2010/main" val="2359959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4D6A3-3DF8-68F4-B0D7-E7BCEE01E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Memory in our Agentic RAG System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B5B3-D1AF-D1E6-4A13-73B814365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30" y="804333"/>
            <a:ext cx="6257721" cy="5249334"/>
          </a:xfrm>
        </p:spPr>
        <p:txBody>
          <a:bodyPr anchor="ctr">
            <a:normAutofit/>
          </a:bodyPr>
          <a:lstStyle/>
          <a:p>
            <a:r>
              <a:rPr lang="en-US" dirty="0"/>
              <a:t>In our controller:</a:t>
            </a:r>
          </a:p>
          <a:p>
            <a:pPr marL="0" indent="0">
              <a:buNone/>
            </a:pPr>
            <a:r>
              <a:rPr lang="en-US" dirty="0"/>
              <a:t>Planner → Retriever → Critic → Refine → Final</a:t>
            </a:r>
          </a:p>
          <a:p>
            <a:pPr lvl="1"/>
            <a:r>
              <a:rPr lang="en-US" dirty="0"/>
              <a:t>Vector DB = semantic memory</a:t>
            </a:r>
          </a:p>
          <a:p>
            <a:pPr lvl="1"/>
            <a:r>
              <a:rPr lang="en-US" dirty="0"/>
              <a:t>Buffer = session memory</a:t>
            </a:r>
          </a:p>
          <a:p>
            <a:pPr lvl="1"/>
            <a:r>
              <a:rPr lang="en-US" dirty="0"/>
              <a:t>Context window = working memory</a:t>
            </a:r>
          </a:p>
          <a:p>
            <a:pPr lvl="1"/>
            <a:r>
              <a:rPr lang="en-US" dirty="0"/>
              <a:t>If we add log storage → episodic memory</a:t>
            </a:r>
          </a:p>
          <a:p>
            <a:r>
              <a:rPr lang="en-US" dirty="0"/>
              <a:t>Now it becomes a true agent.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93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C695245-44E3-4A14-900A-D0603664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768D0-2C39-20D1-DB0F-5931DF6CA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Memory Hierarchy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64BC83-47D6-CD35-9E76-5F7B33E9C5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173729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22272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2458</TotalTime>
  <Words>907</Words>
  <Application>Microsoft Office PowerPoint</Application>
  <PresentationFormat>Widescreen</PresentationFormat>
  <Paragraphs>172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Tw Cen MT</vt:lpstr>
      <vt:lpstr>Tw Cen MT Condensed</vt:lpstr>
      <vt:lpstr>Wingdings 3</vt:lpstr>
      <vt:lpstr>Integral</vt:lpstr>
      <vt:lpstr>Memory in Agentic AI – Part 2</vt:lpstr>
      <vt:lpstr>Quick Recap from Part 1</vt:lpstr>
      <vt:lpstr>The Big Question</vt:lpstr>
      <vt:lpstr>What Is External Memory?</vt:lpstr>
      <vt:lpstr>Why LLMs Need External Memory</vt:lpstr>
      <vt:lpstr>What Is a Vector Database?</vt:lpstr>
      <vt:lpstr>How Vector Memory Works</vt:lpstr>
      <vt:lpstr>Retrieval Is Memory Recall</vt:lpstr>
      <vt:lpstr>What Is Stored in Vector DB?</vt:lpstr>
      <vt:lpstr>Semantic vs Episodic Memory</vt:lpstr>
      <vt:lpstr>Where Semantic Memory Sits</vt:lpstr>
      <vt:lpstr>Episodic Memory in Agents</vt:lpstr>
      <vt:lpstr>Agent Memory Loop</vt:lpstr>
      <vt:lpstr>Hybrid Memory Architecture</vt:lpstr>
      <vt:lpstr>Design Decisions in Memory Systems</vt:lpstr>
      <vt:lpstr>Risks of External Memory</vt:lpstr>
      <vt:lpstr>Context Poisoning </vt:lpstr>
      <vt:lpstr>Retrieval Collapse</vt:lpstr>
      <vt:lpstr>Chunk Boundary Problem </vt:lpstr>
      <vt:lpstr>Semantic Dilution </vt:lpstr>
      <vt:lpstr>Memory in our Agentic RAG System</vt:lpstr>
      <vt:lpstr>Memory Hierarchy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usama imtiaz</dc:creator>
  <cp:lastModifiedBy>usama imtiaz</cp:lastModifiedBy>
  <cp:revision>5</cp:revision>
  <dcterms:created xsi:type="dcterms:W3CDTF">2026-03-02T18:52:44Z</dcterms:created>
  <dcterms:modified xsi:type="dcterms:W3CDTF">2026-03-11T20:59:00Z</dcterms:modified>
</cp:coreProperties>
</file>