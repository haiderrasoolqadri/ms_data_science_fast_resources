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50"/>
  </p:notesMasterIdLst>
  <p:sldIdLst>
    <p:sldId id="443" r:id="rId2"/>
    <p:sldId id="421" r:id="rId3"/>
    <p:sldId id="1299" r:id="rId4"/>
    <p:sldId id="263" r:id="rId5"/>
    <p:sldId id="264" r:id="rId6"/>
    <p:sldId id="457" r:id="rId7"/>
    <p:sldId id="458" r:id="rId8"/>
    <p:sldId id="1300" r:id="rId9"/>
    <p:sldId id="1302" r:id="rId10"/>
    <p:sldId id="1301" r:id="rId11"/>
    <p:sldId id="376" r:id="rId12"/>
    <p:sldId id="267" r:id="rId13"/>
    <p:sldId id="424" r:id="rId14"/>
    <p:sldId id="462" r:id="rId15"/>
    <p:sldId id="425" r:id="rId16"/>
    <p:sldId id="459" r:id="rId17"/>
    <p:sldId id="435" r:id="rId18"/>
    <p:sldId id="268" r:id="rId19"/>
    <p:sldId id="269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1298" r:id="rId48"/>
    <p:sldId id="415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A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62" autoAdjust="0"/>
    <p:restoredTop sz="94660"/>
  </p:normalViewPr>
  <p:slideViewPr>
    <p:cSldViewPr>
      <p:cViewPr varScale="1">
        <p:scale>
          <a:sx n="72" d="100"/>
          <a:sy n="72" d="100"/>
        </p:scale>
        <p:origin x="121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3/24/2022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2875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355BC45-1EB6-4DF4-B5A1-7259D107915D}" type="datetime1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77000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BA4BA-0A5F-4EB2-9FE2-66781ABE8F0B}" type="datetime1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609601"/>
            <a:ext cx="82296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457200"/>
            <a:ext cx="9128760" cy="7620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517199"/>
            <a:ext cx="91287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C524E-347F-4795-AD47-E38C661D1A2B}" type="datetime1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9672-AE98-4CE8-BD73-B9A1BACCEE8E}" type="datetime1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7C03-6F62-4CCC-A7E8-9F41AB13392C}" type="datetime1">
              <a:rPr lang="en-US" smtClean="0"/>
              <a:t>3/24/2022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AFACF-7FD9-4C20-B9FA-4A91C23517D2}" type="datetime1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524000"/>
            <a:ext cx="82296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FE5A-F3CD-4BC5-9EC1-16171B77BD96}" type="datetime1">
              <a:rPr lang="en-US" smtClean="0"/>
              <a:t>3/24/2022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148B-7073-43BC-860D-601B93E1C96E}" type="datetime1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62C7A-D123-4083-B3B6-BFABBF145039}" type="datetime1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0E3D2-928B-4674-A3D1-69C06779AC4B}" type="datetime1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31401-0BE5-41C5-9525-58A456757AF2}" type="datetime1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12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94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206">
              <a:spcBef>
                <a:spcPts val="49"/>
              </a:spcBef>
            </a:pPr>
            <a:r>
              <a:rPr lang="en-US" spc="-9"/>
              <a:t>Presented by    Dr. AKHTAR JAMIL </a:t>
            </a:r>
            <a:endParaRPr lang="en-US" spc="-9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94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206">
              <a:spcBef>
                <a:spcPts val="49"/>
              </a:spcBef>
            </a:pPr>
            <a:fld id="{1E997C39-753E-4C43-862A-94D549AE4205}" type="datetime1">
              <a:rPr lang="en-US" spc="-9" smtClean="0"/>
              <a:t>3/24/2022</a:t>
            </a:fld>
            <a:endParaRPr lang="en-US" spc="-9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spcBef>
                <a:spcPts val="40"/>
              </a:spcBef>
            </a:pPr>
            <a:fld id="{81D60167-4931-47E6-BA6A-407CBD079E47}" type="slidenum">
              <a:rPr lang="en-PK" smtClean="0"/>
              <a:pPr marL="33619">
                <a:spcBef>
                  <a:spcPts val="40"/>
                </a:spcBef>
              </a:pPr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00795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5763" y="1426563"/>
            <a:ext cx="723247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94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206">
              <a:spcBef>
                <a:spcPts val="49"/>
              </a:spcBef>
            </a:pPr>
            <a:r>
              <a:rPr lang="en-US" spc="-9"/>
              <a:t>Presented by    Dr. AKHTAR JAMIL </a:t>
            </a:r>
            <a:endParaRPr lang="en-US" spc="-9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94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206">
              <a:spcBef>
                <a:spcPts val="49"/>
              </a:spcBef>
            </a:pPr>
            <a:fld id="{A8E1E615-CE62-4D22-A146-DC19AA2BE523}" type="datetime1">
              <a:rPr lang="en-US" spc="-9" smtClean="0"/>
              <a:t>3/24/2022</a:t>
            </a:fld>
            <a:endParaRPr lang="en-US" spc="-9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spcBef>
                <a:spcPts val="40"/>
              </a:spcBef>
            </a:pPr>
            <a:fld id="{81D60167-4931-47E6-BA6A-407CBD079E47}" type="slidenum">
              <a:rPr lang="en-PK" smtClean="0"/>
              <a:pPr marL="33619">
                <a:spcBef>
                  <a:spcPts val="40"/>
                </a:spcBef>
              </a:pPr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81833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225" y="131763"/>
            <a:ext cx="7793038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079EC6-C052-4A4D-809B-EC059FF60B72}" type="datetime1">
              <a:rPr lang="en-US" smtClean="0"/>
              <a:t>3/24/2022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Presented by    Dr. AKHTAR JAMIL 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CE4B5D-5C69-461D-BF79-A2DB4C76693E}" type="slidenum">
              <a:rPr lang="he-IL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7430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82296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E4B59A96-4546-456A-A552-E69D2A484769}" type="datetime1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77000"/>
            <a:ext cx="2895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77000"/>
            <a:ext cx="2133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9" Type="http://schemas.openxmlformats.org/officeDocument/2006/relationships/image" Target="../media/image58.png"/><Relationship Id="rId21" Type="http://schemas.openxmlformats.org/officeDocument/2006/relationships/image" Target="../media/image40.png"/><Relationship Id="rId34" Type="http://schemas.openxmlformats.org/officeDocument/2006/relationships/image" Target="../media/image53.png"/><Relationship Id="rId42" Type="http://schemas.openxmlformats.org/officeDocument/2006/relationships/image" Target="../media/image61.png"/><Relationship Id="rId47" Type="http://schemas.openxmlformats.org/officeDocument/2006/relationships/image" Target="../media/image66.png"/><Relationship Id="rId50" Type="http://schemas.openxmlformats.org/officeDocument/2006/relationships/image" Target="../media/image69.png"/><Relationship Id="rId55" Type="http://schemas.openxmlformats.org/officeDocument/2006/relationships/image" Target="../media/image74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29" Type="http://schemas.openxmlformats.org/officeDocument/2006/relationships/image" Target="../media/image48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32" Type="http://schemas.openxmlformats.org/officeDocument/2006/relationships/image" Target="../media/image51.png"/><Relationship Id="rId37" Type="http://schemas.openxmlformats.org/officeDocument/2006/relationships/image" Target="../media/image56.png"/><Relationship Id="rId40" Type="http://schemas.openxmlformats.org/officeDocument/2006/relationships/image" Target="../media/image59.png"/><Relationship Id="rId45" Type="http://schemas.openxmlformats.org/officeDocument/2006/relationships/image" Target="../media/image64.png"/><Relationship Id="rId53" Type="http://schemas.openxmlformats.org/officeDocument/2006/relationships/image" Target="../media/image72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31" Type="http://schemas.openxmlformats.org/officeDocument/2006/relationships/image" Target="../media/image50.png"/><Relationship Id="rId44" Type="http://schemas.openxmlformats.org/officeDocument/2006/relationships/image" Target="../media/image63.png"/><Relationship Id="rId52" Type="http://schemas.openxmlformats.org/officeDocument/2006/relationships/image" Target="../media/image71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Relationship Id="rId27" Type="http://schemas.openxmlformats.org/officeDocument/2006/relationships/image" Target="../media/image46.png"/><Relationship Id="rId30" Type="http://schemas.openxmlformats.org/officeDocument/2006/relationships/image" Target="../media/image49.png"/><Relationship Id="rId35" Type="http://schemas.openxmlformats.org/officeDocument/2006/relationships/image" Target="../media/image54.png"/><Relationship Id="rId43" Type="http://schemas.openxmlformats.org/officeDocument/2006/relationships/image" Target="../media/image62.png"/><Relationship Id="rId48" Type="http://schemas.openxmlformats.org/officeDocument/2006/relationships/image" Target="../media/image67.png"/><Relationship Id="rId8" Type="http://schemas.openxmlformats.org/officeDocument/2006/relationships/image" Target="../media/image27.png"/><Relationship Id="rId51" Type="http://schemas.openxmlformats.org/officeDocument/2006/relationships/image" Target="../media/image70.png"/><Relationship Id="rId3" Type="http://schemas.openxmlformats.org/officeDocument/2006/relationships/image" Target="../media/image22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33" Type="http://schemas.openxmlformats.org/officeDocument/2006/relationships/image" Target="../media/image52.png"/><Relationship Id="rId38" Type="http://schemas.openxmlformats.org/officeDocument/2006/relationships/image" Target="../media/image57.png"/><Relationship Id="rId46" Type="http://schemas.openxmlformats.org/officeDocument/2006/relationships/image" Target="../media/image65.png"/><Relationship Id="rId20" Type="http://schemas.openxmlformats.org/officeDocument/2006/relationships/image" Target="../media/image39.png"/><Relationship Id="rId41" Type="http://schemas.openxmlformats.org/officeDocument/2006/relationships/image" Target="../media/image60.png"/><Relationship Id="rId54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36" Type="http://schemas.openxmlformats.org/officeDocument/2006/relationships/image" Target="../media/image55.png"/><Relationship Id="rId49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7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3" Type="http://schemas.openxmlformats.org/officeDocument/2006/relationships/image" Target="../media/image99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://cs229.stanford.edu/notes2021spring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1607-D00E-4195-A022-B2FE1BAEC1BB}" type="datetime1">
              <a:rPr lang="en-US" smtClean="0"/>
              <a:t>3/24/2022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AKHTAR JAMIL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1400" y="928670"/>
            <a:ext cx="495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0" i="0" dirty="0">
                <a:solidFill>
                  <a:srgbClr val="0099CC"/>
                </a:solidFill>
                <a:effectLst/>
                <a:latin typeface="arial" panose="020B0604020202020204" pitchFamily="34" charset="0"/>
              </a:rPr>
              <a:t>The National University of Computer and Emerging Sciences</a:t>
            </a:r>
            <a:endParaRPr lang="en-US" sz="2000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876300" y="2589241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Decision Trees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028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Akhtar Jamil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Computer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900341"/>
            <a:ext cx="7391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Machine Learning for Data Science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5802"/>
            <a:ext cx="1864889" cy="1864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95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/>
              <a:t>Decision Trees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540B-9C6A-4F0B-BBBD-A057D22AF792}" type="datetime1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194C91-D20A-4354-A5DD-19A49A909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Problem: Given the following information of a customer, decide whether the bank should assign a loan or not</a:t>
            </a:r>
          </a:p>
          <a:p>
            <a:r>
              <a:rPr lang="en-US" sz="2400" dirty="0">
                <a:solidFill>
                  <a:srgbClr val="FF0000"/>
                </a:solidFill>
              </a:rPr>
              <a:t>Classes: Safe or Risky</a:t>
            </a:r>
          </a:p>
          <a:p>
            <a:r>
              <a:rPr lang="en-US" sz="2400" spc="-13" dirty="0">
                <a:solidFill>
                  <a:srgbClr val="002060"/>
                </a:solidFill>
                <a:latin typeface="Calibri"/>
                <a:cs typeface="Calibri"/>
              </a:rPr>
              <a:t>Features: Credit</a:t>
            </a:r>
            <a:r>
              <a:rPr lang="en-US" sz="2400" spc="-49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n-US" sz="2400" spc="-13" dirty="0">
                <a:solidFill>
                  <a:srgbClr val="002060"/>
                </a:solidFill>
                <a:latin typeface="Calibri"/>
                <a:cs typeface="Calibri"/>
              </a:rPr>
              <a:t>History, Income, </a:t>
            </a:r>
            <a:r>
              <a:rPr lang="en-US" sz="2400" spc="-44" dirty="0">
                <a:solidFill>
                  <a:srgbClr val="002060"/>
                </a:solidFill>
                <a:latin typeface="Calibri"/>
                <a:cs typeface="Calibri"/>
              </a:rPr>
              <a:t>Term, </a:t>
            </a:r>
            <a:r>
              <a:rPr lang="en-US" sz="2400" spc="-18" dirty="0">
                <a:solidFill>
                  <a:srgbClr val="002060"/>
                </a:solidFill>
                <a:latin typeface="Calibri"/>
                <a:cs typeface="Calibri"/>
              </a:rPr>
              <a:t>Personal</a:t>
            </a:r>
            <a:r>
              <a:rPr lang="en-US" sz="2400" spc="-44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n-US" sz="2400" spc="-18" dirty="0">
                <a:solidFill>
                  <a:srgbClr val="002060"/>
                </a:solidFill>
                <a:latin typeface="Calibri"/>
                <a:cs typeface="Calibri"/>
              </a:rPr>
              <a:t>Info</a:t>
            </a:r>
            <a:endParaRPr lang="en-US" sz="2400" dirty="0">
              <a:solidFill>
                <a:srgbClr val="002060"/>
              </a:solidFill>
              <a:latin typeface="Calibri"/>
              <a:cs typeface="Calibri"/>
            </a:endParaRPr>
          </a:p>
          <a:p>
            <a:endParaRPr lang="en-US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7492C-5A2C-4FB0-8B87-C2EFF27A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70AD2-F29C-49C1-B393-1924A963F7AA}" type="datetime1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7DE78-9FBC-477D-BB64-C998B7A3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48A4F-BF05-4474-81A8-AB1EEF55A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3D657CC-0922-498F-BE35-B1417A0D1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E8CAE5ED-8F89-49EC-A6B0-99B96C12F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914457"/>
              </p:ext>
            </p:extLst>
          </p:nvPr>
        </p:nvGraphicFramePr>
        <p:xfrm>
          <a:off x="5181600" y="3276600"/>
          <a:ext cx="3293505" cy="3217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003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3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143510" indent="0" algn="l">
                        <a:lnSpc>
                          <a:spcPct val="100000"/>
                        </a:lnSpc>
                        <a:spcBef>
                          <a:spcPts val="23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22225" indent="0" algn="l">
                        <a:lnSpc>
                          <a:spcPct val="100000"/>
                        </a:lnSpc>
                        <a:spcBef>
                          <a:spcPts val="23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Income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3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solidFill>
                      <a:srgbClr val="B00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86">
                <a:tc>
                  <a:txBody>
                    <a:bodyPr/>
                    <a:lstStyle/>
                    <a:p>
                      <a:pPr marL="0" marR="24130" indent="0" algn="l">
                        <a:lnSpc>
                          <a:spcPct val="100000"/>
                        </a:lnSpc>
                        <a:spcBef>
                          <a:spcPts val="16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excellent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L w="9525">
                      <a:solidFill>
                        <a:srgbClr val="B0007E"/>
                      </a:solidFill>
                      <a:prstDash val="solid"/>
                    </a:lnL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16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2225" indent="0" algn="l">
                        <a:lnSpc>
                          <a:spcPct val="100000"/>
                        </a:lnSpc>
                        <a:spcBef>
                          <a:spcPts val="16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16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safe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R w="9525">
                      <a:solidFill>
                        <a:srgbClr val="B0007E"/>
                      </a:solidFill>
                      <a:prstDash val="solid"/>
                    </a:lnR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340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fair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159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risky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340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fair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2225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safe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340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poor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2225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risky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340">
                <a:tc>
                  <a:txBody>
                    <a:bodyPr/>
                    <a:lstStyle/>
                    <a:p>
                      <a:pPr marL="0" marR="2413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excellent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159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risky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231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fair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1590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4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safe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340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poor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2225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risky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340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poor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159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5" dirty="0">
                          <a:latin typeface="Calibri"/>
                          <a:cs typeface="Calibri"/>
                        </a:rPr>
                        <a:t>low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10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safe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340">
                <a:tc>
                  <a:txBody>
                    <a:bodyPr/>
                    <a:lstStyle/>
                    <a:p>
                      <a:pPr marL="0" marR="24765" indent="0" algn="l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fair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213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 indent="0" algn="l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yrs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21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2225" indent="0" algn="l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1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21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" panose="020B0604020202020204" pitchFamily="34" charset="0"/>
                        <a:buNone/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safe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5213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8389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535" y="1062891"/>
            <a:ext cx="7015077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lang="en-US" dirty="0"/>
              <a:t>Motivation</a:t>
            </a:r>
            <a:endParaRPr spc="-26" dirty="0"/>
          </a:p>
        </p:txBody>
      </p:sp>
      <p:sp>
        <p:nvSpPr>
          <p:cNvPr id="3" name="object 3"/>
          <p:cNvSpPr txBox="1"/>
          <p:nvPr/>
        </p:nvSpPr>
        <p:spPr>
          <a:xfrm>
            <a:off x="849546" y="2834113"/>
            <a:ext cx="1251137" cy="814461"/>
          </a:xfrm>
          <a:prstGeom prst="rect">
            <a:avLst/>
          </a:prstGeom>
          <a:solidFill>
            <a:srgbClr val="B0007E"/>
          </a:solidFill>
          <a:ln w="18851">
            <a:solidFill>
              <a:srgbClr val="80005B"/>
            </a:solidFill>
          </a:ln>
        </p:spPr>
        <p:txBody>
          <a:bodyPr vert="horz" wrap="square" lIns="0" tIns="2801" rIns="0" bIns="0" rtlCol="0">
            <a:spAutoFit/>
          </a:bodyPr>
          <a:lstStyle/>
          <a:p>
            <a:pPr>
              <a:spcBef>
                <a:spcPts val="22"/>
              </a:spcBef>
            </a:pPr>
            <a:endParaRPr sz="1941">
              <a:latin typeface="Times New Roman"/>
              <a:cs typeface="Times New Roman"/>
            </a:endParaRPr>
          </a:p>
          <a:p>
            <a:pPr marL="128875" marR="123271" indent="285205">
              <a:lnSpc>
                <a:spcPct val="101099"/>
              </a:lnSpc>
            </a:pPr>
            <a:r>
              <a:rPr sz="1677" spc="4" dirty="0">
                <a:solidFill>
                  <a:srgbClr val="FFFFFF"/>
                </a:solidFill>
                <a:latin typeface="Calibri"/>
                <a:cs typeface="Calibri"/>
              </a:rPr>
              <a:t>Loan </a:t>
            </a:r>
            <a:r>
              <a:rPr sz="1677" spc="9" dirty="0">
                <a:solidFill>
                  <a:srgbClr val="FFFFFF"/>
                </a:solidFill>
                <a:latin typeface="Calibri"/>
                <a:cs typeface="Calibri"/>
              </a:rPr>
              <a:t> Appl</a:t>
            </a:r>
            <a:r>
              <a:rPr sz="1677" spc="4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77" spc="-4" dirty="0">
                <a:solidFill>
                  <a:srgbClr val="FFFFFF"/>
                </a:solidFill>
                <a:latin typeface="Calibri"/>
                <a:cs typeface="Calibri"/>
              </a:rPr>
              <a:t>ca</a:t>
            </a:r>
            <a:r>
              <a:rPr sz="1677" spc="9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677" spc="13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677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677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08006" y="2973802"/>
            <a:ext cx="1841687" cy="842682"/>
            <a:chOff x="2803340" y="3370309"/>
            <a:chExt cx="2087245" cy="955040"/>
          </a:xfrm>
        </p:grpSpPr>
        <p:sp>
          <p:nvSpPr>
            <p:cNvPr id="5" name="object 5"/>
            <p:cNvSpPr/>
            <p:nvPr/>
          </p:nvSpPr>
          <p:spPr>
            <a:xfrm>
              <a:off x="2812865" y="3379834"/>
              <a:ext cx="2068195" cy="935990"/>
            </a:xfrm>
            <a:custGeom>
              <a:avLst/>
              <a:gdLst/>
              <a:ahLst/>
              <a:cxnLst/>
              <a:rect l="l" t="t" r="r" b="b"/>
              <a:pathLst>
                <a:path w="2068195" h="935989">
                  <a:moveTo>
                    <a:pt x="2068013" y="0"/>
                  </a:moveTo>
                  <a:lnTo>
                    <a:pt x="0" y="0"/>
                  </a:lnTo>
                  <a:lnTo>
                    <a:pt x="0" y="935925"/>
                  </a:lnTo>
                  <a:lnTo>
                    <a:pt x="2068013" y="935925"/>
                  </a:lnTo>
                  <a:lnTo>
                    <a:pt x="2068013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812865" y="3379834"/>
              <a:ext cx="2068195" cy="935990"/>
            </a:xfrm>
            <a:custGeom>
              <a:avLst/>
              <a:gdLst/>
              <a:ahLst/>
              <a:cxnLst/>
              <a:rect l="l" t="t" r="r" b="b"/>
              <a:pathLst>
                <a:path w="2068195" h="935989">
                  <a:moveTo>
                    <a:pt x="0" y="0"/>
                  </a:moveTo>
                  <a:lnTo>
                    <a:pt x="2068013" y="0"/>
                  </a:lnTo>
                  <a:lnTo>
                    <a:pt x="2068013" y="935925"/>
                  </a:lnTo>
                  <a:lnTo>
                    <a:pt x="0" y="935925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608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33965" y="3047665"/>
            <a:ext cx="991721" cy="672318"/>
          </a:xfrm>
          <a:prstGeom prst="rect">
            <a:avLst/>
          </a:prstGeom>
        </p:spPr>
        <p:txBody>
          <a:bodyPr vert="horz" wrap="square" lIns="0" tIns="30816" rIns="0" bIns="0" rtlCol="0">
            <a:spAutoFit/>
          </a:bodyPr>
          <a:lstStyle/>
          <a:p>
            <a:pPr marL="89092" marR="4483" indent="-78445">
              <a:lnSpc>
                <a:spcPts val="2453"/>
              </a:lnSpc>
              <a:spcBef>
                <a:spcPts val="243"/>
              </a:spcBef>
            </a:pPr>
            <a:r>
              <a:rPr sz="2118" spc="-9" dirty="0">
                <a:latin typeface="Calibri"/>
                <a:cs typeface="Calibri"/>
              </a:rPr>
              <a:t>C</a:t>
            </a:r>
            <a:r>
              <a:rPr sz="2118" spc="-4" dirty="0">
                <a:latin typeface="Calibri"/>
                <a:cs typeface="Calibri"/>
              </a:rPr>
              <a:t>l</a:t>
            </a:r>
            <a:r>
              <a:rPr sz="2118" spc="-9" dirty="0">
                <a:latin typeface="Calibri"/>
                <a:cs typeface="Calibri"/>
              </a:rPr>
              <a:t>a</a:t>
            </a:r>
            <a:r>
              <a:rPr sz="2118" spc="-13" dirty="0">
                <a:latin typeface="Calibri"/>
                <a:cs typeface="Calibri"/>
              </a:rPr>
              <a:t>ss</a:t>
            </a:r>
            <a:r>
              <a:rPr sz="2118" spc="-4" dirty="0">
                <a:latin typeface="Calibri"/>
                <a:cs typeface="Calibri"/>
              </a:rPr>
              <a:t>i</a:t>
            </a:r>
            <a:r>
              <a:rPr sz="2118" spc="-9" dirty="0">
                <a:latin typeface="Calibri"/>
                <a:cs typeface="Calibri"/>
              </a:rPr>
              <a:t>f</a:t>
            </a:r>
            <a:r>
              <a:rPr sz="2118" spc="-4" dirty="0">
                <a:latin typeface="Calibri"/>
                <a:cs typeface="Calibri"/>
              </a:rPr>
              <a:t>i</a:t>
            </a:r>
            <a:r>
              <a:rPr sz="2118" spc="-18" dirty="0">
                <a:latin typeface="Calibri"/>
                <a:cs typeface="Calibri"/>
              </a:rPr>
              <a:t>e</a:t>
            </a:r>
            <a:r>
              <a:rPr sz="2118" dirty="0">
                <a:latin typeface="Calibri"/>
                <a:cs typeface="Calibri"/>
              </a:rPr>
              <a:t>r  </a:t>
            </a:r>
            <a:r>
              <a:rPr sz="2118" spc="-13" dirty="0">
                <a:latin typeface="Calibri"/>
                <a:cs typeface="Calibri"/>
              </a:rPr>
              <a:t>MODEL</a:t>
            </a:r>
            <a:endParaRPr sz="2118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72640" y="3212502"/>
            <a:ext cx="737347" cy="389964"/>
            <a:chOff x="2196592" y="3640835"/>
            <a:chExt cx="835660" cy="441959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6592" y="3640835"/>
              <a:ext cx="835152" cy="4419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27943" y="3751136"/>
              <a:ext cx="585470" cy="191135"/>
            </a:xfrm>
            <a:custGeom>
              <a:avLst/>
              <a:gdLst/>
              <a:ahLst/>
              <a:cxnLst/>
              <a:rect l="l" t="t" r="r" b="b"/>
              <a:pathLst>
                <a:path w="585469" h="191135">
                  <a:moveTo>
                    <a:pt x="464400" y="116907"/>
                  </a:moveTo>
                  <a:lnTo>
                    <a:pt x="404677" y="151145"/>
                  </a:lnTo>
                  <a:lnTo>
                    <a:pt x="398346" y="156696"/>
                  </a:lnTo>
                  <a:lnTo>
                    <a:pt x="394756" y="163994"/>
                  </a:lnTo>
                  <a:lnTo>
                    <a:pt x="394162" y="172107"/>
                  </a:lnTo>
                  <a:lnTo>
                    <a:pt x="396816" y="180103"/>
                  </a:lnTo>
                  <a:lnTo>
                    <a:pt x="402360" y="186443"/>
                  </a:lnTo>
                  <a:lnTo>
                    <a:pt x="409649" y="190037"/>
                  </a:lnTo>
                  <a:lnTo>
                    <a:pt x="417751" y="190632"/>
                  </a:lnTo>
                  <a:lnTo>
                    <a:pt x="425738" y="187975"/>
                  </a:lnTo>
                  <a:lnTo>
                    <a:pt x="548598" y="117541"/>
                  </a:lnTo>
                  <a:lnTo>
                    <a:pt x="542790" y="117541"/>
                  </a:lnTo>
                  <a:lnTo>
                    <a:pt x="464400" y="116907"/>
                  </a:lnTo>
                  <a:close/>
                </a:path>
                <a:path w="585469" h="191135">
                  <a:moveTo>
                    <a:pt x="500901" y="95982"/>
                  </a:moveTo>
                  <a:lnTo>
                    <a:pt x="464400" y="116907"/>
                  </a:lnTo>
                  <a:lnTo>
                    <a:pt x="542790" y="117541"/>
                  </a:lnTo>
                  <a:lnTo>
                    <a:pt x="542814" y="114564"/>
                  </a:lnTo>
                  <a:lnTo>
                    <a:pt x="532135" y="114564"/>
                  </a:lnTo>
                  <a:lnTo>
                    <a:pt x="500901" y="95982"/>
                  </a:lnTo>
                  <a:close/>
                </a:path>
                <a:path w="585469" h="191135">
                  <a:moveTo>
                    <a:pt x="419289" y="0"/>
                  </a:moveTo>
                  <a:lnTo>
                    <a:pt x="411177" y="463"/>
                  </a:lnTo>
                  <a:lnTo>
                    <a:pt x="403831" y="3939"/>
                  </a:lnTo>
                  <a:lnTo>
                    <a:pt x="398185" y="10188"/>
                  </a:lnTo>
                  <a:lnTo>
                    <a:pt x="395403" y="18140"/>
                  </a:lnTo>
                  <a:lnTo>
                    <a:pt x="395867" y="26261"/>
                  </a:lnTo>
                  <a:lnTo>
                    <a:pt x="399338" y="33616"/>
                  </a:lnTo>
                  <a:lnTo>
                    <a:pt x="405579" y="39269"/>
                  </a:lnTo>
                  <a:lnTo>
                    <a:pt x="464743" y="74469"/>
                  </a:lnTo>
                  <a:lnTo>
                    <a:pt x="543132" y="75102"/>
                  </a:lnTo>
                  <a:lnTo>
                    <a:pt x="542790" y="117541"/>
                  </a:lnTo>
                  <a:lnTo>
                    <a:pt x="548598" y="117541"/>
                  </a:lnTo>
                  <a:lnTo>
                    <a:pt x="585020" y="96661"/>
                  </a:lnTo>
                  <a:lnTo>
                    <a:pt x="427231" y="2785"/>
                  </a:lnTo>
                  <a:lnTo>
                    <a:pt x="419289" y="0"/>
                  </a:lnTo>
                  <a:close/>
                </a:path>
                <a:path w="585469" h="191135">
                  <a:moveTo>
                    <a:pt x="342" y="70716"/>
                  </a:moveTo>
                  <a:lnTo>
                    <a:pt x="0" y="113153"/>
                  </a:lnTo>
                  <a:lnTo>
                    <a:pt x="464400" y="116907"/>
                  </a:lnTo>
                  <a:lnTo>
                    <a:pt x="500901" y="95982"/>
                  </a:lnTo>
                  <a:lnTo>
                    <a:pt x="464743" y="74469"/>
                  </a:lnTo>
                  <a:lnTo>
                    <a:pt x="342" y="70716"/>
                  </a:lnTo>
                  <a:close/>
                </a:path>
                <a:path w="585469" h="191135">
                  <a:moveTo>
                    <a:pt x="532430" y="77906"/>
                  </a:moveTo>
                  <a:lnTo>
                    <a:pt x="500901" y="95982"/>
                  </a:lnTo>
                  <a:lnTo>
                    <a:pt x="532135" y="114564"/>
                  </a:lnTo>
                  <a:lnTo>
                    <a:pt x="532430" y="77906"/>
                  </a:lnTo>
                  <a:close/>
                </a:path>
                <a:path w="585469" h="191135">
                  <a:moveTo>
                    <a:pt x="543109" y="77906"/>
                  </a:moveTo>
                  <a:lnTo>
                    <a:pt x="532430" y="77906"/>
                  </a:lnTo>
                  <a:lnTo>
                    <a:pt x="532135" y="114564"/>
                  </a:lnTo>
                  <a:lnTo>
                    <a:pt x="542814" y="114564"/>
                  </a:lnTo>
                  <a:lnTo>
                    <a:pt x="543109" y="77906"/>
                  </a:lnTo>
                  <a:close/>
                </a:path>
                <a:path w="585469" h="191135">
                  <a:moveTo>
                    <a:pt x="464743" y="74469"/>
                  </a:moveTo>
                  <a:lnTo>
                    <a:pt x="500901" y="95982"/>
                  </a:lnTo>
                  <a:lnTo>
                    <a:pt x="532430" y="77906"/>
                  </a:lnTo>
                  <a:lnTo>
                    <a:pt x="543109" y="77906"/>
                  </a:lnTo>
                  <a:lnTo>
                    <a:pt x="543132" y="75102"/>
                  </a:lnTo>
                  <a:lnTo>
                    <a:pt x="464743" y="74469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51981" y="4066952"/>
            <a:ext cx="916081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780531" algn="l"/>
              </a:tabLst>
            </a:pPr>
            <a:r>
              <a:rPr sz="2118" spc="-4" dirty="0">
                <a:latin typeface="Calibri"/>
                <a:cs typeface="Calibri"/>
              </a:rPr>
              <a:t>I</a:t>
            </a:r>
            <a:r>
              <a:rPr sz="2118" spc="-9" dirty="0">
                <a:latin typeface="Calibri"/>
                <a:cs typeface="Calibri"/>
              </a:rPr>
              <a:t>n</a:t>
            </a:r>
            <a:r>
              <a:rPr sz="2118" spc="-13" dirty="0">
                <a:latin typeface="Calibri"/>
                <a:cs typeface="Calibri"/>
              </a:rPr>
              <a:t>pu</a:t>
            </a:r>
            <a:r>
              <a:rPr sz="2118" spc="-9" dirty="0">
                <a:latin typeface="Calibri"/>
                <a:cs typeface="Calibri"/>
              </a:rPr>
              <a:t>t</a:t>
            </a:r>
            <a:r>
              <a:rPr sz="2118" dirty="0">
                <a:latin typeface="Calibri"/>
                <a:cs typeface="Calibri"/>
              </a:rPr>
              <a:t>:	</a:t>
            </a:r>
            <a:r>
              <a:rPr sz="2118" b="1" dirty="0">
                <a:latin typeface="Calibri"/>
                <a:cs typeface="Calibri"/>
              </a:rPr>
              <a:t>x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44377" y="4213189"/>
            <a:ext cx="63874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dirty="0">
                <a:latin typeface="Calibri"/>
                <a:cs typeface="Calibri"/>
              </a:rPr>
              <a:t>i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88041" y="3901594"/>
            <a:ext cx="925046" cy="869016"/>
          </a:xfrm>
          <a:prstGeom prst="rect">
            <a:avLst/>
          </a:prstGeom>
        </p:spPr>
        <p:txBody>
          <a:bodyPr vert="horz" wrap="square" lIns="0" tIns="22412" rIns="0" bIns="0" rtlCol="0">
            <a:spAutoFit/>
          </a:bodyPr>
          <a:lstStyle/>
          <a:p>
            <a:pPr marL="11206" marR="4483" algn="just">
              <a:lnSpc>
                <a:spcPts val="2206"/>
              </a:lnSpc>
              <a:spcBef>
                <a:spcPts val="176"/>
              </a:spcBef>
            </a:pPr>
            <a:r>
              <a:rPr sz="1853" spc="-9" dirty="0">
                <a:latin typeface="Calibri"/>
                <a:cs typeface="Calibri"/>
              </a:rPr>
              <a:t>Output:</a:t>
            </a:r>
            <a:r>
              <a:rPr sz="1853" spc="-9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ŷ </a:t>
            </a:r>
            <a:r>
              <a:rPr sz="1853" spc="-410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P</a:t>
            </a:r>
            <a:r>
              <a:rPr sz="1853" spc="-35" dirty="0">
                <a:latin typeface="Calibri"/>
                <a:cs typeface="Calibri"/>
              </a:rPr>
              <a:t>r</a:t>
            </a:r>
            <a:r>
              <a:rPr sz="1853" spc="-18" dirty="0">
                <a:latin typeface="Calibri"/>
                <a:cs typeface="Calibri"/>
              </a:rPr>
              <a:t>e</a:t>
            </a:r>
            <a:r>
              <a:rPr sz="1853" spc="-9" dirty="0">
                <a:latin typeface="Calibri"/>
                <a:cs typeface="Calibri"/>
              </a:rPr>
              <a:t>dic</a:t>
            </a:r>
            <a:r>
              <a:rPr sz="1853" spc="-31" dirty="0">
                <a:latin typeface="Calibri"/>
                <a:cs typeface="Calibri"/>
              </a:rPr>
              <a:t>t</a:t>
            </a:r>
            <a:r>
              <a:rPr sz="1853" spc="-18" dirty="0">
                <a:latin typeface="Calibri"/>
                <a:cs typeface="Calibri"/>
              </a:rPr>
              <a:t>e</a:t>
            </a:r>
            <a:r>
              <a:rPr sz="1853" dirty="0">
                <a:latin typeface="Calibri"/>
                <a:cs typeface="Calibri"/>
              </a:rPr>
              <a:t>d  </a:t>
            </a:r>
            <a:r>
              <a:rPr sz="1853" spc="-9" dirty="0">
                <a:latin typeface="Calibri"/>
                <a:cs typeface="Calibri"/>
              </a:rPr>
              <a:t>class</a:t>
            </a:r>
            <a:endParaRPr sz="1853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01670" y="2485761"/>
            <a:ext cx="1571625" cy="966507"/>
            <a:chOff x="4836159" y="2817195"/>
            <a:chExt cx="1781175" cy="109537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6159" y="2936748"/>
              <a:ext cx="1267967" cy="97536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868690" y="3142195"/>
              <a:ext cx="1015365" cy="723265"/>
            </a:xfrm>
            <a:custGeom>
              <a:avLst/>
              <a:gdLst/>
              <a:ahLst/>
              <a:cxnLst/>
              <a:rect l="l" t="t" r="r" b="b"/>
              <a:pathLst>
                <a:path w="1015364" h="723264">
                  <a:moveTo>
                    <a:pt x="946024" y="48432"/>
                  </a:moveTo>
                  <a:lnTo>
                    <a:pt x="904114" y="51989"/>
                  </a:lnTo>
                  <a:lnTo>
                    <a:pt x="0" y="688240"/>
                  </a:lnTo>
                  <a:lnTo>
                    <a:pt x="24373" y="722961"/>
                  </a:lnTo>
                  <a:lnTo>
                    <a:pt x="928488" y="86709"/>
                  </a:lnTo>
                  <a:lnTo>
                    <a:pt x="946024" y="48432"/>
                  </a:lnTo>
                  <a:close/>
                </a:path>
                <a:path w="1015364" h="723264">
                  <a:moveTo>
                    <a:pt x="1011705" y="6856"/>
                  </a:moveTo>
                  <a:lnTo>
                    <a:pt x="968248" y="6856"/>
                  </a:lnTo>
                  <a:lnTo>
                    <a:pt x="992620" y="41577"/>
                  </a:lnTo>
                  <a:lnTo>
                    <a:pt x="928488" y="86709"/>
                  </a:lnTo>
                  <a:lnTo>
                    <a:pt x="899792" y="149341"/>
                  </a:lnTo>
                  <a:lnTo>
                    <a:pt x="897866" y="157544"/>
                  </a:lnTo>
                  <a:lnTo>
                    <a:pt x="899186" y="165571"/>
                  </a:lnTo>
                  <a:lnTo>
                    <a:pt x="903415" y="172516"/>
                  </a:lnTo>
                  <a:lnTo>
                    <a:pt x="910219" y="177476"/>
                  </a:lnTo>
                  <a:lnTo>
                    <a:pt x="918411" y="179404"/>
                  </a:lnTo>
                  <a:lnTo>
                    <a:pt x="926428" y="178083"/>
                  </a:lnTo>
                  <a:lnTo>
                    <a:pt x="933365" y="173848"/>
                  </a:lnTo>
                  <a:lnTo>
                    <a:pt x="938319" y="167036"/>
                  </a:lnTo>
                  <a:lnTo>
                    <a:pt x="1011705" y="6856"/>
                  </a:lnTo>
                  <a:close/>
                </a:path>
                <a:path w="1015364" h="723264">
                  <a:moveTo>
                    <a:pt x="974223" y="15369"/>
                  </a:moveTo>
                  <a:lnTo>
                    <a:pt x="961172" y="15369"/>
                  </a:lnTo>
                  <a:lnTo>
                    <a:pt x="982225" y="45360"/>
                  </a:lnTo>
                  <a:lnTo>
                    <a:pt x="946024" y="48432"/>
                  </a:lnTo>
                  <a:lnTo>
                    <a:pt x="928488" y="86709"/>
                  </a:lnTo>
                  <a:lnTo>
                    <a:pt x="992620" y="41577"/>
                  </a:lnTo>
                  <a:lnTo>
                    <a:pt x="974223" y="15369"/>
                  </a:lnTo>
                  <a:close/>
                </a:path>
                <a:path w="1015364" h="723264">
                  <a:moveTo>
                    <a:pt x="1014846" y="0"/>
                  </a:moveTo>
                  <a:lnTo>
                    <a:pt x="831959" y="15521"/>
                  </a:lnTo>
                  <a:lnTo>
                    <a:pt x="812632" y="38458"/>
                  </a:lnTo>
                  <a:lnTo>
                    <a:pt x="814988" y="46547"/>
                  </a:lnTo>
                  <a:lnTo>
                    <a:pt x="820082" y="52884"/>
                  </a:lnTo>
                  <a:lnTo>
                    <a:pt x="827178" y="56845"/>
                  </a:lnTo>
                  <a:lnTo>
                    <a:pt x="835539" y="57809"/>
                  </a:lnTo>
                  <a:lnTo>
                    <a:pt x="904114" y="51989"/>
                  </a:lnTo>
                  <a:lnTo>
                    <a:pt x="968248" y="6856"/>
                  </a:lnTo>
                  <a:lnTo>
                    <a:pt x="1011705" y="6856"/>
                  </a:lnTo>
                  <a:lnTo>
                    <a:pt x="1014846" y="0"/>
                  </a:lnTo>
                  <a:close/>
                </a:path>
                <a:path w="1015364" h="723264">
                  <a:moveTo>
                    <a:pt x="968248" y="6856"/>
                  </a:moveTo>
                  <a:lnTo>
                    <a:pt x="904114" y="51989"/>
                  </a:lnTo>
                  <a:lnTo>
                    <a:pt x="946024" y="48432"/>
                  </a:lnTo>
                  <a:lnTo>
                    <a:pt x="961172" y="15369"/>
                  </a:lnTo>
                  <a:lnTo>
                    <a:pt x="974223" y="15369"/>
                  </a:lnTo>
                  <a:lnTo>
                    <a:pt x="968248" y="6856"/>
                  </a:lnTo>
                  <a:close/>
                </a:path>
                <a:path w="1015364" h="723264">
                  <a:moveTo>
                    <a:pt x="961172" y="15369"/>
                  </a:moveTo>
                  <a:lnTo>
                    <a:pt x="946024" y="48432"/>
                  </a:lnTo>
                  <a:lnTo>
                    <a:pt x="982225" y="45360"/>
                  </a:lnTo>
                  <a:lnTo>
                    <a:pt x="961172" y="15369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6726" y="2817195"/>
              <a:ext cx="690290" cy="65011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468691" y="3039680"/>
            <a:ext cx="365312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13" dirty="0">
                <a:latin typeface="Calibri"/>
                <a:cs typeface="Calibri"/>
              </a:rPr>
              <a:t>S</a:t>
            </a:r>
            <a:r>
              <a:rPr sz="1588" spc="-22" dirty="0">
                <a:latin typeface="Calibri"/>
                <a:cs typeface="Calibri"/>
              </a:rPr>
              <a:t>a</a:t>
            </a:r>
            <a:r>
              <a:rPr sz="1588" spc="-44" dirty="0">
                <a:latin typeface="Calibri"/>
                <a:cs typeface="Calibri"/>
              </a:rPr>
              <a:t>f</a:t>
            </a:r>
            <a:r>
              <a:rPr sz="1588" dirty="0">
                <a:latin typeface="Calibri"/>
                <a:cs typeface="Calibri"/>
              </a:rPr>
              <a:t>e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11525" y="2102378"/>
            <a:ext cx="665069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853" spc="-9" dirty="0">
                <a:latin typeface="Calibri"/>
                <a:cs typeface="Calibri"/>
              </a:rPr>
              <a:t>ŷ</a:t>
            </a:r>
            <a:r>
              <a:rPr sz="1853" spc="-13" baseline="-15873" dirty="0">
                <a:latin typeface="Calibri"/>
                <a:cs typeface="Calibri"/>
              </a:rPr>
              <a:t>i</a:t>
            </a:r>
            <a:r>
              <a:rPr sz="1853" spc="146" baseline="-1587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=</a:t>
            </a:r>
            <a:r>
              <a:rPr sz="1853" spc="-40" dirty="0">
                <a:latin typeface="Calibri"/>
                <a:cs typeface="Calibri"/>
              </a:rPr>
              <a:t> </a:t>
            </a:r>
            <a:r>
              <a:rPr sz="1853" spc="-9" dirty="0">
                <a:latin typeface="Calibri"/>
                <a:cs typeface="Calibri"/>
              </a:rPr>
              <a:t>+1</a:t>
            </a:r>
            <a:endParaRPr sz="1853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04360" y="3365798"/>
            <a:ext cx="1588434" cy="1083049"/>
            <a:chOff x="4839208" y="3814571"/>
            <a:chExt cx="1800225" cy="122745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9208" y="3814571"/>
              <a:ext cx="1264919" cy="89611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69658" y="3829795"/>
              <a:ext cx="1014094" cy="644525"/>
            </a:xfrm>
            <a:custGeom>
              <a:avLst/>
              <a:gdLst/>
              <a:ahLst/>
              <a:cxnLst/>
              <a:rect l="l" t="t" r="r" b="b"/>
              <a:pathLst>
                <a:path w="1014095" h="644525">
                  <a:moveTo>
                    <a:pt x="831682" y="596512"/>
                  </a:moveTo>
                  <a:lnTo>
                    <a:pt x="823386" y="597933"/>
                  </a:lnTo>
                  <a:lnTo>
                    <a:pt x="816517" y="602278"/>
                  </a:lnTo>
                  <a:lnTo>
                    <a:pt x="811777" y="608885"/>
                  </a:lnTo>
                  <a:lnTo>
                    <a:pt x="809867" y="617091"/>
                  </a:lnTo>
                  <a:lnTo>
                    <a:pt x="811286" y="625396"/>
                  </a:lnTo>
                  <a:lnTo>
                    <a:pt x="815625" y="632273"/>
                  </a:lnTo>
                  <a:lnTo>
                    <a:pt x="822223" y="637020"/>
                  </a:lnTo>
                  <a:lnTo>
                    <a:pt x="830419" y="638933"/>
                  </a:lnTo>
                  <a:lnTo>
                    <a:pt x="1013881" y="644404"/>
                  </a:lnTo>
                  <a:lnTo>
                    <a:pt x="1011624" y="640114"/>
                  </a:lnTo>
                  <a:lnTo>
                    <a:pt x="966980" y="640114"/>
                  </a:lnTo>
                  <a:lnTo>
                    <a:pt x="900472" y="598563"/>
                  </a:lnTo>
                  <a:lnTo>
                    <a:pt x="831682" y="596512"/>
                  </a:lnTo>
                  <a:close/>
                </a:path>
                <a:path w="1014095" h="644525">
                  <a:moveTo>
                    <a:pt x="900472" y="598563"/>
                  </a:moveTo>
                  <a:lnTo>
                    <a:pt x="966980" y="640114"/>
                  </a:lnTo>
                  <a:lnTo>
                    <a:pt x="972036" y="632001"/>
                  </a:lnTo>
                  <a:lnTo>
                    <a:pt x="959448" y="632001"/>
                  </a:lnTo>
                  <a:lnTo>
                    <a:pt x="942514" y="599817"/>
                  </a:lnTo>
                  <a:lnTo>
                    <a:pt x="900472" y="598563"/>
                  </a:lnTo>
                  <a:close/>
                </a:path>
                <a:path w="1014095" h="644525">
                  <a:moveTo>
                    <a:pt x="907779" y="470556"/>
                  </a:moveTo>
                  <a:lnTo>
                    <a:pt x="899704" y="472931"/>
                  </a:lnTo>
                  <a:lnTo>
                    <a:pt x="893182" y="478256"/>
                  </a:lnTo>
                  <a:lnTo>
                    <a:pt x="889339" y="485423"/>
                  </a:lnTo>
                  <a:lnTo>
                    <a:pt x="888460" y="493510"/>
                  </a:lnTo>
                  <a:lnTo>
                    <a:pt x="890832" y="501595"/>
                  </a:lnTo>
                  <a:lnTo>
                    <a:pt x="922909" y="562558"/>
                  </a:lnTo>
                  <a:lnTo>
                    <a:pt x="989418" y="604109"/>
                  </a:lnTo>
                  <a:lnTo>
                    <a:pt x="966980" y="640114"/>
                  </a:lnTo>
                  <a:lnTo>
                    <a:pt x="1011624" y="640114"/>
                  </a:lnTo>
                  <a:lnTo>
                    <a:pt x="928333" y="481813"/>
                  </a:lnTo>
                  <a:lnTo>
                    <a:pt x="923015" y="475283"/>
                  </a:lnTo>
                  <a:lnTo>
                    <a:pt x="915856" y="471436"/>
                  </a:lnTo>
                  <a:lnTo>
                    <a:pt x="907779" y="470556"/>
                  </a:lnTo>
                  <a:close/>
                </a:path>
                <a:path w="1014095" h="644525">
                  <a:moveTo>
                    <a:pt x="942514" y="599817"/>
                  </a:moveTo>
                  <a:lnTo>
                    <a:pt x="959448" y="632001"/>
                  </a:lnTo>
                  <a:lnTo>
                    <a:pt x="978828" y="600900"/>
                  </a:lnTo>
                  <a:lnTo>
                    <a:pt x="942514" y="599817"/>
                  </a:lnTo>
                  <a:close/>
                </a:path>
                <a:path w="1014095" h="644525">
                  <a:moveTo>
                    <a:pt x="922909" y="562558"/>
                  </a:moveTo>
                  <a:lnTo>
                    <a:pt x="942514" y="599817"/>
                  </a:lnTo>
                  <a:lnTo>
                    <a:pt x="978828" y="600900"/>
                  </a:lnTo>
                  <a:lnTo>
                    <a:pt x="959448" y="632001"/>
                  </a:lnTo>
                  <a:lnTo>
                    <a:pt x="972036" y="632001"/>
                  </a:lnTo>
                  <a:lnTo>
                    <a:pt x="989418" y="604109"/>
                  </a:lnTo>
                  <a:lnTo>
                    <a:pt x="922909" y="562558"/>
                  </a:lnTo>
                  <a:close/>
                </a:path>
                <a:path w="1014095" h="644525">
                  <a:moveTo>
                    <a:pt x="22438" y="0"/>
                  </a:moveTo>
                  <a:lnTo>
                    <a:pt x="0" y="36004"/>
                  </a:lnTo>
                  <a:lnTo>
                    <a:pt x="900472" y="598563"/>
                  </a:lnTo>
                  <a:lnTo>
                    <a:pt x="942514" y="599817"/>
                  </a:lnTo>
                  <a:lnTo>
                    <a:pt x="922909" y="562558"/>
                  </a:lnTo>
                  <a:lnTo>
                    <a:pt x="22438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9020" y="4391600"/>
              <a:ext cx="690291" cy="650116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412569" y="3529153"/>
            <a:ext cx="43646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13" dirty="0">
                <a:latin typeface="Calibri"/>
                <a:cs typeface="Calibri"/>
              </a:rPr>
              <a:t>R</a:t>
            </a:r>
            <a:r>
              <a:rPr sz="1588" spc="-4" dirty="0">
                <a:latin typeface="Calibri"/>
                <a:cs typeface="Calibri"/>
              </a:rPr>
              <a:t>i</a:t>
            </a:r>
            <a:r>
              <a:rPr sz="1588" spc="-9" dirty="0">
                <a:latin typeface="Calibri"/>
                <a:cs typeface="Calibri"/>
              </a:rPr>
              <a:t>s</a:t>
            </a:r>
            <a:r>
              <a:rPr sz="1588" spc="-13" dirty="0">
                <a:latin typeface="Calibri"/>
                <a:cs typeface="Calibri"/>
              </a:rPr>
              <a:t>k</a:t>
            </a:r>
            <a:r>
              <a:rPr sz="1588" dirty="0">
                <a:latin typeface="Calibri"/>
                <a:cs typeface="Calibri"/>
              </a:rPr>
              <a:t>y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90156" y="4450235"/>
            <a:ext cx="620806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853" spc="-9" dirty="0">
                <a:latin typeface="Calibri"/>
                <a:cs typeface="Calibri"/>
              </a:rPr>
              <a:t>ŷ</a:t>
            </a:r>
            <a:r>
              <a:rPr sz="1853" spc="-13" baseline="-15873" dirty="0">
                <a:latin typeface="Calibri"/>
                <a:cs typeface="Calibri"/>
              </a:rPr>
              <a:t>i</a:t>
            </a:r>
            <a:r>
              <a:rPr sz="1853" spc="152" baseline="-15873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=</a:t>
            </a:r>
            <a:r>
              <a:rPr sz="1853" spc="-40" dirty="0">
                <a:latin typeface="Calibri"/>
                <a:cs typeface="Calibri"/>
              </a:rPr>
              <a:t> </a:t>
            </a:r>
            <a:r>
              <a:rPr sz="1853" spc="-4" dirty="0">
                <a:latin typeface="Calibri"/>
                <a:cs typeface="Calibri"/>
              </a:rPr>
              <a:t>-1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487A1DF7-80E9-4EE6-81EB-C939CBC31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5904" y="685317"/>
            <a:ext cx="6634078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lang="en-US" dirty="0"/>
              <a:t>Motivation</a:t>
            </a:r>
            <a:endParaRPr spc="-22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0588FD1-0126-4FBC-A674-419B8C47C7A4}"/>
              </a:ext>
            </a:extLst>
          </p:cNvPr>
          <p:cNvGrpSpPr/>
          <p:nvPr/>
        </p:nvGrpSpPr>
        <p:grpSpPr>
          <a:xfrm>
            <a:off x="685800" y="2201979"/>
            <a:ext cx="6254237" cy="3848419"/>
            <a:chOff x="679963" y="2266638"/>
            <a:chExt cx="4880688" cy="3114188"/>
          </a:xfrm>
        </p:grpSpPr>
        <p:sp>
          <p:nvSpPr>
            <p:cNvPr id="3" name="object 3"/>
            <p:cNvSpPr txBox="1"/>
            <p:nvPr/>
          </p:nvSpPr>
          <p:spPr>
            <a:xfrm>
              <a:off x="2087201" y="2266638"/>
              <a:ext cx="561415" cy="231968"/>
            </a:xfrm>
            <a:prstGeom prst="rect">
              <a:avLst/>
            </a:prstGeom>
            <a:solidFill>
              <a:srgbClr val="5D5555"/>
            </a:solidFill>
            <a:ln w="18856">
              <a:solidFill>
                <a:srgbClr val="2E2A2A"/>
              </a:solidFill>
            </a:ln>
          </p:spPr>
          <p:txBody>
            <a:bodyPr vert="horz" wrap="square" lIns="0" tIns="54909" rIns="0" bIns="0" rtlCol="0">
              <a:spAutoFit/>
            </a:bodyPr>
            <a:lstStyle/>
            <a:p>
              <a:pPr marL="135598">
                <a:spcBef>
                  <a:spcPts val="432"/>
                </a:spcBef>
              </a:pPr>
              <a:r>
                <a:rPr sz="1147" spc="4" dirty="0">
                  <a:solidFill>
                    <a:srgbClr val="FFFFFF"/>
                  </a:solidFill>
                  <a:latin typeface="Calibri"/>
                  <a:cs typeface="Calibri"/>
                </a:rPr>
                <a:t>Start</a:t>
              </a:r>
              <a:endParaRPr sz="1147">
                <a:latin typeface="Calibri"/>
                <a:cs typeface="Calibri"/>
              </a:endParaRPr>
            </a:p>
          </p:txBody>
        </p:sp>
        <p:grpSp>
          <p:nvGrpSpPr>
            <p:cNvPr id="4" name="object 4"/>
            <p:cNvGrpSpPr/>
            <p:nvPr/>
          </p:nvGrpSpPr>
          <p:grpSpPr>
            <a:xfrm>
              <a:off x="679963" y="2571323"/>
              <a:ext cx="2354916" cy="1305485"/>
              <a:chOff x="618224" y="2914166"/>
              <a:chExt cx="2668905" cy="1479550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1785084" y="3274575"/>
                <a:ext cx="1492250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492250" h="362585">
                    <a:moveTo>
                      <a:pt x="746103" y="0"/>
                    </a:moveTo>
                    <a:lnTo>
                      <a:pt x="0" y="181070"/>
                    </a:lnTo>
                    <a:lnTo>
                      <a:pt x="746103" y="362139"/>
                    </a:lnTo>
                    <a:lnTo>
                      <a:pt x="1492206" y="181070"/>
                    </a:lnTo>
                    <a:lnTo>
                      <a:pt x="746103" y="0"/>
                    </a:lnTo>
                    <a:close/>
                  </a:path>
                </a:pathLst>
              </a:custGeom>
              <a:solidFill>
                <a:srgbClr val="FFBCE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1785084" y="3274575"/>
                <a:ext cx="1492250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492250" h="362585">
                    <a:moveTo>
                      <a:pt x="0" y="181069"/>
                    </a:moveTo>
                    <a:lnTo>
                      <a:pt x="746103" y="0"/>
                    </a:lnTo>
                    <a:lnTo>
                      <a:pt x="1492206" y="181069"/>
                    </a:lnTo>
                    <a:lnTo>
                      <a:pt x="746103" y="362139"/>
                    </a:lnTo>
                    <a:lnTo>
                      <a:pt x="0" y="181069"/>
                    </a:lnTo>
                    <a:close/>
                  </a:path>
                </a:pathLst>
              </a:custGeom>
              <a:ln w="18860">
                <a:solidFill>
                  <a:srgbClr val="58003F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2487463" y="2914166"/>
                <a:ext cx="8763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87630" h="360679">
                    <a:moveTo>
                      <a:pt x="10504" y="274380"/>
                    </a:moveTo>
                    <a:lnTo>
                      <a:pt x="1517" y="279629"/>
                    </a:lnTo>
                    <a:lnTo>
                      <a:pt x="0" y="285404"/>
                    </a:lnTo>
                    <a:lnTo>
                      <a:pt x="43723" y="360453"/>
                    </a:lnTo>
                    <a:lnTo>
                      <a:pt x="54628" y="341736"/>
                    </a:lnTo>
                    <a:lnTo>
                      <a:pt x="34305" y="341736"/>
                    </a:lnTo>
                    <a:lnTo>
                      <a:pt x="34304" y="306851"/>
                    </a:lnTo>
                    <a:lnTo>
                      <a:pt x="16271" y="275899"/>
                    </a:lnTo>
                    <a:lnTo>
                      <a:pt x="10504" y="274380"/>
                    </a:lnTo>
                    <a:close/>
                  </a:path>
                  <a:path w="87630" h="360679">
                    <a:moveTo>
                      <a:pt x="34305" y="306852"/>
                    </a:moveTo>
                    <a:lnTo>
                      <a:pt x="34305" y="341736"/>
                    </a:lnTo>
                    <a:lnTo>
                      <a:pt x="53143" y="341736"/>
                    </a:lnTo>
                    <a:lnTo>
                      <a:pt x="53143" y="336984"/>
                    </a:lnTo>
                    <a:lnTo>
                      <a:pt x="35587" y="336984"/>
                    </a:lnTo>
                    <a:lnTo>
                      <a:pt x="43724" y="323019"/>
                    </a:lnTo>
                    <a:lnTo>
                      <a:pt x="34305" y="306852"/>
                    </a:lnTo>
                    <a:close/>
                  </a:path>
                  <a:path w="87630" h="360679">
                    <a:moveTo>
                      <a:pt x="76944" y="274380"/>
                    </a:moveTo>
                    <a:lnTo>
                      <a:pt x="71175" y="275899"/>
                    </a:lnTo>
                    <a:lnTo>
                      <a:pt x="53143" y="306851"/>
                    </a:lnTo>
                    <a:lnTo>
                      <a:pt x="53143" y="341736"/>
                    </a:lnTo>
                    <a:lnTo>
                      <a:pt x="54628" y="341736"/>
                    </a:lnTo>
                    <a:lnTo>
                      <a:pt x="87448" y="285404"/>
                    </a:lnTo>
                    <a:lnTo>
                      <a:pt x="85930" y="279629"/>
                    </a:lnTo>
                    <a:lnTo>
                      <a:pt x="76944" y="274380"/>
                    </a:lnTo>
                    <a:close/>
                  </a:path>
                  <a:path w="87630" h="360679">
                    <a:moveTo>
                      <a:pt x="43724" y="323019"/>
                    </a:moveTo>
                    <a:lnTo>
                      <a:pt x="35587" y="336984"/>
                    </a:lnTo>
                    <a:lnTo>
                      <a:pt x="51860" y="336984"/>
                    </a:lnTo>
                    <a:lnTo>
                      <a:pt x="43724" y="323019"/>
                    </a:lnTo>
                    <a:close/>
                  </a:path>
                  <a:path w="87630" h="360679">
                    <a:moveTo>
                      <a:pt x="53143" y="306851"/>
                    </a:moveTo>
                    <a:lnTo>
                      <a:pt x="43724" y="323019"/>
                    </a:lnTo>
                    <a:lnTo>
                      <a:pt x="51860" y="336984"/>
                    </a:lnTo>
                    <a:lnTo>
                      <a:pt x="53143" y="336984"/>
                    </a:lnTo>
                    <a:lnTo>
                      <a:pt x="53143" y="306851"/>
                    </a:lnTo>
                    <a:close/>
                  </a:path>
                  <a:path w="87630" h="360679">
                    <a:moveTo>
                      <a:pt x="53143" y="0"/>
                    </a:moveTo>
                    <a:lnTo>
                      <a:pt x="34303" y="0"/>
                    </a:lnTo>
                    <a:lnTo>
                      <a:pt x="34305" y="306852"/>
                    </a:lnTo>
                    <a:lnTo>
                      <a:pt x="43724" y="323019"/>
                    </a:lnTo>
                    <a:lnTo>
                      <a:pt x="53142" y="306852"/>
                    </a:lnTo>
                    <a:lnTo>
                      <a:pt x="53143" y="0"/>
                    </a:lnTo>
                    <a:close/>
                  </a:path>
                </a:pathLst>
              </a:custGeom>
              <a:solidFill>
                <a:srgbClr val="5D555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627749" y="4030537"/>
                <a:ext cx="692150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92150" h="353695">
                    <a:moveTo>
                      <a:pt x="515547" y="0"/>
                    </a:moveTo>
                    <a:lnTo>
                      <a:pt x="176542" y="0"/>
                    </a:lnTo>
                    <a:lnTo>
                      <a:pt x="129610" y="6314"/>
                    </a:lnTo>
                    <a:lnTo>
                      <a:pt x="87438" y="24133"/>
                    </a:lnTo>
                    <a:lnTo>
                      <a:pt x="51708" y="51772"/>
                    </a:lnTo>
                    <a:lnTo>
                      <a:pt x="24103" y="87546"/>
                    </a:lnTo>
                    <a:lnTo>
                      <a:pt x="6306" y="129771"/>
                    </a:lnTo>
                    <a:lnTo>
                      <a:pt x="0" y="176762"/>
                    </a:lnTo>
                    <a:lnTo>
                      <a:pt x="6306" y="223753"/>
                    </a:lnTo>
                    <a:lnTo>
                      <a:pt x="24103" y="265978"/>
                    </a:lnTo>
                    <a:lnTo>
                      <a:pt x="51708" y="301753"/>
                    </a:lnTo>
                    <a:lnTo>
                      <a:pt x="87438" y="329392"/>
                    </a:lnTo>
                    <a:lnTo>
                      <a:pt x="129610" y="347211"/>
                    </a:lnTo>
                    <a:lnTo>
                      <a:pt x="176542" y="353526"/>
                    </a:lnTo>
                    <a:lnTo>
                      <a:pt x="515547" y="353526"/>
                    </a:lnTo>
                    <a:lnTo>
                      <a:pt x="562479" y="347211"/>
                    </a:lnTo>
                    <a:lnTo>
                      <a:pt x="604652" y="329392"/>
                    </a:lnTo>
                    <a:lnTo>
                      <a:pt x="640382" y="301753"/>
                    </a:lnTo>
                    <a:lnTo>
                      <a:pt x="667987" y="265978"/>
                    </a:lnTo>
                    <a:lnTo>
                      <a:pt x="685784" y="223753"/>
                    </a:lnTo>
                    <a:lnTo>
                      <a:pt x="692090" y="176762"/>
                    </a:lnTo>
                    <a:lnTo>
                      <a:pt x="685784" y="129771"/>
                    </a:lnTo>
                    <a:lnTo>
                      <a:pt x="667987" y="87546"/>
                    </a:lnTo>
                    <a:lnTo>
                      <a:pt x="640382" y="51772"/>
                    </a:lnTo>
                    <a:lnTo>
                      <a:pt x="604652" y="24133"/>
                    </a:lnTo>
                    <a:lnTo>
                      <a:pt x="562479" y="6314"/>
                    </a:lnTo>
                    <a:lnTo>
                      <a:pt x="515547" y="0"/>
                    </a:lnTo>
                    <a:close/>
                  </a:path>
                </a:pathLst>
              </a:custGeom>
              <a:solidFill>
                <a:srgbClr val="85BD0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627749" y="4030537"/>
                <a:ext cx="692150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92150" h="353695">
                    <a:moveTo>
                      <a:pt x="0" y="176763"/>
                    </a:moveTo>
                    <a:lnTo>
                      <a:pt x="6306" y="129772"/>
                    </a:lnTo>
                    <a:lnTo>
                      <a:pt x="24103" y="87547"/>
                    </a:lnTo>
                    <a:lnTo>
                      <a:pt x="51708" y="51772"/>
                    </a:lnTo>
                    <a:lnTo>
                      <a:pt x="87438" y="24133"/>
                    </a:lnTo>
                    <a:lnTo>
                      <a:pt x="129610" y="6314"/>
                    </a:lnTo>
                    <a:lnTo>
                      <a:pt x="176542" y="0"/>
                    </a:lnTo>
                    <a:lnTo>
                      <a:pt x="515547" y="0"/>
                    </a:lnTo>
                    <a:lnTo>
                      <a:pt x="562479" y="6314"/>
                    </a:lnTo>
                    <a:lnTo>
                      <a:pt x="604652" y="24133"/>
                    </a:lnTo>
                    <a:lnTo>
                      <a:pt x="640382" y="51772"/>
                    </a:lnTo>
                    <a:lnTo>
                      <a:pt x="667987" y="87547"/>
                    </a:lnTo>
                    <a:lnTo>
                      <a:pt x="685784" y="129772"/>
                    </a:lnTo>
                    <a:lnTo>
                      <a:pt x="692090" y="176763"/>
                    </a:lnTo>
                    <a:lnTo>
                      <a:pt x="685784" y="223754"/>
                    </a:lnTo>
                    <a:lnTo>
                      <a:pt x="667987" y="265979"/>
                    </a:lnTo>
                    <a:lnTo>
                      <a:pt x="640382" y="301753"/>
                    </a:lnTo>
                    <a:lnTo>
                      <a:pt x="604652" y="329393"/>
                    </a:lnTo>
                    <a:lnTo>
                      <a:pt x="562479" y="347212"/>
                    </a:lnTo>
                    <a:lnTo>
                      <a:pt x="515547" y="353526"/>
                    </a:lnTo>
                    <a:lnTo>
                      <a:pt x="176542" y="353526"/>
                    </a:lnTo>
                    <a:lnTo>
                      <a:pt x="129610" y="347212"/>
                    </a:lnTo>
                    <a:lnTo>
                      <a:pt x="87438" y="329393"/>
                    </a:lnTo>
                    <a:lnTo>
                      <a:pt x="51708" y="301753"/>
                    </a:lnTo>
                    <a:lnTo>
                      <a:pt x="24103" y="265979"/>
                    </a:lnTo>
                    <a:lnTo>
                      <a:pt x="6306" y="223754"/>
                    </a:lnTo>
                    <a:lnTo>
                      <a:pt x="0" y="176763"/>
                    </a:lnTo>
                    <a:close/>
                  </a:path>
                </a:pathLst>
              </a:custGeom>
              <a:ln w="18856">
                <a:solidFill>
                  <a:srgbClr val="648E04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0" name="object 10"/>
            <p:cNvSpPr txBox="1"/>
            <p:nvPr/>
          </p:nvSpPr>
          <p:spPr>
            <a:xfrm>
              <a:off x="868718" y="3615299"/>
              <a:ext cx="250451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4" dirty="0">
                  <a:solidFill>
                    <a:srgbClr val="FFFFFF"/>
                  </a:solidFill>
                  <a:latin typeface="Calibri"/>
                  <a:cs typeface="Calibri"/>
                </a:rPr>
                <a:t>S</a:t>
              </a:r>
              <a:r>
                <a:rPr sz="1059" spc="-18" dirty="0">
                  <a:solidFill>
                    <a:srgbClr val="FFFFFF"/>
                  </a:solidFill>
                  <a:latin typeface="Calibri"/>
                  <a:cs typeface="Calibri"/>
                </a:rPr>
                <a:t>a</a:t>
              </a:r>
              <a:r>
                <a:rPr sz="1059" spc="-31" dirty="0">
                  <a:solidFill>
                    <a:srgbClr val="FFFFFF"/>
                  </a:solidFill>
                  <a:latin typeface="Calibri"/>
                  <a:cs typeface="Calibri"/>
                </a:rPr>
                <a:t>f</a:t>
              </a:r>
              <a:r>
                <a:rPr sz="1059" dirty="0">
                  <a:solidFill>
                    <a:srgbClr val="FFFFFF"/>
                  </a:solidFill>
                  <a:latin typeface="Calibri"/>
                  <a:cs typeface="Calibri"/>
                </a:rPr>
                <a:t>e</a:t>
              </a:r>
              <a:endParaRPr sz="1059">
                <a:latin typeface="Calibri"/>
                <a:cs typeface="Calibri"/>
              </a:endParaRPr>
            </a:p>
          </p:txBody>
        </p:sp>
        <p:grpSp>
          <p:nvGrpSpPr>
            <p:cNvPr id="11" name="object 11"/>
            <p:cNvGrpSpPr/>
            <p:nvPr/>
          </p:nvGrpSpPr>
          <p:grpSpPr>
            <a:xfrm>
              <a:off x="955122" y="3040778"/>
              <a:ext cx="4142254" cy="718296"/>
              <a:chOff x="930071" y="3446214"/>
              <a:chExt cx="4694555" cy="814069"/>
            </a:xfrm>
          </p:grpSpPr>
          <p:sp>
            <p:nvSpPr>
              <p:cNvPr id="12" name="object 12"/>
              <p:cNvSpPr/>
              <p:nvPr/>
            </p:nvSpPr>
            <p:spPr>
              <a:xfrm>
                <a:off x="930071" y="3446214"/>
                <a:ext cx="855344" cy="584835"/>
              </a:xfrm>
              <a:custGeom>
                <a:avLst/>
                <a:gdLst/>
                <a:ahLst/>
                <a:cxnLst/>
                <a:rect l="l" t="t" r="r" b="b"/>
                <a:pathLst>
                  <a:path w="855344" h="584835">
                    <a:moveTo>
                      <a:pt x="10504" y="498293"/>
                    </a:moveTo>
                    <a:lnTo>
                      <a:pt x="1517" y="503542"/>
                    </a:lnTo>
                    <a:lnTo>
                      <a:pt x="0" y="509316"/>
                    </a:lnTo>
                    <a:lnTo>
                      <a:pt x="43724" y="584366"/>
                    </a:lnTo>
                    <a:lnTo>
                      <a:pt x="54628" y="565650"/>
                    </a:lnTo>
                    <a:lnTo>
                      <a:pt x="34305" y="565650"/>
                    </a:lnTo>
                    <a:lnTo>
                      <a:pt x="34305" y="530765"/>
                    </a:lnTo>
                    <a:lnTo>
                      <a:pt x="16272" y="499812"/>
                    </a:lnTo>
                    <a:lnTo>
                      <a:pt x="10504" y="498293"/>
                    </a:lnTo>
                    <a:close/>
                  </a:path>
                  <a:path w="855344" h="584835">
                    <a:moveTo>
                      <a:pt x="34305" y="530765"/>
                    </a:moveTo>
                    <a:lnTo>
                      <a:pt x="34305" y="565650"/>
                    </a:lnTo>
                    <a:lnTo>
                      <a:pt x="53143" y="565650"/>
                    </a:lnTo>
                    <a:lnTo>
                      <a:pt x="53143" y="560898"/>
                    </a:lnTo>
                    <a:lnTo>
                      <a:pt x="35588" y="560898"/>
                    </a:lnTo>
                    <a:lnTo>
                      <a:pt x="43724" y="546932"/>
                    </a:lnTo>
                    <a:lnTo>
                      <a:pt x="34305" y="530765"/>
                    </a:lnTo>
                    <a:close/>
                  </a:path>
                  <a:path w="855344" h="584835">
                    <a:moveTo>
                      <a:pt x="76943" y="498293"/>
                    </a:moveTo>
                    <a:lnTo>
                      <a:pt x="71176" y="499812"/>
                    </a:lnTo>
                    <a:lnTo>
                      <a:pt x="53143" y="530765"/>
                    </a:lnTo>
                    <a:lnTo>
                      <a:pt x="53143" y="565650"/>
                    </a:lnTo>
                    <a:lnTo>
                      <a:pt x="54628" y="565650"/>
                    </a:lnTo>
                    <a:lnTo>
                      <a:pt x="87448" y="509316"/>
                    </a:lnTo>
                    <a:lnTo>
                      <a:pt x="85930" y="503542"/>
                    </a:lnTo>
                    <a:lnTo>
                      <a:pt x="76943" y="498293"/>
                    </a:lnTo>
                    <a:close/>
                  </a:path>
                  <a:path w="855344" h="584835">
                    <a:moveTo>
                      <a:pt x="43724" y="546932"/>
                    </a:moveTo>
                    <a:lnTo>
                      <a:pt x="35588" y="560898"/>
                    </a:lnTo>
                    <a:lnTo>
                      <a:pt x="51860" y="560898"/>
                    </a:lnTo>
                    <a:lnTo>
                      <a:pt x="43724" y="546932"/>
                    </a:lnTo>
                    <a:close/>
                  </a:path>
                  <a:path w="855344" h="584835">
                    <a:moveTo>
                      <a:pt x="53143" y="530765"/>
                    </a:moveTo>
                    <a:lnTo>
                      <a:pt x="43724" y="546932"/>
                    </a:lnTo>
                    <a:lnTo>
                      <a:pt x="51860" y="560898"/>
                    </a:lnTo>
                    <a:lnTo>
                      <a:pt x="53143" y="560898"/>
                    </a:lnTo>
                    <a:lnTo>
                      <a:pt x="53143" y="530765"/>
                    </a:lnTo>
                    <a:close/>
                  </a:path>
                  <a:path w="855344" h="584835">
                    <a:moveTo>
                      <a:pt x="855014" y="0"/>
                    </a:moveTo>
                    <a:lnTo>
                      <a:pt x="38522" y="0"/>
                    </a:lnTo>
                    <a:lnTo>
                      <a:pt x="34305" y="4222"/>
                    </a:lnTo>
                    <a:lnTo>
                      <a:pt x="34305" y="530765"/>
                    </a:lnTo>
                    <a:lnTo>
                      <a:pt x="43724" y="546932"/>
                    </a:lnTo>
                    <a:lnTo>
                      <a:pt x="53143" y="530765"/>
                    </a:lnTo>
                    <a:lnTo>
                      <a:pt x="53143" y="18862"/>
                    </a:lnTo>
                    <a:lnTo>
                      <a:pt x="43724" y="18862"/>
                    </a:lnTo>
                    <a:lnTo>
                      <a:pt x="53143" y="9431"/>
                    </a:lnTo>
                    <a:lnTo>
                      <a:pt x="855014" y="9431"/>
                    </a:lnTo>
                    <a:lnTo>
                      <a:pt x="855014" y="0"/>
                    </a:lnTo>
                    <a:close/>
                  </a:path>
                  <a:path w="855344" h="584835">
                    <a:moveTo>
                      <a:pt x="53143" y="9431"/>
                    </a:moveTo>
                    <a:lnTo>
                      <a:pt x="43724" y="18862"/>
                    </a:lnTo>
                    <a:lnTo>
                      <a:pt x="53143" y="18862"/>
                    </a:lnTo>
                    <a:lnTo>
                      <a:pt x="53143" y="9431"/>
                    </a:lnTo>
                    <a:close/>
                  </a:path>
                  <a:path w="855344" h="584835">
                    <a:moveTo>
                      <a:pt x="855014" y="9431"/>
                    </a:moveTo>
                    <a:lnTo>
                      <a:pt x="53143" y="9431"/>
                    </a:lnTo>
                    <a:lnTo>
                      <a:pt x="53143" y="18862"/>
                    </a:lnTo>
                    <a:lnTo>
                      <a:pt x="855014" y="18862"/>
                    </a:lnTo>
                    <a:lnTo>
                      <a:pt x="855014" y="9431"/>
                    </a:lnTo>
                    <a:close/>
                  </a:path>
                </a:pathLst>
              </a:custGeom>
              <a:solidFill>
                <a:srgbClr val="5D555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4208099" y="3888122"/>
                <a:ext cx="1406525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406525" h="362585">
                    <a:moveTo>
                      <a:pt x="703238" y="0"/>
                    </a:moveTo>
                    <a:lnTo>
                      <a:pt x="0" y="181070"/>
                    </a:lnTo>
                    <a:lnTo>
                      <a:pt x="703238" y="362139"/>
                    </a:lnTo>
                    <a:lnTo>
                      <a:pt x="1406475" y="181070"/>
                    </a:lnTo>
                    <a:lnTo>
                      <a:pt x="703238" y="0"/>
                    </a:lnTo>
                    <a:close/>
                  </a:path>
                </a:pathLst>
              </a:custGeom>
              <a:solidFill>
                <a:srgbClr val="FFBCE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4208099" y="3888122"/>
                <a:ext cx="1406525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406525" h="362585">
                    <a:moveTo>
                      <a:pt x="0" y="181069"/>
                    </a:moveTo>
                    <a:lnTo>
                      <a:pt x="703237" y="0"/>
                    </a:lnTo>
                    <a:lnTo>
                      <a:pt x="1406475" y="181069"/>
                    </a:lnTo>
                    <a:lnTo>
                      <a:pt x="703237" y="362139"/>
                    </a:lnTo>
                    <a:lnTo>
                      <a:pt x="0" y="181069"/>
                    </a:lnTo>
                    <a:close/>
                  </a:path>
                </a:pathLst>
              </a:custGeom>
              <a:ln w="18860">
                <a:solidFill>
                  <a:srgbClr val="58003F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5" name="object 15"/>
            <p:cNvSpPr txBox="1"/>
            <p:nvPr/>
          </p:nvSpPr>
          <p:spPr>
            <a:xfrm>
              <a:off x="1042335" y="2816543"/>
              <a:ext cx="516031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spc="-18" dirty="0">
                  <a:latin typeface="Calibri"/>
                  <a:cs typeface="Calibri"/>
                </a:rPr>
                <a:t>excellent</a:t>
              </a:r>
              <a:endParaRPr sz="1059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4254694" y="3514026"/>
              <a:ext cx="424703" cy="14705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882" spc="4" dirty="0">
                  <a:solidFill>
                    <a:srgbClr val="2B2728"/>
                  </a:solidFill>
                  <a:latin typeface="Calibri"/>
                  <a:cs typeface="Calibri"/>
                </a:rPr>
                <a:t>I</a:t>
              </a:r>
              <a:r>
                <a:rPr sz="882" spc="18" dirty="0">
                  <a:solidFill>
                    <a:srgbClr val="2B2728"/>
                  </a:solidFill>
                  <a:latin typeface="Calibri"/>
                  <a:cs typeface="Calibri"/>
                </a:rPr>
                <a:t>n</a:t>
              </a:r>
              <a:r>
                <a:rPr sz="882" dirty="0">
                  <a:solidFill>
                    <a:srgbClr val="2B2728"/>
                  </a:solidFill>
                  <a:latin typeface="Calibri"/>
                  <a:cs typeface="Calibri"/>
                </a:rPr>
                <a:t>c</a:t>
              </a:r>
              <a:r>
                <a:rPr sz="882" spc="13" dirty="0">
                  <a:solidFill>
                    <a:srgbClr val="2B2728"/>
                  </a:solidFill>
                  <a:latin typeface="Calibri"/>
                  <a:cs typeface="Calibri"/>
                </a:rPr>
                <a:t>o</a:t>
              </a:r>
              <a:r>
                <a:rPr sz="882" spc="22" dirty="0">
                  <a:solidFill>
                    <a:srgbClr val="2B2728"/>
                  </a:solidFill>
                  <a:latin typeface="Calibri"/>
                  <a:cs typeface="Calibri"/>
                </a:rPr>
                <a:t>m</a:t>
              </a:r>
              <a:r>
                <a:rPr sz="882" spc="18" dirty="0">
                  <a:solidFill>
                    <a:srgbClr val="2B2728"/>
                  </a:solidFill>
                  <a:latin typeface="Calibri"/>
                  <a:cs typeface="Calibri"/>
                </a:rPr>
                <a:t>e</a:t>
              </a:r>
              <a:r>
                <a:rPr sz="882" dirty="0">
                  <a:solidFill>
                    <a:srgbClr val="2B2728"/>
                  </a:solidFill>
                  <a:latin typeface="Calibri"/>
                  <a:cs typeface="Calibri"/>
                </a:rPr>
                <a:t>?</a:t>
              </a:r>
              <a:endParaRPr sz="882">
                <a:latin typeface="Calibri"/>
                <a:cs typeface="Calibri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026199" y="3040777"/>
              <a:ext cx="1480857" cy="389964"/>
            </a:xfrm>
            <a:custGeom>
              <a:avLst/>
              <a:gdLst/>
              <a:ahLst/>
              <a:cxnLst/>
              <a:rect l="l" t="t" r="r" b="b"/>
              <a:pathLst>
                <a:path w="1678304" h="441960">
                  <a:moveTo>
                    <a:pt x="1600827" y="355879"/>
                  </a:moveTo>
                  <a:lnTo>
                    <a:pt x="1591839" y="361128"/>
                  </a:lnTo>
                  <a:lnTo>
                    <a:pt x="1590321" y="366902"/>
                  </a:lnTo>
                  <a:lnTo>
                    <a:pt x="1634046" y="441952"/>
                  </a:lnTo>
                  <a:lnTo>
                    <a:pt x="1644951" y="423235"/>
                  </a:lnTo>
                  <a:lnTo>
                    <a:pt x="1624627" y="423235"/>
                  </a:lnTo>
                  <a:lnTo>
                    <a:pt x="1624627" y="388350"/>
                  </a:lnTo>
                  <a:lnTo>
                    <a:pt x="1606594" y="357398"/>
                  </a:lnTo>
                  <a:lnTo>
                    <a:pt x="1600827" y="355879"/>
                  </a:lnTo>
                  <a:close/>
                </a:path>
                <a:path w="1678304" h="441960">
                  <a:moveTo>
                    <a:pt x="1624627" y="388350"/>
                  </a:moveTo>
                  <a:lnTo>
                    <a:pt x="1624627" y="423235"/>
                  </a:lnTo>
                  <a:lnTo>
                    <a:pt x="1643465" y="423235"/>
                  </a:lnTo>
                  <a:lnTo>
                    <a:pt x="1643465" y="418482"/>
                  </a:lnTo>
                  <a:lnTo>
                    <a:pt x="1625909" y="418482"/>
                  </a:lnTo>
                  <a:lnTo>
                    <a:pt x="1634046" y="404517"/>
                  </a:lnTo>
                  <a:lnTo>
                    <a:pt x="1624627" y="388350"/>
                  </a:lnTo>
                  <a:close/>
                </a:path>
                <a:path w="1678304" h="441960">
                  <a:moveTo>
                    <a:pt x="1667266" y="355879"/>
                  </a:moveTo>
                  <a:lnTo>
                    <a:pt x="1661499" y="357398"/>
                  </a:lnTo>
                  <a:lnTo>
                    <a:pt x="1643465" y="388350"/>
                  </a:lnTo>
                  <a:lnTo>
                    <a:pt x="1643465" y="423235"/>
                  </a:lnTo>
                  <a:lnTo>
                    <a:pt x="1644951" y="423235"/>
                  </a:lnTo>
                  <a:lnTo>
                    <a:pt x="1677770" y="366902"/>
                  </a:lnTo>
                  <a:lnTo>
                    <a:pt x="1676252" y="361128"/>
                  </a:lnTo>
                  <a:lnTo>
                    <a:pt x="1667266" y="355879"/>
                  </a:lnTo>
                  <a:close/>
                </a:path>
                <a:path w="1678304" h="441960">
                  <a:moveTo>
                    <a:pt x="1634046" y="404517"/>
                  </a:moveTo>
                  <a:lnTo>
                    <a:pt x="1625909" y="418482"/>
                  </a:lnTo>
                  <a:lnTo>
                    <a:pt x="1642182" y="418482"/>
                  </a:lnTo>
                  <a:lnTo>
                    <a:pt x="1634046" y="404517"/>
                  </a:lnTo>
                  <a:close/>
                </a:path>
                <a:path w="1678304" h="441960">
                  <a:moveTo>
                    <a:pt x="1643465" y="388351"/>
                  </a:moveTo>
                  <a:lnTo>
                    <a:pt x="1634046" y="404517"/>
                  </a:lnTo>
                  <a:lnTo>
                    <a:pt x="1642182" y="418482"/>
                  </a:lnTo>
                  <a:lnTo>
                    <a:pt x="1643465" y="418482"/>
                  </a:lnTo>
                  <a:lnTo>
                    <a:pt x="1643465" y="388351"/>
                  </a:lnTo>
                  <a:close/>
                </a:path>
                <a:path w="1678304" h="441960">
                  <a:moveTo>
                    <a:pt x="1624627" y="9431"/>
                  </a:moveTo>
                  <a:lnTo>
                    <a:pt x="1624627" y="388351"/>
                  </a:lnTo>
                  <a:lnTo>
                    <a:pt x="1634046" y="404517"/>
                  </a:lnTo>
                  <a:lnTo>
                    <a:pt x="1643465" y="388351"/>
                  </a:lnTo>
                  <a:lnTo>
                    <a:pt x="1643465" y="18862"/>
                  </a:lnTo>
                  <a:lnTo>
                    <a:pt x="1634046" y="18862"/>
                  </a:lnTo>
                  <a:lnTo>
                    <a:pt x="1624627" y="9431"/>
                  </a:lnTo>
                  <a:close/>
                </a:path>
                <a:path w="1678304" h="441960">
                  <a:moveTo>
                    <a:pt x="1639248" y="0"/>
                  </a:moveTo>
                  <a:lnTo>
                    <a:pt x="0" y="0"/>
                  </a:lnTo>
                  <a:lnTo>
                    <a:pt x="0" y="18862"/>
                  </a:lnTo>
                  <a:lnTo>
                    <a:pt x="1624627" y="18862"/>
                  </a:lnTo>
                  <a:lnTo>
                    <a:pt x="1624627" y="9431"/>
                  </a:lnTo>
                  <a:lnTo>
                    <a:pt x="1643465" y="9431"/>
                  </a:lnTo>
                  <a:lnTo>
                    <a:pt x="1643465" y="4222"/>
                  </a:lnTo>
                  <a:lnTo>
                    <a:pt x="1639248" y="0"/>
                  </a:lnTo>
                  <a:close/>
                </a:path>
                <a:path w="1678304" h="441960">
                  <a:moveTo>
                    <a:pt x="1643465" y="9431"/>
                  </a:moveTo>
                  <a:lnTo>
                    <a:pt x="1624627" y="9431"/>
                  </a:lnTo>
                  <a:lnTo>
                    <a:pt x="1634046" y="18862"/>
                  </a:lnTo>
                  <a:lnTo>
                    <a:pt x="1643465" y="18862"/>
                  </a:lnTo>
                  <a:lnTo>
                    <a:pt x="1643465" y="9431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3412117" y="2848816"/>
              <a:ext cx="285750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spc="-4" dirty="0">
                  <a:latin typeface="Calibri"/>
                  <a:cs typeface="Calibri"/>
                </a:rPr>
                <a:t>p</a:t>
              </a:r>
              <a:r>
                <a:rPr sz="1059" b="1" spc="-9" dirty="0">
                  <a:latin typeface="Calibri"/>
                  <a:cs typeface="Calibri"/>
                </a:rPr>
                <a:t>oo</a:t>
              </a:r>
              <a:r>
                <a:rPr sz="1059" b="1" dirty="0">
                  <a:latin typeface="Calibri"/>
                  <a:cs typeface="Calibri"/>
                </a:rPr>
                <a:t>r</a:t>
              </a:r>
              <a:endParaRPr sz="1059">
                <a:latin typeface="Calibri"/>
                <a:cs typeface="Calibri"/>
              </a:endParaRPr>
            </a:p>
          </p:txBody>
        </p:sp>
        <p:grpSp>
          <p:nvGrpSpPr>
            <p:cNvPr id="19" name="object 19"/>
            <p:cNvGrpSpPr/>
            <p:nvPr/>
          </p:nvGrpSpPr>
          <p:grpSpPr>
            <a:xfrm>
              <a:off x="1817784" y="3523268"/>
              <a:ext cx="1100418" cy="336737"/>
              <a:chOff x="1907755" y="3993037"/>
              <a:chExt cx="1247140" cy="381635"/>
            </a:xfrm>
          </p:grpSpPr>
          <p:sp>
            <p:nvSpPr>
              <p:cNvPr id="20" name="object 20"/>
              <p:cNvSpPr/>
              <p:nvPr/>
            </p:nvSpPr>
            <p:spPr>
              <a:xfrm>
                <a:off x="1917280" y="4002562"/>
                <a:ext cx="1228090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228089" h="362585">
                    <a:moveTo>
                      <a:pt x="613906" y="0"/>
                    </a:moveTo>
                    <a:lnTo>
                      <a:pt x="0" y="181068"/>
                    </a:lnTo>
                    <a:lnTo>
                      <a:pt x="613906" y="362139"/>
                    </a:lnTo>
                    <a:lnTo>
                      <a:pt x="1227811" y="181068"/>
                    </a:lnTo>
                    <a:lnTo>
                      <a:pt x="613906" y="0"/>
                    </a:lnTo>
                    <a:close/>
                  </a:path>
                </a:pathLst>
              </a:custGeom>
              <a:solidFill>
                <a:srgbClr val="FFBCE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1917280" y="4002562"/>
                <a:ext cx="1228090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228089" h="362585">
                    <a:moveTo>
                      <a:pt x="0" y="181069"/>
                    </a:moveTo>
                    <a:lnTo>
                      <a:pt x="613906" y="0"/>
                    </a:lnTo>
                    <a:lnTo>
                      <a:pt x="1227812" y="181069"/>
                    </a:lnTo>
                    <a:lnTo>
                      <a:pt x="613906" y="362139"/>
                    </a:lnTo>
                    <a:lnTo>
                      <a:pt x="0" y="181069"/>
                    </a:lnTo>
                    <a:close/>
                  </a:path>
                </a:pathLst>
              </a:custGeom>
              <a:ln w="18859">
                <a:solidFill>
                  <a:srgbClr val="58003F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22" name="object 22"/>
            <p:cNvSpPr txBox="1"/>
            <p:nvPr/>
          </p:nvSpPr>
          <p:spPr>
            <a:xfrm>
              <a:off x="2190112" y="3593783"/>
              <a:ext cx="35690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106" dirty="0">
                  <a:solidFill>
                    <a:srgbClr val="2B2728"/>
                  </a:solidFill>
                  <a:latin typeface="Calibri"/>
                  <a:cs typeface="Calibri"/>
                </a:rPr>
                <a:t>T</a:t>
              </a:r>
              <a:r>
                <a:rPr sz="1059" spc="-4" dirty="0">
                  <a:solidFill>
                    <a:srgbClr val="2B2728"/>
                  </a:solidFill>
                  <a:latin typeface="Calibri"/>
                  <a:cs typeface="Calibri"/>
                </a:rPr>
                <a:t>er</a:t>
              </a:r>
              <a:r>
                <a:rPr sz="1059" spc="-13" dirty="0">
                  <a:solidFill>
                    <a:srgbClr val="2B2728"/>
                  </a:solidFill>
                  <a:latin typeface="Calibri"/>
                  <a:cs typeface="Calibri"/>
                </a:rPr>
                <a:t>m</a:t>
              </a:r>
              <a:r>
                <a:rPr sz="1059" dirty="0">
                  <a:solidFill>
                    <a:srgbClr val="2B2728"/>
                  </a:solidFill>
                  <a:latin typeface="Calibri"/>
                  <a:cs typeface="Calibri"/>
                </a:rPr>
                <a:t>?</a:t>
              </a:r>
              <a:endParaRPr sz="1059">
                <a:latin typeface="Calibri"/>
                <a:cs typeface="Calibri"/>
              </a:endParaRPr>
            </a:p>
          </p:txBody>
        </p:sp>
        <p:grpSp>
          <p:nvGrpSpPr>
            <p:cNvPr id="23" name="object 23"/>
            <p:cNvGrpSpPr/>
            <p:nvPr/>
          </p:nvGrpSpPr>
          <p:grpSpPr>
            <a:xfrm>
              <a:off x="1726085" y="3845656"/>
              <a:ext cx="648260" cy="718296"/>
              <a:chOff x="1803829" y="4358409"/>
              <a:chExt cx="734695" cy="814069"/>
            </a:xfrm>
          </p:grpSpPr>
          <p:sp>
            <p:nvSpPr>
              <p:cNvPr id="24" name="object 24"/>
              <p:cNvSpPr/>
              <p:nvPr/>
            </p:nvSpPr>
            <p:spPr>
              <a:xfrm>
                <a:off x="2133539" y="4358409"/>
                <a:ext cx="405130" cy="451484"/>
              </a:xfrm>
              <a:custGeom>
                <a:avLst/>
                <a:gdLst/>
                <a:ahLst/>
                <a:cxnLst/>
                <a:rect l="l" t="t" r="r" b="b"/>
                <a:pathLst>
                  <a:path w="405130" h="451485">
                    <a:moveTo>
                      <a:pt x="22409" y="362496"/>
                    </a:moveTo>
                    <a:lnTo>
                      <a:pt x="17432" y="365784"/>
                    </a:lnTo>
                    <a:lnTo>
                      <a:pt x="0" y="450898"/>
                    </a:lnTo>
                    <a:lnTo>
                      <a:pt x="23662" y="443246"/>
                    </a:lnTo>
                    <a:lnTo>
                      <a:pt x="19488" y="443246"/>
                    </a:lnTo>
                    <a:lnTo>
                      <a:pt x="5454" y="430663"/>
                    </a:lnTo>
                    <a:lnTo>
                      <a:pt x="28696" y="404676"/>
                    </a:lnTo>
                    <a:lnTo>
                      <a:pt x="35886" y="369572"/>
                    </a:lnTo>
                    <a:lnTo>
                      <a:pt x="32602" y="364589"/>
                    </a:lnTo>
                    <a:lnTo>
                      <a:pt x="22409" y="362496"/>
                    </a:lnTo>
                    <a:close/>
                  </a:path>
                  <a:path w="405130" h="451485">
                    <a:moveTo>
                      <a:pt x="28696" y="404676"/>
                    </a:moveTo>
                    <a:lnTo>
                      <a:pt x="5454" y="430663"/>
                    </a:lnTo>
                    <a:lnTo>
                      <a:pt x="19488" y="443246"/>
                    </a:lnTo>
                    <a:lnTo>
                      <a:pt x="23420" y="438849"/>
                    </a:lnTo>
                    <a:lnTo>
                      <a:pt x="21697" y="438849"/>
                    </a:lnTo>
                    <a:lnTo>
                      <a:pt x="9575" y="427981"/>
                    </a:lnTo>
                    <a:lnTo>
                      <a:pt x="24941" y="423012"/>
                    </a:lnTo>
                    <a:lnTo>
                      <a:pt x="28696" y="404676"/>
                    </a:lnTo>
                    <a:close/>
                  </a:path>
                  <a:path w="405130" h="451485">
                    <a:moveTo>
                      <a:pt x="76788" y="406246"/>
                    </a:moveTo>
                    <a:lnTo>
                      <a:pt x="42730" y="417259"/>
                    </a:lnTo>
                    <a:lnTo>
                      <a:pt x="19488" y="443246"/>
                    </a:lnTo>
                    <a:lnTo>
                      <a:pt x="23662" y="443246"/>
                    </a:lnTo>
                    <a:lnTo>
                      <a:pt x="82576" y="424195"/>
                    </a:lnTo>
                    <a:lnTo>
                      <a:pt x="85294" y="418879"/>
                    </a:lnTo>
                    <a:lnTo>
                      <a:pt x="82096" y="408966"/>
                    </a:lnTo>
                    <a:lnTo>
                      <a:pt x="76788" y="406246"/>
                    </a:lnTo>
                    <a:close/>
                  </a:path>
                  <a:path w="405130" h="451485">
                    <a:moveTo>
                      <a:pt x="24941" y="423012"/>
                    </a:moveTo>
                    <a:lnTo>
                      <a:pt x="9575" y="427981"/>
                    </a:lnTo>
                    <a:lnTo>
                      <a:pt x="21697" y="438849"/>
                    </a:lnTo>
                    <a:lnTo>
                      <a:pt x="24941" y="423012"/>
                    </a:lnTo>
                    <a:close/>
                  </a:path>
                  <a:path w="405130" h="451485">
                    <a:moveTo>
                      <a:pt x="42730" y="417259"/>
                    </a:moveTo>
                    <a:lnTo>
                      <a:pt x="24941" y="423012"/>
                    </a:lnTo>
                    <a:lnTo>
                      <a:pt x="21697" y="438849"/>
                    </a:lnTo>
                    <a:lnTo>
                      <a:pt x="23420" y="438849"/>
                    </a:lnTo>
                    <a:lnTo>
                      <a:pt x="42730" y="417259"/>
                    </a:lnTo>
                    <a:close/>
                  </a:path>
                  <a:path w="405130" h="451485">
                    <a:moveTo>
                      <a:pt x="390631" y="0"/>
                    </a:moveTo>
                    <a:lnTo>
                      <a:pt x="28696" y="404676"/>
                    </a:lnTo>
                    <a:lnTo>
                      <a:pt x="24941" y="423012"/>
                    </a:lnTo>
                    <a:lnTo>
                      <a:pt x="42730" y="417259"/>
                    </a:lnTo>
                    <a:lnTo>
                      <a:pt x="404665" y="12583"/>
                    </a:lnTo>
                    <a:lnTo>
                      <a:pt x="390631" y="0"/>
                    </a:lnTo>
                    <a:close/>
                  </a:path>
                </a:pathLst>
              </a:custGeom>
              <a:solidFill>
                <a:srgbClr val="5D555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1813354" y="4809275"/>
                <a:ext cx="640715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40714" h="353695">
                    <a:moveTo>
                      <a:pt x="463885" y="0"/>
                    </a:moveTo>
                    <a:lnTo>
                      <a:pt x="176542" y="0"/>
                    </a:lnTo>
                    <a:lnTo>
                      <a:pt x="129610" y="6314"/>
                    </a:lnTo>
                    <a:lnTo>
                      <a:pt x="87438" y="24133"/>
                    </a:lnTo>
                    <a:lnTo>
                      <a:pt x="51708" y="51772"/>
                    </a:lnTo>
                    <a:lnTo>
                      <a:pt x="24103" y="87547"/>
                    </a:lnTo>
                    <a:lnTo>
                      <a:pt x="6306" y="129772"/>
                    </a:lnTo>
                    <a:lnTo>
                      <a:pt x="0" y="176763"/>
                    </a:lnTo>
                    <a:lnTo>
                      <a:pt x="6306" y="223754"/>
                    </a:lnTo>
                    <a:lnTo>
                      <a:pt x="24103" y="265979"/>
                    </a:lnTo>
                    <a:lnTo>
                      <a:pt x="51708" y="301754"/>
                    </a:lnTo>
                    <a:lnTo>
                      <a:pt x="87438" y="329393"/>
                    </a:lnTo>
                    <a:lnTo>
                      <a:pt x="129610" y="347213"/>
                    </a:lnTo>
                    <a:lnTo>
                      <a:pt x="176542" y="353527"/>
                    </a:lnTo>
                    <a:lnTo>
                      <a:pt x="463885" y="353527"/>
                    </a:lnTo>
                    <a:lnTo>
                      <a:pt x="510817" y="347213"/>
                    </a:lnTo>
                    <a:lnTo>
                      <a:pt x="552989" y="329393"/>
                    </a:lnTo>
                    <a:lnTo>
                      <a:pt x="588719" y="301754"/>
                    </a:lnTo>
                    <a:lnTo>
                      <a:pt x="616324" y="265979"/>
                    </a:lnTo>
                    <a:lnTo>
                      <a:pt x="634121" y="223754"/>
                    </a:lnTo>
                    <a:lnTo>
                      <a:pt x="640427" y="176763"/>
                    </a:lnTo>
                    <a:lnTo>
                      <a:pt x="634121" y="129772"/>
                    </a:lnTo>
                    <a:lnTo>
                      <a:pt x="616324" y="87547"/>
                    </a:lnTo>
                    <a:lnTo>
                      <a:pt x="588719" y="51772"/>
                    </a:lnTo>
                    <a:lnTo>
                      <a:pt x="552989" y="24133"/>
                    </a:lnTo>
                    <a:lnTo>
                      <a:pt x="510817" y="6314"/>
                    </a:lnTo>
                    <a:lnTo>
                      <a:pt x="463885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1813354" y="4809275"/>
                <a:ext cx="640715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40714" h="353695">
                    <a:moveTo>
                      <a:pt x="0" y="176763"/>
                    </a:moveTo>
                    <a:lnTo>
                      <a:pt x="6306" y="129772"/>
                    </a:lnTo>
                    <a:lnTo>
                      <a:pt x="24103" y="87547"/>
                    </a:lnTo>
                    <a:lnTo>
                      <a:pt x="51708" y="51772"/>
                    </a:lnTo>
                    <a:lnTo>
                      <a:pt x="87438" y="24133"/>
                    </a:lnTo>
                    <a:lnTo>
                      <a:pt x="129610" y="6314"/>
                    </a:lnTo>
                    <a:lnTo>
                      <a:pt x="176542" y="0"/>
                    </a:lnTo>
                    <a:lnTo>
                      <a:pt x="463884" y="0"/>
                    </a:lnTo>
                    <a:lnTo>
                      <a:pt x="510816" y="6314"/>
                    </a:lnTo>
                    <a:lnTo>
                      <a:pt x="552989" y="24133"/>
                    </a:lnTo>
                    <a:lnTo>
                      <a:pt x="588719" y="51772"/>
                    </a:lnTo>
                    <a:lnTo>
                      <a:pt x="616324" y="87547"/>
                    </a:lnTo>
                    <a:lnTo>
                      <a:pt x="634121" y="129772"/>
                    </a:lnTo>
                    <a:lnTo>
                      <a:pt x="640427" y="176763"/>
                    </a:lnTo>
                    <a:lnTo>
                      <a:pt x="634121" y="223754"/>
                    </a:lnTo>
                    <a:lnTo>
                      <a:pt x="616324" y="265979"/>
                    </a:lnTo>
                    <a:lnTo>
                      <a:pt x="588719" y="301753"/>
                    </a:lnTo>
                    <a:lnTo>
                      <a:pt x="552989" y="329393"/>
                    </a:lnTo>
                    <a:lnTo>
                      <a:pt x="510816" y="347212"/>
                    </a:lnTo>
                    <a:lnTo>
                      <a:pt x="463884" y="353526"/>
                    </a:lnTo>
                    <a:lnTo>
                      <a:pt x="176542" y="353526"/>
                    </a:lnTo>
                    <a:lnTo>
                      <a:pt x="129610" y="347212"/>
                    </a:lnTo>
                    <a:lnTo>
                      <a:pt x="87438" y="329393"/>
                    </a:lnTo>
                    <a:lnTo>
                      <a:pt x="51708" y="301753"/>
                    </a:lnTo>
                    <a:lnTo>
                      <a:pt x="24103" y="265979"/>
                    </a:lnTo>
                    <a:lnTo>
                      <a:pt x="6306" y="223754"/>
                    </a:lnTo>
                    <a:lnTo>
                      <a:pt x="0" y="176763"/>
                    </a:lnTo>
                    <a:close/>
                  </a:path>
                </a:pathLst>
              </a:custGeom>
              <a:ln w="18856">
                <a:solidFill>
                  <a:srgbClr val="C03F02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27" name="object 27"/>
            <p:cNvSpPr txBox="1"/>
            <p:nvPr/>
          </p:nvSpPr>
          <p:spPr>
            <a:xfrm>
              <a:off x="1868174" y="4301099"/>
              <a:ext cx="29863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4" dirty="0">
                  <a:solidFill>
                    <a:srgbClr val="FFFFFF"/>
                  </a:solidFill>
                  <a:latin typeface="Calibri"/>
                  <a:cs typeface="Calibri"/>
                </a:rPr>
                <a:t>R</a:t>
              </a:r>
              <a:r>
                <a:rPr sz="1059" spc="-9" dirty="0">
                  <a:solidFill>
                    <a:srgbClr val="FFFFFF"/>
                  </a:solidFill>
                  <a:latin typeface="Calibri"/>
                  <a:cs typeface="Calibri"/>
                </a:rPr>
                <a:t>isk</a:t>
              </a:r>
              <a:r>
                <a:rPr sz="1059" dirty="0">
                  <a:solidFill>
                    <a:srgbClr val="FFFFFF"/>
                  </a:solidFill>
                  <a:latin typeface="Calibri"/>
                  <a:cs typeface="Calibri"/>
                </a:rPr>
                <a:t>y</a:t>
              </a:r>
              <a:endParaRPr sz="1059">
                <a:latin typeface="Calibri"/>
                <a:cs typeface="Calibri"/>
              </a:endParaRPr>
            </a:p>
          </p:txBody>
        </p:sp>
        <p:grpSp>
          <p:nvGrpSpPr>
            <p:cNvPr id="28" name="object 28"/>
            <p:cNvGrpSpPr/>
            <p:nvPr/>
          </p:nvGrpSpPr>
          <p:grpSpPr>
            <a:xfrm>
              <a:off x="2449671" y="4216109"/>
              <a:ext cx="584947" cy="328893"/>
              <a:chOff x="2623894" y="4778256"/>
              <a:chExt cx="662940" cy="372745"/>
            </a:xfrm>
          </p:grpSpPr>
          <p:sp>
            <p:nvSpPr>
              <p:cNvPr id="29" name="object 29"/>
              <p:cNvSpPr/>
              <p:nvPr/>
            </p:nvSpPr>
            <p:spPr>
              <a:xfrm>
                <a:off x="2633419" y="4787781"/>
                <a:ext cx="643890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43889" h="353695">
                    <a:moveTo>
                      <a:pt x="467326" y="0"/>
                    </a:moveTo>
                    <a:lnTo>
                      <a:pt x="176542" y="0"/>
                    </a:lnTo>
                    <a:lnTo>
                      <a:pt x="129610" y="6314"/>
                    </a:lnTo>
                    <a:lnTo>
                      <a:pt x="87438" y="24133"/>
                    </a:lnTo>
                    <a:lnTo>
                      <a:pt x="51708" y="51772"/>
                    </a:lnTo>
                    <a:lnTo>
                      <a:pt x="24103" y="87547"/>
                    </a:lnTo>
                    <a:lnTo>
                      <a:pt x="6306" y="129772"/>
                    </a:lnTo>
                    <a:lnTo>
                      <a:pt x="0" y="176762"/>
                    </a:lnTo>
                    <a:lnTo>
                      <a:pt x="6306" y="223753"/>
                    </a:lnTo>
                    <a:lnTo>
                      <a:pt x="24103" y="265978"/>
                    </a:lnTo>
                    <a:lnTo>
                      <a:pt x="51708" y="301753"/>
                    </a:lnTo>
                    <a:lnTo>
                      <a:pt x="87438" y="329392"/>
                    </a:lnTo>
                    <a:lnTo>
                      <a:pt x="129610" y="347211"/>
                    </a:lnTo>
                    <a:lnTo>
                      <a:pt x="176542" y="353526"/>
                    </a:lnTo>
                    <a:lnTo>
                      <a:pt x="467326" y="353527"/>
                    </a:lnTo>
                    <a:lnTo>
                      <a:pt x="514258" y="347213"/>
                    </a:lnTo>
                    <a:lnTo>
                      <a:pt x="556431" y="329393"/>
                    </a:lnTo>
                    <a:lnTo>
                      <a:pt x="592161" y="301754"/>
                    </a:lnTo>
                    <a:lnTo>
                      <a:pt x="619766" y="265979"/>
                    </a:lnTo>
                    <a:lnTo>
                      <a:pt x="637563" y="223754"/>
                    </a:lnTo>
                    <a:lnTo>
                      <a:pt x="643870" y="176763"/>
                    </a:lnTo>
                    <a:lnTo>
                      <a:pt x="637564" y="129772"/>
                    </a:lnTo>
                    <a:lnTo>
                      <a:pt x="619767" y="87547"/>
                    </a:lnTo>
                    <a:lnTo>
                      <a:pt x="592162" y="51772"/>
                    </a:lnTo>
                    <a:lnTo>
                      <a:pt x="556432" y="24133"/>
                    </a:lnTo>
                    <a:lnTo>
                      <a:pt x="514259" y="6314"/>
                    </a:lnTo>
                    <a:lnTo>
                      <a:pt x="467326" y="0"/>
                    </a:lnTo>
                    <a:close/>
                  </a:path>
                </a:pathLst>
              </a:custGeom>
              <a:solidFill>
                <a:srgbClr val="85BD0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2633419" y="4787781"/>
                <a:ext cx="643890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43889" h="353695">
                    <a:moveTo>
                      <a:pt x="0" y="176763"/>
                    </a:moveTo>
                    <a:lnTo>
                      <a:pt x="6306" y="129772"/>
                    </a:lnTo>
                    <a:lnTo>
                      <a:pt x="24103" y="87547"/>
                    </a:lnTo>
                    <a:lnTo>
                      <a:pt x="51708" y="51772"/>
                    </a:lnTo>
                    <a:lnTo>
                      <a:pt x="87438" y="24133"/>
                    </a:lnTo>
                    <a:lnTo>
                      <a:pt x="129610" y="6314"/>
                    </a:lnTo>
                    <a:lnTo>
                      <a:pt x="176543" y="0"/>
                    </a:lnTo>
                    <a:lnTo>
                      <a:pt x="467327" y="0"/>
                    </a:lnTo>
                    <a:lnTo>
                      <a:pt x="514259" y="6314"/>
                    </a:lnTo>
                    <a:lnTo>
                      <a:pt x="556432" y="24133"/>
                    </a:lnTo>
                    <a:lnTo>
                      <a:pt x="592162" y="51772"/>
                    </a:lnTo>
                    <a:lnTo>
                      <a:pt x="619767" y="87547"/>
                    </a:lnTo>
                    <a:lnTo>
                      <a:pt x="637564" y="129772"/>
                    </a:lnTo>
                    <a:lnTo>
                      <a:pt x="643870" y="176763"/>
                    </a:lnTo>
                    <a:lnTo>
                      <a:pt x="637563" y="223754"/>
                    </a:lnTo>
                    <a:lnTo>
                      <a:pt x="619766" y="265979"/>
                    </a:lnTo>
                    <a:lnTo>
                      <a:pt x="592161" y="301754"/>
                    </a:lnTo>
                    <a:lnTo>
                      <a:pt x="556431" y="329394"/>
                    </a:lnTo>
                    <a:lnTo>
                      <a:pt x="514258" y="347213"/>
                    </a:lnTo>
                    <a:lnTo>
                      <a:pt x="467326" y="353527"/>
                    </a:lnTo>
                    <a:lnTo>
                      <a:pt x="176543" y="353526"/>
                    </a:lnTo>
                    <a:lnTo>
                      <a:pt x="129610" y="347212"/>
                    </a:lnTo>
                    <a:lnTo>
                      <a:pt x="87438" y="329393"/>
                    </a:lnTo>
                    <a:lnTo>
                      <a:pt x="51708" y="301753"/>
                    </a:lnTo>
                    <a:lnTo>
                      <a:pt x="24103" y="265979"/>
                    </a:lnTo>
                    <a:lnTo>
                      <a:pt x="6306" y="223753"/>
                    </a:lnTo>
                    <a:lnTo>
                      <a:pt x="0" y="176763"/>
                    </a:lnTo>
                    <a:close/>
                  </a:path>
                </a:pathLst>
              </a:custGeom>
              <a:ln w="18856">
                <a:solidFill>
                  <a:srgbClr val="648E04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31" name="object 31"/>
            <p:cNvSpPr txBox="1"/>
            <p:nvPr/>
          </p:nvSpPr>
          <p:spPr>
            <a:xfrm>
              <a:off x="2617153" y="4282273"/>
              <a:ext cx="250451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4" dirty="0">
                  <a:solidFill>
                    <a:srgbClr val="FFFFFF"/>
                  </a:solidFill>
                  <a:latin typeface="Calibri"/>
                  <a:cs typeface="Calibri"/>
                </a:rPr>
                <a:t>S</a:t>
              </a:r>
              <a:r>
                <a:rPr sz="1059" spc="-18" dirty="0">
                  <a:solidFill>
                    <a:srgbClr val="FFFFFF"/>
                  </a:solidFill>
                  <a:latin typeface="Calibri"/>
                  <a:cs typeface="Calibri"/>
                </a:rPr>
                <a:t>a</a:t>
              </a:r>
              <a:r>
                <a:rPr sz="1059" spc="-31" dirty="0">
                  <a:solidFill>
                    <a:srgbClr val="FFFFFF"/>
                  </a:solidFill>
                  <a:latin typeface="Calibri"/>
                  <a:cs typeface="Calibri"/>
                </a:rPr>
                <a:t>f</a:t>
              </a:r>
              <a:r>
                <a:rPr sz="1059" dirty="0">
                  <a:solidFill>
                    <a:srgbClr val="FFFFFF"/>
                  </a:solidFill>
                  <a:latin typeface="Calibri"/>
                  <a:cs typeface="Calibri"/>
                </a:rPr>
                <a:t>e</a:t>
              </a:r>
              <a:endParaRPr sz="1059">
                <a:latin typeface="Calibri"/>
                <a:cs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2329289" y="3208872"/>
              <a:ext cx="412937" cy="1015813"/>
            </a:xfrm>
            <a:custGeom>
              <a:avLst/>
              <a:gdLst/>
              <a:ahLst/>
              <a:cxnLst/>
              <a:rect l="l" t="t" r="r" b="b"/>
              <a:pathLst>
                <a:path w="467994" h="1151254">
                  <a:moveTo>
                    <a:pt x="87452" y="290842"/>
                  </a:moveTo>
                  <a:lnTo>
                    <a:pt x="85928" y="285064"/>
                  </a:lnTo>
                  <a:lnTo>
                    <a:pt x="76936" y="279819"/>
                  </a:lnTo>
                  <a:lnTo>
                    <a:pt x="71170" y="281330"/>
                  </a:lnTo>
                  <a:lnTo>
                    <a:pt x="53136" y="312293"/>
                  </a:lnTo>
                  <a:lnTo>
                    <a:pt x="53136" y="0"/>
                  </a:lnTo>
                  <a:lnTo>
                    <a:pt x="34302" y="0"/>
                  </a:lnTo>
                  <a:lnTo>
                    <a:pt x="34302" y="312293"/>
                  </a:lnTo>
                  <a:lnTo>
                    <a:pt x="16268" y="281330"/>
                  </a:lnTo>
                  <a:lnTo>
                    <a:pt x="10502" y="279819"/>
                  </a:lnTo>
                  <a:lnTo>
                    <a:pt x="1511" y="285064"/>
                  </a:lnTo>
                  <a:lnTo>
                    <a:pt x="0" y="290842"/>
                  </a:lnTo>
                  <a:lnTo>
                    <a:pt x="43726" y="365887"/>
                  </a:lnTo>
                  <a:lnTo>
                    <a:pt x="54622" y="347167"/>
                  </a:lnTo>
                  <a:lnTo>
                    <a:pt x="87452" y="290842"/>
                  </a:lnTo>
                  <a:close/>
                </a:path>
                <a:path w="467994" h="1151254">
                  <a:moveTo>
                    <a:pt x="467918" y="1151102"/>
                  </a:moveTo>
                  <a:lnTo>
                    <a:pt x="466191" y="1144562"/>
                  </a:lnTo>
                  <a:lnTo>
                    <a:pt x="445681" y="1067117"/>
                  </a:lnTo>
                  <a:lnTo>
                    <a:pt x="440524" y="1064120"/>
                  </a:lnTo>
                  <a:lnTo>
                    <a:pt x="430466" y="1066787"/>
                  </a:lnTo>
                  <a:lnTo>
                    <a:pt x="427469" y="1071943"/>
                  </a:lnTo>
                  <a:lnTo>
                    <a:pt x="436638" y="1106589"/>
                  </a:lnTo>
                  <a:lnTo>
                    <a:pt x="50368" y="721309"/>
                  </a:lnTo>
                  <a:lnTo>
                    <a:pt x="37071" y="734669"/>
                  </a:lnTo>
                  <a:lnTo>
                    <a:pt x="423341" y="1119949"/>
                  </a:lnTo>
                  <a:lnTo>
                    <a:pt x="388721" y="1110894"/>
                  </a:lnTo>
                  <a:lnTo>
                    <a:pt x="383578" y="1113917"/>
                  </a:lnTo>
                  <a:lnTo>
                    <a:pt x="380949" y="1123988"/>
                  </a:lnTo>
                  <a:lnTo>
                    <a:pt x="383959" y="1129144"/>
                  </a:lnTo>
                  <a:lnTo>
                    <a:pt x="467918" y="1151102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2162747" y="2951014"/>
              <a:ext cx="462243" cy="465542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R="54912" algn="r">
                <a:spcBef>
                  <a:spcPts val="88"/>
                </a:spcBef>
              </a:pPr>
              <a:r>
                <a:rPr sz="1059" spc="-9" dirty="0">
                  <a:solidFill>
                    <a:srgbClr val="2B2728"/>
                  </a:solidFill>
                  <a:latin typeface="Calibri"/>
                  <a:cs typeface="Calibri"/>
                </a:rPr>
                <a:t>C</a:t>
              </a:r>
              <a:r>
                <a:rPr sz="1059" spc="-18" dirty="0">
                  <a:solidFill>
                    <a:srgbClr val="2B2728"/>
                  </a:solidFill>
                  <a:latin typeface="Calibri"/>
                  <a:cs typeface="Calibri"/>
                </a:rPr>
                <a:t>r</a:t>
              </a:r>
              <a:r>
                <a:rPr sz="1059" spc="-4" dirty="0">
                  <a:solidFill>
                    <a:srgbClr val="2B2728"/>
                  </a:solidFill>
                  <a:latin typeface="Calibri"/>
                  <a:cs typeface="Calibri"/>
                </a:rPr>
                <a:t>e</a:t>
              </a:r>
              <a:r>
                <a:rPr sz="1059" spc="-9" dirty="0">
                  <a:solidFill>
                    <a:srgbClr val="2B2728"/>
                  </a:solidFill>
                  <a:latin typeface="Calibri"/>
                  <a:cs typeface="Calibri"/>
                </a:rPr>
                <a:t>di</a:t>
              </a:r>
              <a:r>
                <a:rPr sz="1059" spc="-4" dirty="0">
                  <a:solidFill>
                    <a:srgbClr val="2B2728"/>
                  </a:solidFill>
                  <a:latin typeface="Calibri"/>
                  <a:cs typeface="Calibri"/>
                </a:rPr>
                <a:t>t</a:t>
              </a:r>
              <a:r>
                <a:rPr sz="1059" dirty="0">
                  <a:solidFill>
                    <a:srgbClr val="2B2728"/>
                  </a:solidFill>
                  <a:latin typeface="Calibri"/>
                  <a:cs typeface="Calibri"/>
                </a:rPr>
                <a:t>?</a:t>
              </a:r>
              <a:endParaRPr sz="1059" dirty="0">
                <a:latin typeface="Calibri"/>
                <a:cs typeface="Calibri"/>
              </a:endParaRPr>
            </a:p>
            <a:p>
              <a:pPr marR="4483" algn="r">
                <a:spcBef>
                  <a:spcPts val="975"/>
                </a:spcBef>
              </a:pPr>
              <a:r>
                <a:rPr sz="1059" b="1" spc="-9" dirty="0">
                  <a:latin typeface="Calibri"/>
                  <a:cs typeface="Calibri"/>
                </a:rPr>
                <a:t>fair</a:t>
              </a:r>
              <a:endParaRPr sz="1059" dirty="0">
                <a:latin typeface="Calibri"/>
                <a:cs typeface="Calibri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2613798" y="3903066"/>
              <a:ext cx="41405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dirty="0">
                  <a:latin typeface="Calibri"/>
                  <a:cs typeface="Calibri"/>
                </a:rPr>
                <a:t>5</a:t>
              </a:r>
              <a:r>
                <a:rPr sz="1059" b="1" spc="-9" dirty="0">
                  <a:latin typeface="Calibri"/>
                  <a:cs typeface="Calibri"/>
                </a:rPr>
                <a:t> </a:t>
              </a:r>
              <a:r>
                <a:rPr sz="1059" b="1" spc="-18" dirty="0">
                  <a:latin typeface="Calibri"/>
                  <a:cs typeface="Calibri"/>
                </a:rPr>
                <a:t>y</a:t>
              </a:r>
              <a:r>
                <a:rPr sz="1059" b="1" spc="-13" dirty="0">
                  <a:latin typeface="Calibri"/>
                  <a:cs typeface="Calibri"/>
                </a:rPr>
                <a:t>e</a:t>
              </a:r>
              <a:r>
                <a:rPr sz="1059" b="1" spc="-9" dirty="0">
                  <a:latin typeface="Calibri"/>
                  <a:cs typeface="Calibri"/>
                </a:rPr>
                <a:t>a</a:t>
              </a:r>
              <a:r>
                <a:rPr sz="1059" b="1" spc="-13" dirty="0">
                  <a:latin typeface="Calibri"/>
                  <a:cs typeface="Calibri"/>
                </a:rPr>
                <a:t>r</a:t>
              </a:r>
              <a:r>
                <a:rPr sz="1059" b="1" dirty="0">
                  <a:latin typeface="Calibri"/>
                  <a:cs typeface="Calibri"/>
                </a:rPr>
                <a:t>s</a:t>
              </a:r>
              <a:endParaRPr sz="1059">
                <a:latin typeface="Calibri"/>
                <a:cs typeface="Calibri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1640834" y="3881550"/>
              <a:ext cx="41405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dirty="0">
                  <a:latin typeface="Calibri"/>
                  <a:cs typeface="Calibri"/>
                </a:rPr>
                <a:t>3</a:t>
              </a:r>
              <a:r>
                <a:rPr sz="1059" b="1" spc="-9" dirty="0">
                  <a:latin typeface="Calibri"/>
                  <a:cs typeface="Calibri"/>
                </a:rPr>
                <a:t> </a:t>
              </a:r>
              <a:r>
                <a:rPr sz="1059" b="1" spc="-18" dirty="0">
                  <a:latin typeface="Calibri"/>
                  <a:cs typeface="Calibri"/>
                </a:rPr>
                <a:t>y</a:t>
              </a:r>
              <a:r>
                <a:rPr sz="1059" b="1" spc="-13" dirty="0">
                  <a:latin typeface="Calibri"/>
                  <a:cs typeface="Calibri"/>
                </a:rPr>
                <a:t>e</a:t>
              </a:r>
              <a:r>
                <a:rPr sz="1059" b="1" spc="-9" dirty="0">
                  <a:latin typeface="Calibri"/>
                  <a:cs typeface="Calibri"/>
                </a:rPr>
                <a:t>a</a:t>
              </a:r>
              <a:r>
                <a:rPr sz="1059" b="1" spc="-13" dirty="0">
                  <a:latin typeface="Calibri"/>
                  <a:cs typeface="Calibri"/>
                </a:rPr>
                <a:t>r</a:t>
              </a:r>
              <a:r>
                <a:rPr sz="1059" b="1" dirty="0">
                  <a:latin typeface="Calibri"/>
                  <a:cs typeface="Calibri"/>
                </a:rPr>
                <a:t>s</a:t>
              </a:r>
              <a:endParaRPr sz="1059">
                <a:latin typeface="Calibri"/>
                <a:cs typeface="Calibri"/>
              </a:endParaRPr>
            </a:p>
          </p:txBody>
        </p:sp>
        <p:grpSp>
          <p:nvGrpSpPr>
            <p:cNvPr id="36" name="object 36"/>
            <p:cNvGrpSpPr/>
            <p:nvPr/>
          </p:nvGrpSpPr>
          <p:grpSpPr>
            <a:xfrm>
              <a:off x="4463595" y="3743177"/>
              <a:ext cx="1097056" cy="820831"/>
              <a:chOff x="4906341" y="4242267"/>
              <a:chExt cx="1243330" cy="930275"/>
            </a:xfrm>
          </p:grpSpPr>
          <p:sp>
            <p:nvSpPr>
              <p:cNvPr id="37" name="object 37"/>
              <p:cNvSpPr/>
              <p:nvPr/>
            </p:nvSpPr>
            <p:spPr>
              <a:xfrm>
                <a:off x="4906341" y="4242267"/>
                <a:ext cx="897890" cy="567055"/>
              </a:xfrm>
              <a:custGeom>
                <a:avLst/>
                <a:gdLst/>
                <a:ahLst/>
                <a:cxnLst/>
                <a:rect l="l" t="t" r="r" b="b"/>
                <a:pathLst>
                  <a:path w="897889" h="567054">
                    <a:moveTo>
                      <a:pt x="811176" y="545482"/>
                    </a:moveTo>
                    <a:lnTo>
                      <a:pt x="806832" y="549572"/>
                    </a:lnTo>
                    <a:lnTo>
                      <a:pt x="806508" y="559984"/>
                    </a:lnTo>
                    <a:lnTo>
                      <a:pt x="810592" y="564335"/>
                    </a:lnTo>
                    <a:lnTo>
                      <a:pt x="897328" y="567032"/>
                    </a:lnTo>
                    <a:lnTo>
                      <a:pt x="896314" y="565097"/>
                    </a:lnTo>
                    <a:lnTo>
                      <a:pt x="876482" y="565097"/>
                    </a:lnTo>
                    <a:lnTo>
                      <a:pt x="846948" y="546594"/>
                    </a:lnTo>
                    <a:lnTo>
                      <a:pt x="811176" y="545482"/>
                    </a:lnTo>
                    <a:close/>
                  </a:path>
                  <a:path w="897889" h="567054">
                    <a:moveTo>
                      <a:pt x="846948" y="546594"/>
                    </a:moveTo>
                    <a:lnTo>
                      <a:pt x="876482" y="565097"/>
                    </a:lnTo>
                    <a:lnTo>
                      <a:pt x="878738" y="561488"/>
                    </a:lnTo>
                    <a:lnTo>
                      <a:pt x="873141" y="561488"/>
                    </a:lnTo>
                    <a:lnTo>
                      <a:pt x="865633" y="547175"/>
                    </a:lnTo>
                    <a:lnTo>
                      <a:pt x="846948" y="546594"/>
                    </a:lnTo>
                    <a:close/>
                  </a:path>
                  <a:path w="897889" h="567054">
                    <a:moveTo>
                      <a:pt x="851283" y="488335"/>
                    </a:moveTo>
                    <a:lnTo>
                      <a:pt x="842073" y="493179"/>
                    </a:lnTo>
                    <a:lnTo>
                      <a:pt x="840300" y="498881"/>
                    </a:lnTo>
                    <a:lnTo>
                      <a:pt x="856941" y="530605"/>
                    </a:lnTo>
                    <a:lnTo>
                      <a:pt x="886476" y="549108"/>
                    </a:lnTo>
                    <a:lnTo>
                      <a:pt x="876482" y="565097"/>
                    </a:lnTo>
                    <a:lnTo>
                      <a:pt x="896314" y="565097"/>
                    </a:lnTo>
                    <a:lnTo>
                      <a:pt x="856978" y="490110"/>
                    </a:lnTo>
                    <a:lnTo>
                      <a:pt x="851283" y="488335"/>
                    </a:lnTo>
                    <a:close/>
                  </a:path>
                  <a:path w="897889" h="567054">
                    <a:moveTo>
                      <a:pt x="865633" y="547175"/>
                    </a:moveTo>
                    <a:lnTo>
                      <a:pt x="873141" y="561488"/>
                    </a:lnTo>
                    <a:lnTo>
                      <a:pt x="881773" y="547677"/>
                    </a:lnTo>
                    <a:lnTo>
                      <a:pt x="865633" y="547175"/>
                    </a:lnTo>
                    <a:close/>
                  </a:path>
                  <a:path w="897889" h="567054">
                    <a:moveTo>
                      <a:pt x="856941" y="530605"/>
                    </a:moveTo>
                    <a:lnTo>
                      <a:pt x="865633" y="547175"/>
                    </a:lnTo>
                    <a:lnTo>
                      <a:pt x="881773" y="547677"/>
                    </a:lnTo>
                    <a:lnTo>
                      <a:pt x="873141" y="561488"/>
                    </a:lnTo>
                    <a:lnTo>
                      <a:pt x="878738" y="561488"/>
                    </a:lnTo>
                    <a:lnTo>
                      <a:pt x="886476" y="549108"/>
                    </a:lnTo>
                    <a:lnTo>
                      <a:pt x="856941" y="530605"/>
                    </a:lnTo>
                    <a:close/>
                  </a:path>
                  <a:path w="897889" h="567054">
                    <a:moveTo>
                      <a:pt x="9992" y="0"/>
                    </a:moveTo>
                    <a:lnTo>
                      <a:pt x="0" y="15990"/>
                    </a:lnTo>
                    <a:lnTo>
                      <a:pt x="846948" y="546594"/>
                    </a:lnTo>
                    <a:lnTo>
                      <a:pt x="865633" y="547175"/>
                    </a:lnTo>
                    <a:lnTo>
                      <a:pt x="856941" y="530605"/>
                    </a:lnTo>
                    <a:lnTo>
                      <a:pt x="9992" y="0"/>
                    </a:lnTo>
                    <a:close/>
                  </a:path>
                </a:pathLst>
              </a:custGeom>
              <a:solidFill>
                <a:srgbClr val="5D555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5467557" y="4809275"/>
                <a:ext cx="672465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72464" h="353695">
                    <a:moveTo>
                      <a:pt x="495607" y="0"/>
                    </a:moveTo>
                    <a:lnTo>
                      <a:pt x="176543" y="0"/>
                    </a:lnTo>
                    <a:lnTo>
                      <a:pt x="129611" y="6314"/>
                    </a:lnTo>
                    <a:lnTo>
                      <a:pt x="87438" y="24133"/>
                    </a:lnTo>
                    <a:lnTo>
                      <a:pt x="51708" y="51772"/>
                    </a:lnTo>
                    <a:lnTo>
                      <a:pt x="24103" y="87547"/>
                    </a:lnTo>
                    <a:lnTo>
                      <a:pt x="6306" y="129772"/>
                    </a:lnTo>
                    <a:lnTo>
                      <a:pt x="0" y="176763"/>
                    </a:lnTo>
                    <a:lnTo>
                      <a:pt x="6306" y="223754"/>
                    </a:lnTo>
                    <a:lnTo>
                      <a:pt x="24103" y="265979"/>
                    </a:lnTo>
                    <a:lnTo>
                      <a:pt x="51708" y="301754"/>
                    </a:lnTo>
                    <a:lnTo>
                      <a:pt x="87438" y="329393"/>
                    </a:lnTo>
                    <a:lnTo>
                      <a:pt x="129611" y="347213"/>
                    </a:lnTo>
                    <a:lnTo>
                      <a:pt x="176543" y="353527"/>
                    </a:lnTo>
                    <a:lnTo>
                      <a:pt x="495607" y="353527"/>
                    </a:lnTo>
                    <a:lnTo>
                      <a:pt x="542539" y="347213"/>
                    </a:lnTo>
                    <a:lnTo>
                      <a:pt x="584711" y="329393"/>
                    </a:lnTo>
                    <a:lnTo>
                      <a:pt x="620441" y="301754"/>
                    </a:lnTo>
                    <a:lnTo>
                      <a:pt x="648046" y="265979"/>
                    </a:lnTo>
                    <a:lnTo>
                      <a:pt x="665843" y="223754"/>
                    </a:lnTo>
                    <a:lnTo>
                      <a:pt x="672150" y="176763"/>
                    </a:lnTo>
                    <a:lnTo>
                      <a:pt x="665843" y="129772"/>
                    </a:lnTo>
                    <a:lnTo>
                      <a:pt x="648046" y="87547"/>
                    </a:lnTo>
                    <a:lnTo>
                      <a:pt x="620441" y="51772"/>
                    </a:lnTo>
                    <a:lnTo>
                      <a:pt x="584711" y="24133"/>
                    </a:lnTo>
                    <a:lnTo>
                      <a:pt x="542539" y="6314"/>
                    </a:lnTo>
                    <a:lnTo>
                      <a:pt x="495607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5467557" y="4809275"/>
                <a:ext cx="672465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672464" h="353695">
                    <a:moveTo>
                      <a:pt x="0" y="176763"/>
                    </a:moveTo>
                    <a:lnTo>
                      <a:pt x="6306" y="129772"/>
                    </a:lnTo>
                    <a:lnTo>
                      <a:pt x="24103" y="87547"/>
                    </a:lnTo>
                    <a:lnTo>
                      <a:pt x="51708" y="51772"/>
                    </a:lnTo>
                    <a:lnTo>
                      <a:pt x="87438" y="24133"/>
                    </a:lnTo>
                    <a:lnTo>
                      <a:pt x="129610" y="6314"/>
                    </a:lnTo>
                    <a:lnTo>
                      <a:pt x="176542" y="0"/>
                    </a:lnTo>
                    <a:lnTo>
                      <a:pt x="495606" y="0"/>
                    </a:lnTo>
                    <a:lnTo>
                      <a:pt x="542538" y="6314"/>
                    </a:lnTo>
                    <a:lnTo>
                      <a:pt x="584711" y="24133"/>
                    </a:lnTo>
                    <a:lnTo>
                      <a:pt x="620441" y="51772"/>
                    </a:lnTo>
                    <a:lnTo>
                      <a:pt x="648046" y="87547"/>
                    </a:lnTo>
                    <a:lnTo>
                      <a:pt x="665843" y="129772"/>
                    </a:lnTo>
                    <a:lnTo>
                      <a:pt x="672149" y="176763"/>
                    </a:lnTo>
                    <a:lnTo>
                      <a:pt x="665843" y="223754"/>
                    </a:lnTo>
                    <a:lnTo>
                      <a:pt x="648046" y="265979"/>
                    </a:lnTo>
                    <a:lnTo>
                      <a:pt x="620441" y="301753"/>
                    </a:lnTo>
                    <a:lnTo>
                      <a:pt x="584711" y="329393"/>
                    </a:lnTo>
                    <a:lnTo>
                      <a:pt x="542538" y="347212"/>
                    </a:lnTo>
                    <a:lnTo>
                      <a:pt x="495606" y="353526"/>
                    </a:lnTo>
                    <a:lnTo>
                      <a:pt x="176542" y="353526"/>
                    </a:lnTo>
                    <a:lnTo>
                      <a:pt x="129610" y="347212"/>
                    </a:lnTo>
                    <a:lnTo>
                      <a:pt x="87438" y="329393"/>
                    </a:lnTo>
                    <a:lnTo>
                      <a:pt x="51708" y="301753"/>
                    </a:lnTo>
                    <a:lnTo>
                      <a:pt x="24103" y="265979"/>
                    </a:lnTo>
                    <a:lnTo>
                      <a:pt x="6306" y="223754"/>
                    </a:lnTo>
                    <a:lnTo>
                      <a:pt x="0" y="176763"/>
                    </a:lnTo>
                    <a:close/>
                  </a:path>
                </a:pathLst>
              </a:custGeom>
              <a:ln w="18856">
                <a:solidFill>
                  <a:srgbClr val="C03F02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40" name="object 40"/>
            <p:cNvSpPr txBox="1"/>
            <p:nvPr/>
          </p:nvSpPr>
          <p:spPr>
            <a:xfrm>
              <a:off x="5106465" y="4301099"/>
              <a:ext cx="29863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4" dirty="0">
                  <a:solidFill>
                    <a:srgbClr val="FFFFFF"/>
                  </a:solidFill>
                  <a:latin typeface="Calibri"/>
                  <a:cs typeface="Calibri"/>
                </a:rPr>
                <a:t>R</a:t>
              </a:r>
              <a:r>
                <a:rPr sz="1059" spc="-9" dirty="0">
                  <a:solidFill>
                    <a:srgbClr val="FFFFFF"/>
                  </a:solidFill>
                  <a:latin typeface="Calibri"/>
                  <a:cs typeface="Calibri"/>
                </a:rPr>
                <a:t>isk</a:t>
              </a:r>
              <a:r>
                <a:rPr sz="1059" dirty="0">
                  <a:solidFill>
                    <a:srgbClr val="FFFFFF"/>
                  </a:solidFill>
                  <a:latin typeface="Calibri"/>
                  <a:cs typeface="Calibri"/>
                </a:rPr>
                <a:t>y</a:t>
              </a:r>
              <a:endParaRPr sz="1059">
                <a:latin typeface="Calibri"/>
                <a:cs typeface="Calibri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4858520" y="3771284"/>
              <a:ext cx="250451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spc="-9" dirty="0">
                  <a:latin typeface="Calibri"/>
                  <a:cs typeface="Calibri"/>
                </a:rPr>
                <a:t>Lo</a:t>
              </a:r>
              <a:r>
                <a:rPr sz="1059" b="1" dirty="0">
                  <a:latin typeface="Calibri"/>
                  <a:cs typeface="Calibri"/>
                </a:rPr>
                <a:t>w</a:t>
              </a:r>
              <a:endParaRPr sz="1059">
                <a:latin typeface="Calibri"/>
                <a:cs typeface="Calibri"/>
              </a:endParaRPr>
            </a:p>
          </p:txBody>
        </p:sp>
        <p:grpSp>
          <p:nvGrpSpPr>
            <p:cNvPr id="42" name="object 42"/>
            <p:cNvGrpSpPr/>
            <p:nvPr/>
          </p:nvGrpSpPr>
          <p:grpSpPr>
            <a:xfrm>
              <a:off x="3157420" y="4207866"/>
              <a:ext cx="1167653" cy="336737"/>
              <a:chOff x="3426009" y="4768914"/>
              <a:chExt cx="1323340" cy="381635"/>
            </a:xfrm>
          </p:grpSpPr>
          <p:sp>
            <p:nvSpPr>
              <p:cNvPr id="43" name="object 43"/>
              <p:cNvSpPr/>
              <p:nvPr/>
            </p:nvSpPr>
            <p:spPr>
              <a:xfrm>
                <a:off x="3435534" y="4778439"/>
                <a:ext cx="1304290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304289" h="362585">
                    <a:moveTo>
                      <a:pt x="651929" y="0"/>
                    </a:moveTo>
                    <a:lnTo>
                      <a:pt x="0" y="181070"/>
                    </a:lnTo>
                    <a:lnTo>
                      <a:pt x="651929" y="362139"/>
                    </a:lnTo>
                    <a:lnTo>
                      <a:pt x="1303856" y="181070"/>
                    </a:lnTo>
                    <a:lnTo>
                      <a:pt x="651929" y="0"/>
                    </a:lnTo>
                    <a:close/>
                  </a:path>
                </a:pathLst>
              </a:custGeom>
              <a:solidFill>
                <a:srgbClr val="FFBCEC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3435534" y="4778439"/>
                <a:ext cx="1304290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304289" h="362585">
                    <a:moveTo>
                      <a:pt x="0" y="181069"/>
                    </a:moveTo>
                    <a:lnTo>
                      <a:pt x="651928" y="0"/>
                    </a:lnTo>
                    <a:lnTo>
                      <a:pt x="1303857" y="181069"/>
                    </a:lnTo>
                    <a:lnTo>
                      <a:pt x="651928" y="362139"/>
                    </a:lnTo>
                    <a:lnTo>
                      <a:pt x="0" y="181069"/>
                    </a:lnTo>
                    <a:close/>
                  </a:path>
                </a:pathLst>
              </a:custGeom>
              <a:ln w="18860">
                <a:solidFill>
                  <a:srgbClr val="58003F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45" name="object 45"/>
            <p:cNvSpPr txBox="1"/>
            <p:nvPr/>
          </p:nvSpPr>
          <p:spPr>
            <a:xfrm>
              <a:off x="3563297" y="4279583"/>
              <a:ext cx="35690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106" dirty="0">
                  <a:solidFill>
                    <a:srgbClr val="2B2728"/>
                  </a:solidFill>
                  <a:latin typeface="Calibri"/>
                  <a:cs typeface="Calibri"/>
                </a:rPr>
                <a:t>T</a:t>
              </a:r>
              <a:r>
                <a:rPr sz="1059" spc="-4" dirty="0">
                  <a:solidFill>
                    <a:srgbClr val="2B2728"/>
                  </a:solidFill>
                  <a:latin typeface="Calibri"/>
                  <a:cs typeface="Calibri"/>
                </a:rPr>
                <a:t>er</a:t>
              </a:r>
              <a:r>
                <a:rPr sz="1059" spc="-13" dirty="0">
                  <a:solidFill>
                    <a:srgbClr val="2B2728"/>
                  </a:solidFill>
                  <a:latin typeface="Calibri"/>
                  <a:cs typeface="Calibri"/>
                </a:rPr>
                <a:t>m</a:t>
              </a:r>
              <a:r>
                <a:rPr sz="1059" dirty="0">
                  <a:solidFill>
                    <a:srgbClr val="2B2728"/>
                  </a:solidFill>
                  <a:latin typeface="Calibri"/>
                  <a:cs typeface="Calibri"/>
                </a:rPr>
                <a:t>?</a:t>
              </a:r>
              <a:endParaRPr sz="1059" dirty="0">
                <a:latin typeface="Calibri"/>
                <a:cs typeface="Calibri"/>
              </a:endParaRPr>
            </a:p>
          </p:txBody>
        </p:sp>
        <p:grpSp>
          <p:nvGrpSpPr>
            <p:cNvPr id="46" name="object 46"/>
            <p:cNvGrpSpPr/>
            <p:nvPr/>
          </p:nvGrpSpPr>
          <p:grpSpPr>
            <a:xfrm>
              <a:off x="3017792" y="4530861"/>
              <a:ext cx="730063" cy="849965"/>
              <a:chOff x="3267764" y="5134976"/>
              <a:chExt cx="827405" cy="963294"/>
            </a:xfrm>
          </p:grpSpPr>
          <p:sp>
            <p:nvSpPr>
              <p:cNvPr id="47" name="object 47"/>
              <p:cNvSpPr/>
              <p:nvPr/>
            </p:nvSpPr>
            <p:spPr>
              <a:xfrm>
                <a:off x="3649299" y="5134976"/>
                <a:ext cx="445770" cy="600075"/>
              </a:xfrm>
              <a:custGeom>
                <a:avLst/>
                <a:gdLst/>
                <a:ahLst/>
                <a:cxnLst/>
                <a:rect l="l" t="t" r="r" b="b"/>
                <a:pathLst>
                  <a:path w="445770" h="600075">
                    <a:moveTo>
                      <a:pt x="13994" y="509672"/>
                    </a:moveTo>
                    <a:lnTo>
                      <a:pt x="9347" y="513415"/>
                    </a:lnTo>
                    <a:lnTo>
                      <a:pt x="0" y="599795"/>
                    </a:lnTo>
                    <a:lnTo>
                      <a:pt x="21928" y="590337"/>
                    </a:lnTo>
                    <a:lnTo>
                      <a:pt x="18682" y="590337"/>
                    </a:lnTo>
                    <a:lnTo>
                      <a:pt x="3528" y="579133"/>
                    </a:lnTo>
                    <a:lnTo>
                      <a:pt x="24221" y="551071"/>
                    </a:lnTo>
                    <a:lnTo>
                      <a:pt x="28075" y="515447"/>
                    </a:lnTo>
                    <a:lnTo>
                      <a:pt x="24337" y="510794"/>
                    </a:lnTo>
                    <a:lnTo>
                      <a:pt x="13994" y="509672"/>
                    </a:lnTo>
                    <a:close/>
                  </a:path>
                  <a:path w="445770" h="600075">
                    <a:moveTo>
                      <a:pt x="24221" y="551071"/>
                    </a:moveTo>
                    <a:lnTo>
                      <a:pt x="3528" y="579133"/>
                    </a:lnTo>
                    <a:lnTo>
                      <a:pt x="18682" y="590337"/>
                    </a:lnTo>
                    <a:lnTo>
                      <a:pt x="22063" y="585753"/>
                    </a:lnTo>
                    <a:lnTo>
                      <a:pt x="20468" y="585753"/>
                    </a:lnTo>
                    <a:lnTo>
                      <a:pt x="7377" y="576075"/>
                    </a:lnTo>
                    <a:lnTo>
                      <a:pt x="22207" y="569679"/>
                    </a:lnTo>
                    <a:lnTo>
                      <a:pt x="24221" y="551071"/>
                    </a:lnTo>
                    <a:close/>
                  </a:path>
                  <a:path w="445770" h="600075">
                    <a:moveTo>
                      <a:pt x="72245" y="548098"/>
                    </a:moveTo>
                    <a:lnTo>
                      <a:pt x="39376" y="562274"/>
                    </a:lnTo>
                    <a:lnTo>
                      <a:pt x="18682" y="590337"/>
                    </a:lnTo>
                    <a:lnTo>
                      <a:pt x="21928" y="590337"/>
                    </a:lnTo>
                    <a:lnTo>
                      <a:pt x="79697" y="565423"/>
                    </a:lnTo>
                    <a:lnTo>
                      <a:pt x="81902" y="559874"/>
                    </a:lnTo>
                    <a:lnTo>
                      <a:pt x="77786" y="550307"/>
                    </a:lnTo>
                    <a:lnTo>
                      <a:pt x="72245" y="548098"/>
                    </a:lnTo>
                    <a:close/>
                  </a:path>
                  <a:path w="445770" h="600075">
                    <a:moveTo>
                      <a:pt x="22207" y="569679"/>
                    </a:moveTo>
                    <a:lnTo>
                      <a:pt x="7377" y="576075"/>
                    </a:lnTo>
                    <a:lnTo>
                      <a:pt x="20468" y="585753"/>
                    </a:lnTo>
                    <a:lnTo>
                      <a:pt x="22207" y="569679"/>
                    </a:lnTo>
                    <a:close/>
                  </a:path>
                  <a:path w="445770" h="600075">
                    <a:moveTo>
                      <a:pt x="39376" y="562274"/>
                    </a:moveTo>
                    <a:lnTo>
                      <a:pt x="22207" y="569679"/>
                    </a:lnTo>
                    <a:lnTo>
                      <a:pt x="20468" y="585753"/>
                    </a:lnTo>
                    <a:lnTo>
                      <a:pt x="22063" y="585753"/>
                    </a:lnTo>
                    <a:lnTo>
                      <a:pt x="39376" y="562274"/>
                    </a:lnTo>
                    <a:close/>
                  </a:path>
                  <a:path w="445770" h="600075">
                    <a:moveTo>
                      <a:pt x="430585" y="0"/>
                    </a:moveTo>
                    <a:lnTo>
                      <a:pt x="24221" y="551071"/>
                    </a:lnTo>
                    <a:lnTo>
                      <a:pt x="22207" y="569679"/>
                    </a:lnTo>
                    <a:lnTo>
                      <a:pt x="39376" y="562274"/>
                    </a:lnTo>
                    <a:lnTo>
                      <a:pt x="445740" y="11203"/>
                    </a:lnTo>
                    <a:lnTo>
                      <a:pt x="430585" y="0"/>
                    </a:lnTo>
                    <a:close/>
                  </a:path>
                </a:pathLst>
              </a:custGeom>
              <a:solidFill>
                <a:srgbClr val="5D555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8" name="object 48"/>
              <p:cNvSpPr/>
              <p:nvPr/>
            </p:nvSpPr>
            <p:spPr>
              <a:xfrm>
                <a:off x="3277289" y="5734736"/>
                <a:ext cx="744220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744220" h="353695">
                    <a:moveTo>
                      <a:pt x="567528" y="0"/>
                    </a:moveTo>
                    <a:lnTo>
                      <a:pt x="176542" y="0"/>
                    </a:lnTo>
                    <a:lnTo>
                      <a:pt x="129610" y="6314"/>
                    </a:lnTo>
                    <a:lnTo>
                      <a:pt x="87438" y="24133"/>
                    </a:lnTo>
                    <a:lnTo>
                      <a:pt x="51708" y="51772"/>
                    </a:lnTo>
                    <a:lnTo>
                      <a:pt x="24103" y="87547"/>
                    </a:lnTo>
                    <a:lnTo>
                      <a:pt x="6306" y="129772"/>
                    </a:lnTo>
                    <a:lnTo>
                      <a:pt x="0" y="176763"/>
                    </a:lnTo>
                    <a:lnTo>
                      <a:pt x="6306" y="223754"/>
                    </a:lnTo>
                    <a:lnTo>
                      <a:pt x="24103" y="265979"/>
                    </a:lnTo>
                    <a:lnTo>
                      <a:pt x="51708" y="301754"/>
                    </a:lnTo>
                    <a:lnTo>
                      <a:pt x="87438" y="329393"/>
                    </a:lnTo>
                    <a:lnTo>
                      <a:pt x="129610" y="347213"/>
                    </a:lnTo>
                    <a:lnTo>
                      <a:pt x="176542" y="353527"/>
                    </a:lnTo>
                    <a:lnTo>
                      <a:pt x="567528" y="353527"/>
                    </a:lnTo>
                    <a:lnTo>
                      <a:pt x="614460" y="347213"/>
                    </a:lnTo>
                    <a:lnTo>
                      <a:pt x="656633" y="329393"/>
                    </a:lnTo>
                    <a:lnTo>
                      <a:pt x="692363" y="301754"/>
                    </a:lnTo>
                    <a:lnTo>
                      <a:pt x="719968" y="265979"/>
                    </a:lnTo>
                    <a:lnTo>
                      <a:pt x="737765" y="223754"/>
                    </a:lnTo>
                    <a:lnTo>
                      <a:pt x="744071" y="176763"/>
                    </a:lnTo>
                    <a:lnTo>
                      <a:pt x="737765" y="129772"/>
                    </a:lnTo>
                    <a:lnTo>
                      <a:pt x="719968" y="87547"/>
                    </a:lnTo>
                    <a:lnTo>
                      <a:pt x="692363" y="51772"/>
                    </a:lnTo>
                    <a:lnTo>
                      <a:pt x="656633" y="24133"/>
                    </a:lnTo>
                    <a:lnTo>
                      <a:pt x="614460" y="6314"/>
                    </a:lnTo>
                    <a:lnTo>
                      <a:pt x="567528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3277289" y="5734736"/>
                <a:ext cx="744220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744220" h="353695">
                    <a:moveTo>
                      <a:pt x="0" y="176763"/>
                    </a:moveTo>
                    <a:lnTo>
                      <a:pt x="6306" y="129772"/>
                    </a:lnTo>
                    <a:lnTo>
                      <a:pt x="24103" y="87547"/>
                    </a:lnTo>
                    <a:lnTo>
                      <a:pt x="51708" y="51772"/>
                    </a:lnTo>
                    <a:lnTo>
                      <a:pt x="87438" y="24133"/>
                    </a:lnTo>
                    <a:lnTo>
                      <a:pt x="129610" y="6314"/>
                    </a:lnTo>
                    <a:lnTo>
                      <a:pt x="176542" y="0"/>
                    </a:lnTo>
                    <a:lnTo>
                      <a:pt x="567528" y="0"/>
                    </a:lnTo>
                    <a:lnTo>
                      <a:pt x="614460" y="6314"/>
                    </a:lnTo>
                    <a:lnTo>
                      <a:pt x="656632" y="24133"/>
                    </a:lnTo>
                    <a:lnTo>
                      <a:pt x="692362" y="51772"/>
                    </a:lnTo>
                    <a:lnTo>
                      <a:pt x="719967" y="87547"/>
                    </a:lnTo>
                    <a:lnTo>
                      <a:pt x="737764" y="129772"/>
                    </a:lnTo>
                    <a:lnTo>
                      <a:pt x="744071" y="176763"/>
                    </a:lnTo>
                    <a:lnTo>
                      <a:pt x="737764" y="223754"/>
                    </a:lnTo>
                    <a:lnTo>
                      <a:pt x="719967" y="265979"/>
                    </a:lnTo>
                    <a:lnTo>
                      <a:pt x="692362" y="301753"/>
                    </a:lnTo>
                    <a:lnTo>
                      <a:pt x="656632" y="329393"/>
                    </a:lnTo>
                    <a:lnTo>
                      <a:pt x="614460" y="347212"/>
                    </a:lnTo>
                    <a:lnTo>
                      <a:pt x="567528" y="353526"/>
                    </a:lnTo>
                    <a:lnTo>
                      <a:pt x="176542" y="353526"/>
                    </a:lnTo>
                    <a:lnTo>
                      <a:pt x="129610" y="347212"/>
                    </a:lnTo>
                    <a:lnTo>
                      <a:pt x="87438" y="329393"/>
                    </a:lnTo>
                    <a:lnTo>
                      <a:pt x="51708" y="301753"/>
                    </a:lnTo>
                    <a:lnTo>
                      <a:pt x="24103" y="265979"/>
                    </a:lnTo>
                    <a:lnTo>
                      <a:pt x="6306" y="223754"/>
                    </a:lnTo>
                    <a:lnTo>
                      <a:pt x="0" y="176763"/>
                    </a:lnTo>
                    <a:close/>
                  </a:path>
                </a:pathLst>
              </a:custGeom>
              <a:ln w="18857">
                <a:solidFill>
                  <a:srgbClr val="B93C03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50" name="object 50"/>
            <p:cNvSpPr txBox="1"/>
            <p:nvPr/>
          </p:nvSpPr>
          <p:spPr>
            <a:xfrm>
              <a:off x="3205606" y="5118680"/>
              <a:ext cx="29863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4" dirty="0">
                  <a:solidFill>
                    <a:srgbClr val="FFFFFF"/>
                  </a:solidFill>
                  <a:latin typeface="Calibri"/>
                  <a:cs typeface="Calibri"/>
                </a:rPr>
                <a:t>R</a:t>
              </a:r>
              <a:r>
                <a:rPr sz="1059" spc="-9" dirty="0">
                  <a:solidFill>
                    <a:srgbClr val="FFFFFF"/>
                  </a:solidFill>
                  <a:latin typeface="Calibri"/>
                  <a:cs typeface="Calibri"/>
                </a:rPr>
                <a:t>isk</a:t>
              </a:r>
              <a:r>
                <a:rPr sz="1059" dirty="0">
                  <a:solidFill>
                    <a:srgbClr val="FFFFFF"/>
                  </a:solidFill>
                  <a:latin typeface="Calibri"/>
                  <a:cs typeface="Calibri"/>
                </a:rPr>
                <a:t>y</a:t>
              </a:r>
              <a:endParaRPr sz="1059">
                <a:latin typeface="Calibri"/>
                <a:cs typeface="Calibri"/>
              </a:endParaRPr>
            </a:p>
          </p:txBody>
        </p:sp>
        <p:grpSp>
          <p:nvGrpSpPr>
            <p:cNvPr id="51" name="object 51"/>
            <p:cNvGrpSpPr/>
            <p:nvPr/>
          </p:nvGrpSpPr>
          <p:grpSpPr>
            <a:xfrm>
              <a:off x="3778524" y="5032302"/>
              <a:ext cx="650501" cy="328893"/>
              <a:chOff x="4129926" y="5703275"/>
              <a:chExt cx="737235" cy="372745"/>
            </a:xfrm>
          </p:grpSpPr>
          <p:sp>
            <p:nvSpPr>
              <p:cNvPr id="52" name="object 52"/>
              <p:cNvSpPr/>
              <p:nvPr/>
            </p:nvSpPr>
            <p:spPr>
              <a:xfrm>
                <a:off x="4139451" y="5712800"/>
                <a:ext cx="718185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718185" h="353695">
                    <a:moveTo>
                      <a:pt x="541312" y="0"/>
                    </a:moveTo>
                    <a:lnTo>
                      <a:pt x="176542" y="0"/>
                    </a:lnTo>
                    <a:lnTo>
                      <a:pt x="129610" y="6314"/>
                    </a:lnTo>
                    <a:lnTo>
                      <a:pt x="87438" y="24133"/>
                    </a:lnTo>
                    <a:lnTo>
                      <a:pt x="51708" y="51772"/>
                    </a:lnTo>
                    <a:lnTo>
                      <a:pt x="24103" y="87547"/>
                    </a:lnTo>
                    <a:lnTo>
                      <a:pt x="6306" y="129772"/>
                    </a:lnTo>
                    <a:lnTo>
                      <a:pt x="0" y="176762"/>
                    </a:lnTo>
                    <a:lnTo>
                      <a:pt x="6306" y="223753"/>
                    </a:lnTo>
                    <a:lnTo>
                      <a:pt x="24103" y="265978"/>
                    </a:lnTo>
                    <a:lnTo>
                      <a:pt x="51708" y="301753"/>
                    </a:lnTo>
                    <a:lnTo>
                      <a:pt x="87438" y="329392"/>
                    </a:lnTo>
                    <a:lnTo>
                      <a:pt x="129610" y="347211"/>
                    </a:lnTo>
                    <a:lnTo>
                      <a:pt x="176542" y="353526"/>
                    </a:lnTo>
                    <a:lnTo>
                      <a:pt x="541310" y="353527"/>
                    </a:lnTo>
                    <a:lnTo>
                      <a:pt x="588243" y="347213"/>
                    </a:lnTo>
                    <a:lnTo>
                      <a:pt x="630416" y="329393"/>
                    </a:lnTo>
                    <a:lnTo>
                      <a:pt x="666146" y="301754"/>
                    </a:lnTo>
                    <a:lnTo>
                      <a:pt x="693751" y="265979"/>
                    </a:lnTo>
                    <a:lnTo>
                      <a:pt x="711548" y="223754"/>
                    </a:lnTo>
                    <a:lnTo>
                      <a:pt x="717856" y="176763"/>
                    </a:lnTo>
                    <a:lnTo>
                      <a:pt x="711549" y="129772"/>
                    </a:lnTo>
                    <a:lnTo>
                      <a:pt x="693752" y="87547"/>
                    </a:lnTo>
                    <a:lnTo>
                      <a:pt x="666147" y="51772"/>
                    </a:lnTo>
                    <a:lnTo>
                      <a:pt x="630416" y="24133"/>
                    </a:lnTo>
                    <a:lnTo>
                      <a:pt x="588244" y="6314"/>
                    </a:lnTo>
                    <a:lnTo>
                      <a:pt x="541312" y="0"/>
                    </a:lnTo>
                    <a:close/>
                  </a:path>
                </a:pathLst>
              </a:custGeom>
              <a:solidFill>
                <a:srgbClr val="85BD05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3" name="object 53"/>
              <p:cNvSpPr/>
              <p:nvPr/>
            </p:nvSpPr>
            <p:spPr>
              <a:xfrm>
                <a:off x="4139451" y="5712800"/>
                <a:ext cx="718185" cy="353695"/>
              </a:xfrm>
              <a:custGeom>
                <a:avLst/>
                <a:gdLst/>
                <a:ahLst/>
                <a:cxnLst/>
                <a:rect l="l" t="t" r="r" b="b"/>
                <a:pathLst>
                  <a:path w="718185" h="353695">
                    <a:moveTo>
                      <a:pt x="0" y="176763"/>
                    </a:moveTo>
                    <a:lnTo>
                      <a:pt x="6306" y="129772"/>
                    </a:lnTo>
                    <a:lnTo>
                      <a:pt x="24103" y="87547"/>
                    </a:lnTo>
                    <a:lnTo>
                      <a:pt x="51708" y="51772"/>
                    </a:lnTo>
                    <a:lnTo>
                      <a:pt x="87438" y="24133"/>
                    </a:lnTo>
                    <a:lnTo>
                      <a:pt x="129611" y="6314"/>
                    </a:lnTo>
                    <a:lnTo>
                      <a:pt x="176543" y="0"/>
                    </a:lnTo>
                    <a:lnTo>
                      <a:pt x="541312" y="0"/>
                    </a:lnTo>
                    <a:lnTo>
                      <a:pt x="588244" y="6314"/>
                    </a:lnTo>
                    <a:lnTo>
                      <a:pt x="630416" y="24133"/>
                    </a:lnTo>
                    <a:lnTo>
                      <a:pt x="666147" y="51772"/>
                    </a:lnTo>
                    <a:lnTo>
                      <a:pt x="693752" y="87547"/>
                    </a:lnTo>
                    <a:lnTo>
                      <a:pt x="711549" y="129772"/>
                    </a:lnTo>
                    <a:lnTo>
                      <a:pt x="717855" y="176763"/>
                    </a:lnTo>
                    <a:lnTo>
                      <a:pt x="711548" y="223754"/>
                    </a:lnTo>
                    <a:lnTo>
                      <a:pt x="693751" y="265979"/>
                    </a:lnTo>
                    <a:lnTo>
                      <a:pt x="666146" y="301754"/>
                    </a:lnTo>
                    <a:lnTo>
                      <a:pt x="630416" y="329394"/>
                    </a:lnTo>
                    <a:lnTo>
                      <a:pt x="588243" y="347213"/>
                    </a:lnTo>
                    <a:lnTo>
                      <a:pt x="541311" y="353527"/>
                    </a:lnTo>
                    <a:lnTo>
                      <a:pt x="176543" y="353526"/>
                    </a:lnTo>
                    <a:lnTo>
                      <a:pt x="129611" y="347212"/>
                    </a:lnTo>
                    <a:lnTo>
                      <a:pt x="87438" y="329393"/>
                    </a:lnTo>
                    <a:lnTo>
                      <a:pt x="51708" y="301753"/>
                    </a:lnTo>
                    <a:lnTo>
                      <a:pt x="24103" y="265979"/>
                    </a:lnTo>
                    <a:lnTo>
                      <a:pt x="6306" y="223753"/>
                    </a:lnTo>
                    <a:lnTo>
                      <a:pt x="0" y="176763"/>
                    </a:lnTo>
                    <a:close/>
                  </a:path>
                </a:pathLst>
              </a:custGeom>
              <a:ln w="18857">
                <a:solidFill>
                  <a:srgbClr val="608A03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54" name="object 54"/>
            <p:cNvSpPr txBox="1"/>
            <p:nvPr/>
          </p:nvSpPr>
          <p:spPr>
            <a:xfrm>
              <a:off x="3978646" y="5099854"/>
              <a:ext cx="250451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4" dirty="0">
                  <a:solidFill>
                    <a:srgbClr val="FFFFFF"/>
                  </a:solidFill>
                  <a:latin typeface="Calibri"/>
                  <a:cs typeface="Calibri"/>
                </a:rPr>
                <a:t>S</a:t>
              </a:r>
              <a:r>
                <a:rPr sz="1059" spc="-18" dirty="0">
                  <a:solidFill>
                    <a:srgbClr val="FFFFFF"/>
                  </a:solidFill>
                  <a:latin typeface="Calibri"/>
                  <a:cs typeface="Calibri"/>
                </a:rPr>
                <a:t>a</a:t>
              </a:r>
              <a:r>
                <a:rPr sz="1059" spc="-31" dirty="0">
                  <a:solidFill>
                    <a:srgbClr val="FFFFFF"/>
                  </a:solidFill>
                  <a:latin typeface="Calibri"/>
                  <a:cs typeface="Calibri"/>
                </a:rPr>
                <a:t>f</a:t>
              </a:r>
              <a:r>
                <a:rPr sz="1059" dirty="0">
                  <a:solidFill>
                    <a:srgbClr val="FFFFFF"/>
                  </a:solidFill>
                  <a:latin typeface="Calibri"/>
                  <a:cs typeface="Calibri"/>
                </a:rPr>
                <a:t>e</a:t>
              </a:r>
              <a:endParaRPr sz="1059">
                <a:latin typeface="Calibri"/>
                <a:cs typeface="Calibri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3734304" y="3743224"/>
              <a:ext cx="738468" cy="1297641"/>
            </a:xfrm>
            <a:custGeom>
              <a:avLst/>
              <a:gdLst/>
              <a:ahLst/>
              <a:cxnLst/>
              <a:rect l="l" t="t" r="r" b="b"/>
              <a:pathLst>
                <a:path w="836929" h="1470660">
                  <a:moveTo>
                    <a:pt x="418592" y="1470520"/>
                  </a:moveTo>
                  <a:lnTo>
                    <a:pt x="417664" y="1460830"/>
                  </a:lnTo>
                  <a:lnTo>
                    <a:pt x="410337" y="1384033"/>
                  </a:lnTo>
                  <a:lnTo>
                    <a:pt x="405726" y="1380223"/>
                  </a:lnTo>
                  <a:lnTo>
                    <a:pt x="395376" y="1381213"/>
                  </a:lnTo>
                  <a:lnTo>
                    <a:pt x="391579" y="1385824"/>
                  </a:lnTo>
                  <a:lnTo>
                    <a:pt x="394982" y="1421498"/>
                  </a:lnTo>
                  <a:lnTo>
                    <a:pt x="15290" y="892759"/>
                  </a:lnTo>
                  <a:lnTo>
                    <a:pt x="0" y="903770"/>
                  </a:lnTo>
                  <a:lnTo>
                    <a:pt x="379691" y="1432509"/>
                  </a:lnTo>
                  <a:lnTo>
                    <a:pt x="347002" y="1417916"/>
                  </a:lnTo>
                  <a:lnTo>
                    <a:pt x="341426" y="1420050"/>
                  </a:lnTo>
                  <a:lnTo>
                    <a:pt x="337197" y="1429562"/>
                  </a:lnTo>
                  <a:lnTo>
                    <a:pt x="339331" y="1435138"/>
                  </a:lnTo>
                  <a:lnTo>
                    <a:pt x="418592" y="1470520"/>
                  </a:lnTo>
                  <a:close/>
                </a:path>
                <a:path w="836929" h="1470660">
                  <a:moveTo>
                    <a:pt x="836599" y="15887"/>
                  </a:moveTo>
                  <a:lnTo>
                    <a:pt x="826439" y="0"/>
                  </a:lnTo>
                  <a:lnTo>
                    <a:pt x="47612" y="499300"/>
                  </a:lnTo>
                  <a:lnTo>
                    <a:pt x="63919" y="467410"/>
                  </a:lnTo>
                  <a:lnTo>
                    <a:pt x="62090" y="461721"/>
                  </a:lnTo>
                  <a:lnTo>
                    <a:pt x="52832" y="456971"/>
                  </a:lnTo>
                  <a:lnTo>
                    <a:pt x="47155" y="458812"/>
                  </a:lnTo>
                  <a:lnTo>
                    <a:pt x="7607" y="536143"/>
                  </a:lnTo>
                  <a:lnTo>
                    <a:pt x="59372" y="533996"/>
                  </a:lnTo>
                  <a:lnTo>
                    <a:pt x="94310" y="532549"/>
                  </a:lnTo>
                  <a:lnTo>
                    <a:pt x="98348" y="528154"/>
                  </a:lnTo>
                  <a:lnTo>
                    <a:pt x="97917" y="517740"/>
                  </a:lnTo>
                  <a:lnTo>
                    <a:pt x="93535" y="513702"/>
                  </a:lnTo>
                  <a:lnTo>
                    <a:pt x="57772" y="515188"/>
                  </a:lnTo>
                  <a:lnTo>
                    <a:pt x="836599" y="15887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 txBox="1"/>
            <p:nvPr/>
          </p:nvSpPr>
          <p:spPr>
            <a:xfrm>
              <a:off x="3686163" y="3768595"/>
              <a:ext cx="262218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spc="-4" dirty="0">
                  <a:latin typeface="Calibri"/>
                  <a:cs typeface="Calibri"/>
                </a:rPr>
                <a:t>h</a:t>
              </a:r>
              <a:r>
                <a:rPr sz="1059" b="1" spc="-9" dirty="0">
                  <a:latin typeface="Calibri"/>
                  <a:cs typeface="Calibri"/>
                </a:rPr>
                <a:t>i</a:t>
              </a:r>
              <a:r>
                <a:rPr sz="1059" b="1" spc="-4" dirty="0">
                  <a:latin typeface="Calibri"/>
                  <a:cs typeface="Calibri"/>
                </a:rPr>
                <a:t>g</a:t>
              </a:r>
              <a:r>
                <a:rPr sz="1059" b="1" dirty="0">
                  <a:latin typeface="Calibri"/>
                  <a:cs typeface="Calibri"/>
                </a:rPr>
                <a:t>h</a:t>
              </a:r>
              <a:endParaRPr sz="1059">
                <a:latin typeface="Calibri"/>
                <a:cs typeface="Calibri"/>
              </a:endParaRPr>
            </a:p>
          </p:txBody>
        </p:sp>
        <p:sp>
          <p:nvSpPr>
            <p:cNvPr id="57" name="object 57"/>
            <p:cNvSpPr txBox="1"/>
            <p:nvPr/>
          </p:nvSpPr>
          <p:spPr>
            <a:xfrm>
              <a:off x="3934003" y="4629207"/>
              <a:ext cx="41405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dirty="0">
                  <a:latin typeface="Calibri"/>
                  <a:cs typeface="Calibri"/>
                </a:rPr>
                <a:t>5</a:t>
              </a:r>
              <a:r>
                <a:rPr sz="1059" b="1" spc="-9" dirty="0">
                  <a:latin typeface="Calibri"/>
                  <a:cs typeface="Calibri"/>
                </a:rPr>
                <a:t> </a:t>
              </a:r>
              <a:r>
                <a:rPr sz="1059" b="1" spc="-18" dirty="0">
                  <a:latin typeface="Calibri"/>
                  <a:cs typeface="Calibri"/>
                </a:rPr>
                <a:t>y</a:t>
              </a:r>
              <a:r>
                <a:rPr sz="1059" b="1" spc="-13" dirty="0">
                  <a:latin typeface="Calibri"/>
                  <a:cs typeface="Calibri"/>
                </a:rPr>
                <a:t>e</a:t>
              </a:r>
              <a:r>
                <a:rPr sz="1059" b="1" spc="-9" dirty="0">
                  <a:latin typeface="Calibri"/>
                  <a:cs typeface="Calibri"/>
                </a:rPr>
                <a:t>a</a:t>
              </a:r>
              <a:r>
                <a:rPr sz="1059" b="1" spc="-13" dirty="0">
                  <a:latin typeface="Calibri"/>
                  <a:cs typeface="Calibri"/>
                </a:rPr>
                <a:t>r</a:t>
              </a:r>
              <a:r>
                <a:rPr sz="1059" b="1" dirty="0">
                  <a:latin typeface="Calibri"/>
                  <a:cs typeface="Calibri"/>
                </a:rPr>
                <a:t>s</a:t>
              </a:r>
              <a:endParaRPr sz="1059">
                <a:latin typeface="Calibri"/>
                <a:cs typeface="Calibri"/>
              </a:endParaRPr>
            </a:p>
          </p:txBody>
        </p:sp>
        <p:sp>
          <p:nvSpPr>
            <p:cNvPr id="58" name="object 58"/>
            <p:cNvSpPr txBox="1"/>
            <p:nvPr/>
          </p:nvSpPr>
          <p:spPr>
            <a:xfrm>
              <a:off x="3111852" y="4629207"/>
              <a:ext cx="41405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b="1" dirty="0">
                  <a:latin typeface="Calibri"/>
                  <a:cs typeface="Calibri"/>
                </a:rPr>
                <a:t>3</a:t>
              </a:r>
              <a:r>
                <a:rPr sz="1059" b="1" spc="-9" dirty="0">
                  <a:latin typeface="Calibri"/>
                  <a:cs typeface="Calibri"/>
                </a:rPr>
                <a:t> </a:t>
              </a:r>
              <a:r>
                <a:rPr sz="1059" b="1" spc="-18" dirty="0">
                  <a:latin typeface="Calibri"/>
                  <a:cs typeface="Calibri"/>
                </a:rPr>
                <a:t>y</a:t>
              </a:r>
              <a:r>
                <a:rPr sz="1059" b="1" spc="-13" dirty="0">
                  <a:latin typeface="Calibri"/>
                  <a:cs typeface="Calibri"/>
                </a:rPr>
                <a:t>e</a:t>
              </a:r>
              <a:r>
                <a:rPr sz="1059" b="1" spc="-9" dirty="0">
                  <a:latin typeface="Calibri"/>
                  <a:cs typeface="Calibri"/>
                </a:rPr>
                <a:t>a</a:t>
              </a:r>
              <a:r>
                <a:rPr sz="1059" b="1" spc="-13" dirty="0">
                  <a:latin typeface="Calibri"/>
                  <a:cs typeface="Calibri"/>
                </a:rPr>
                <a:t>r</a:t>
              </a:r>
              <a:r>
                <a:rPr sz="1059" b="1" dirty="0">
                  <a:latin typeface="Calibri"/>
                  <a:cs typeface="Calibri"/>
                </a:rPr>
                <a:t>s</a:t>
              </a:r>
              <a:endParaRPr sz="1059">
                <a:latin typeface="Calibri"/>
                <a:cs typeface="Calibri"/>
              </a:endParaRPr>
            </a:p>
          </p:txBody>
        </p:sp>
      </p:grpSp>
      <p:sp>
        <p:nvSpPr>
          <p:cNvPr id="63" name="object 3">
            <a:extLst>
              <a:ext uri="{FF2B5EF4-FFF2-40B4-BE49-F238E27FC236}">
                <a16:creationId xmlns:a16="http://schemas.microsoft.com/office/drawing/2014/main" id="{04432018-0C90-485F-9A9A-30456D02F4C0}"/>
              </a:ext>
            </a:extLst>
          </p:cNvPr>
          <p:cNvSpPr txBox="1"/>
          <p:nvPr/>
        </p:nvSpPr>
        <p:spPr>
          <a:xfrm>
            <a:off x="1106459" y="1509876"/>
            <a:ext cx="6723200" cy="330407"/>
          </a:xfrm>
          <a:prstGeom prst="rect">
            <a:avLst/>
          </a:prstGeom>
          <a:ln w="21219">
            <a:solidFill>
              <a:srgbClr val="B0007E"/>
            </a:solidFill>
          </a:ln>
        </p:spPr>
        <p:txBody>
          <a:bodyPr vert="horz" wrap="square" lIns="0" tIns="22412" rIns="0" bIns="0" rtlCol="0">
            <a:spAutoFit/>
          </a:bodyPr>
          <a:lstStyle/>
          <a:p>
            <a:pPr marL="562005">
              <a:spcBef>
                <a:spcPts val="176"/>
              </a:spcBef>
            </a:pPr>
            <a:r>
              <a:rPr sz="2000" spc="-9" dirty="0">
                <a:latin typeface="Calibri"/>
                <a:cs typeface="Calibri"/>
              </a:rPr>
              <a:t>x</a:t>
            </a:r>
            <a:r>
              <a:rPr sz="2000" spc="-13" baseline="-13888" dirty="0">
                <a:solidFill>
                  <a:srgbClr val="2B2728"/>
                </a:solidFill>
                <a:latin typeface="Calibri"/>
                <a:cs typeface="Calibri"/>
              </a:rPr>
              <a:t>i</a:t>
            </a:r>
            <a:r>
              <a:rPr sz="2000" spc="152" baseline="-1388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3" dirty="0">
                <a:latin typeface="Calibri"/>
                <a:cs typeface="Calibri"/>
              </a:rPr>
              <a:t> (</a:t>
            </a:r>
            <a:r>
              <a:rPr sz="2000" spc="-13" dirty="0">
                <a:solidFill>
                  <a:srgbClr val="2B2728"/>
                </a:solidFill>
                <a:latin typeface="Calibri"/>
                <a:cs typeface="Calibri"/>
              </a:rPr>
              <a:t>Credit</a:t>
            </a:r>
            <a:r>
              <a:rPr lang="en-US" sz="2000" spc="-13" dirty="0">
                <a:solidFill>
                  <a:srgbClr val="2B2728"/>
                </a:solidFill>
                <a:latin typeface="Calibri"/>
                <a:cs typeface="Calibri"/>
              </a:rPr>
              <a:t> History</a:t>
            </a:r>
            <a:r>
              <a:rPr sz="2000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B2728"/>
                </a:solidFill>
                <a:latin typeface="Calibri"/>
                <a:cs typeface="Calibri"/>
              </a:rPr>
              <a:t>=</a:t>
            </a:r>
            <a:r>
              <a:rPr sz="2000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2B2728"/>
                </a:solidFill>
                <a:latin typeface="Calibri"/>
                <a:cs typeface="Calibri"/>
              </a:rPr>
              <a:t>poor,</a:t>
            </a:r>
            <a:r>
              <a:rPr sz="2000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spc="-13" dirty="0">
                <a:solidFill>
                  <a:srgbClr val="2B2728"/>
                </a:solidFill>
                <a:latin typeface="Calibri"/>
                <a:cs typeface="Calibri"/>
              </a:rPr>
              <a:t>Income </a:t>
            </a:r>
            <a:r>
              <a:rPr sz="2000" dirty="0">
                <a:solidFill>
                  <a:srgbClr val="2B2728"/>
                </a:solidFill>
                <a:latin typeface="Calibri"/>
                <a:cs typeface="Calibri"/>
              </a:rPr>
              <a:t>=</a:t>
            </a:r>
            <a:r>
              <a:rPr sz="2000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spc="-9" dirty="0">
                <a:solidFill>
                  <a:srgbClr val="2B2728"/>
                </a:solidFill>
                <a:latin typeface="Calibri"/>
                <a:cs typeface="Calibri"/>
              </a:rPr>
              <a:t>high,</a:t>
            </a:r>
            <a:r>
              <a:rPr sz="2000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spc="-44" dirty="0">
                <a:solidFill>
                  <a:srgbClr val="2B2728"/>
                </a:solidFill>
                <a:latin typeface="Calibri"/>
                <a:cs typeface="Calibri"/>
              </a:rPr>
              <a:t>Term</a:t>
            </a:r>
            <a:r>
              <a:rPr sz="2000" spc="-31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B2728"/>
                </a:solidFill>
                <a:latin typeface="Calibri"/>
                <a:cs typeface="Calibri"/>
              </a:rPr>
              <a:t>=</a:t>
            </a:r>
            <a:r>
              <a:rPr sz="2000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2000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000" spc="-18" dirty="0">
                <a:solidFill>
                  <a:srgbClr val="2B2728"/>
                </a:solidFill>
                <a:latin typeface="Calibri"/>
                <a:cs typeface="Calibri"/>
              </a:rPr>
              <a:t>years)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4" name="Date Placeholder 63">
            <a:extLst>
              <a:ext uri="{FF2B5EF4-FFF2-40B4-BE49-F238E27FC236}">
                <a16:creationId xmlns:a16="http://schemas.microsoft.com/office/drawing/2014/main" id="{3C0CE594-C48B-47CB-BB6E-8B286216D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C4F5D-1733-4454-82CC-64AD69BA59A1}" type="datetime1">
              <a:rPr lang="en-US" smtClean="0"/>
              <a:t>3/24/2022</a:t>
            </a:fld>
            <a:endParaRPr lang="en-US"/>
          </a:p>
        </p:txBody>
      </p:sp>
      <p:sp>
        <p:nvSpPr>
          <p:cNvPr id="65" name="Footer Placeholder 64">
            <a:extLst>
              <a:ext uri="{FF2B5EF4-FFF2-40B4-BE49-F238E27FC236}">
                <a16:creationId xmlns:a16="http://schemas.microsoft.com/office/drawing/2014/main" id="{776AB6FD-05ED-4A2D-8D76-DDAA7FDA9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5D0CB86F-DE51-4FC2-8D37-07FD08F7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32E8F-BEF9-4273-938E-57C0D292D607}" type="datetime1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33426"/>
            <a:ext cx="7239000" cy="449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86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C0768-F373-4CC5-96EE-D693E8DFB3EE}" type="datetime1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0200"/>
            <a:ext cx="652462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78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3FEBA2-70BC-454B-9AF1-D70B15D95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solidFill>
                  <a:srgbClr val="00B0F0"/>
                </a:solidFill>
                <a:latin typeface="Times New Roman" panose="02020603050405020304" pitchFamily="18" charset="0"/>
              </a:rPr>
              <a:t>Decision tree (DT) </a:t>
            </a:r>
            <a:r>
              <a:rPr lang="en-US" b="0" i="0" u="none" strike="noStrike" baseline="0" dirty="0">
                <a:latin typeface="Times New Roman" panose="02020603050405020304" pitchFamily="18" charset="0"/>
              </a:rPr>
              <a:t>is a machine learning algorithm.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</a:rPr>
              <a:t>Its learning function is represented by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decision tree</a:t>
            </a:r>
            <a:r>
              <a:rPr lang="en-US" dirty="0">
                <a:latin typeface="Times New Roman" panose="02020603050405020304" pitchFamily="18" charset="0"/>
              </a:rPr>
              <a:t>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</a:rPr>
              <a:t>DT  can also be represented as sets of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if-then rules.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</a:rPr>
              <a:t>Among the most popular of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inductive inference algorithms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</a:rPr>
              <a:t>Applied to a broad range of tasks: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</a:rPr>
              <a:t> </a:t>
            </a:r>
            <a:r>
              <a:rPr lang="en-US" altLang="en-US" sz="2800" dirty="0">
                <a:latin typeface="Times New Roman" panose="02020603050405020304" pitchFamily="18" charset="0"/>
              </a:rPr>
              <a:t>Medical diagnosis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latin typeface="Times New Roman" panose="02020603050405020304" pitchFamily="18" charset="0"/>
              </a:rPr>
              <a:t>Credit risk analysis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latin typeface="Times New Roman" panose="02020603050405020304" pitchFamily="18" charset="0"/>
              </a:rPr>
              <a:t>Object classification</a:t>
            </a:r>
            <a:endParaRPr lang="en-US" sz="2800" dirty="0">
              <a:latin typeface="Times New Roman" panose="02020603050405020304" pitchFamily="18" charset="0"/>
            </a:endParaRPr>
          </a:p>
          <a:p>
            <a:pPr algn="l"/>
            <a:endParaRPr lang="en-US" b="0" i="0" u="none" strike="noStrike" baseline="0" dirty="0">
              <a:latin typeface="Times New Roman" panose="02020603050405020304" pitchFamily="18" charset="0"/>
            </a:endParaRPr>
          </a:p>
          <a:p>
            <a:endParaRPr lang="en-US" sz="4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01D91-1088-4B4F-9A71-9AFEAB082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27F63-1248-453F-AC39-16AD0C1AD68B}" type="datetime1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9F56F9-2F31-4CE0-ACC3-4BA8ADAAD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365BAB-A5D6-4DAC-A4CD-0DFBCAB66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94FD01-CE41-4578-B7CD-510EAB5B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3" dirty="0"/>
              <a:t>Decision</a:t>
            </a:r>
            <a:r>
              <a:rPr lang="en-US" spc="-40" dirty="0"/>
              <a:t> </a:t>
            </a:r>
            <a:r>
              <a:rPr lang="en-US" spc="-22" dirty="0"/>
              <a:t>Trees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572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4FAFE-FB73-448A-8BE0-5B2448D63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BB41E-EF18-47B6-B747-BD2C555FF5E6}" type="datetime1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8D41E-8AD5-47B3-91BA-633D036F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B76CD-7045-44B3-85EE-7137CBA6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7D1060C-4B8A-4F5C-8E5A-BB18DA21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3" dirty="0"/>
              <a:t>Decision</a:t>
            </a:r>
            <a:r>
              <a:rPr lang="en-US" spc="-40" dirty="0"/>
              <a:t> </a:t>
            </a:r>
            <a:r>
              <a:rPr lang="en-US" spc="-22" dirty="0"/>
              <a:t>Trees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719CB4-81F0-4A36-93D9-DF1934141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 descr="Classification and Regression Trees (CART)-Classifier • Geo-IT • Department  of Earth Sciences">
            <a:extLst>
              <a:ext uri="{FF2B5EF4-FFF2-40B4-BE49-F238E27FC236}">
                <a16:creationId xmlns:a16="http://schemas.microsoft.com/office/drawing/2014/main" id="{FCA7263C-A703-4C5C-8E68-FA0604CBF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1932"/>
            <a:ext cx="9144000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714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A12CB1-679A-480D-870D-EC9C48E6E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65100" indent="-165100">
              <a:lnSpc>
                <a:spcPct val="90000"/>
              </a:lnSpc>
              <a:spcAft>
                <a:spcPts val="1800"/>
              </a:spcAft>
              <a:buFont typeface="Arial" pitchFamily="34" charset="0"/>
              <a:buChar char="•"/>
            </a:pPr>
            <a:r>
              <a:rPr lang="en-US" sz="2400" dirty="0"/>
              <a:t>How do we organize the tree to </a:t>
            </a:r>
            <a:r>
              <a:rPr lang="en-US" sz="2400" dirty="0">
                <a:solidFill>
                  <a:srgbClr val="FF0000"/>
                </a:solidFill>
              </a:rPr>
              <a:t>produce the lowest classification error</a:t>
            </a:r>
            <a:r>
              <a:rPr lang="en-US" sz="2400" dirty="0"/>
              <a:t>?</a:t>
            </a:r>
          </a:p>
          <a:p>
            <a:pPr marL="165100" indent="-165100">
              <a:lnSpc>
                <a:spcPct val="90000"/>
              </a:lnSpc>
              <a:spcAft>
                <a:spcPts val="1800"/>
              </a:spcAft>
              <a:buFont typeface="Arial" pitchFamily="34" charset="0"/>
              <a:buChar char="•"/>
            </a:pPr>
            <a:r>
              <a:rPr lang="en-US" sz="2400" dirty="0"/>
              <a:t>Any decision tree will successively </a:t>
            </a:r>
            <a:r>
              <a:rPr lang="en-US" sz="2400" dirty="0">
                <a:solidFill>
                  <a:srgbClr val="00B050"/>
                </a:solidFill>
              </a:rPr>
              <a:t>split the data into smaller and smaller subsets</a:t>
            </a:r>
            <a:r>
              <a:rPr lang="en-US" sz="2400" dirty="0"/>
              <a:t>. </a:t>
            </a:r>
          </a:p>
          <a:p>
            <a:pPr marL="565150" lvl="1" indent="-165100">
              <a:lnSpc>
                <a:spcPct val="90000"/>
              </a:lnSpc>
              <a:spcAft>
                <a:spcPts val="1800"/>
              </a:spcAft>
              <a:buFont typeface="Arial" pitchFamily="34" charset="0"/>
              <a:buChar char="•"/>
            </a:pPr>
            <a:r>
              <a:rPr lang="en-US" sz="2000" dirty="0"/>
              <a:t>It would be ideal if all the samples associated with a leaf node were from </a:t>
            </a:r>
            <a:r>
              <a:rPr lang="en-US" sz="2000"/>
              <a:t>the same </a:t>
            </a:r>
            <a:r>
              <a:rPr lang="en-US" sz="2000" dirty="0"/>
              <a:t>class. </a:t>
            </a:r>
          </a:p>
          <a:p>
            <a:pPr marL="565150" lvl="1" indent="-165100">
              <a:lnSpc>
                <a:spcPct val="90000"/>
              </a:lnSpc>
              <a:spcAft>
                <a:spcPts val="1800"/>
              </a:spcAft>
              <a:buFont typeface="Arial" pitchFamily="34" charset="0"/>
              <a:buChar char="•"/>
            </a:pPr>
            <a:r>
              <a:rPr lang="en-US" sz="2000" dirty="0"/>
              <a:t>Such a subset, or node, is considered </a:t>
            </a:r>
            <a:r>
              <a:rPr lang="en-US" sz="2000" i="1" dirty="0">
                <a:solidFill>
                  <a:srgbClr val="FF0000"/>
                </a:solidFill>
              </a:rPr>
              <a:t>pure</a:t>
            </a:r>
            <a:r>
              <a:rPr lang="en-US" sz="2000" dirty="0"/>
              <a:t> in this case.</a:t>
            </a:r>
          </a:p>
          <a:p>
            <a:pPr marL="165100" indent="-165100">
              <a:lnSpc>
                <a:spcPct val="90000"/>
              </a:lnSpc>
              <a:spcAft>
                <a:spcPts val="1800"/>
              </a:spcAft>
              <a:buFont typeface="Arial" pitchFamily="34" charset="0"/>
              <a:buChar char="•"/>
            </a:pPr>
            <a:r>
              <a:rPr lang="en-US" sz="2400" dirty="0"/>
              <a:t>A generic tree-growing methodology, known as CART, successively splits nodes until they are pure.</a:t>
            </a:r>
          </a:p>
          <a:p>
            <a:pPr marL="565150" lvl="1" indent="-165100">
              <a:lnSpc>
                <a:spcPct val="90000"/>
              </a:lnSpc>
              <a:spcAft>
                <a:spcPts val="1800"/>
              </a:spcAft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Classification and Regression Tree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5C0EB-B8F0-4FE3-B0A8-614ACD066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6F298-9201-4F0F-BC18-1E89115B56A0}" type="datetime1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04ABCF-F91B-48D1-A881-99A64DE83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15D602-DE14-421A-AD95-629D368DC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62BFEB-2306-4B53-81F2-82889A9E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Classification and Regression Trees (CART)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5516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6553200"/>
            <a:ext cx="2438400" cy="304800"/>
          </a:xfrm>
          <a:prstGeom prst="rect">
            <a:avLst/>
          </a:prstGeom>
        </p:spPr>
        <p:txBody>
          <a:bodyPr/>
          <a:lstStyle/>
          <a:p>
            <a:fld id="{6B288E7E-21DB-41BB-9F17-10152BE6BC7B}" type="datetime1">
              <a:rPr lang="en-US" altLang="en-US" smtClean="0"/>
              <a:t>3/24/2022</a:t>
            </a:fld>
            <a:endParaRPr lang="en-US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07835" y="1981200"/>
            <a:ext cx="8728329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165100" indent="-165100">
              <a:lnSpc>
                <a:spcPct val="90000"/>
              </a:lnSpc>
              <a:spcAft>
                <a:spcPts val="1800"/>
              </a:spcAft>
              <a:buFont typeface="Arial" pitchFamily="34" charset="0"/>
              <a:buChar char="•"/>
            </a:pPr>
            <a:r>
              <a:rPr lang="en-US" sz="2000" dirty="0"/>
              <a:t>Six key questions:</a:t>
            </a:r>
          </a:p>
          <a:p>
            <a:pPr marL="465138" lvl="1" indent="-300038">
              <a:lnSpc>
                <a:spcPct val="90000"/>
              </a:lnSpc>
              <a:spcAft>
                <a:spcPts val="1800"/>
              </a:spcAft>
              <a:buFont typeface="+mj-lt"/>
              <a:buAutoNum type="arabicParenR"/>
            </a:pPr>
            <a:r>
              <a:rPr lang="en-US" sz="2000" dirty="0"/>
              <a:t>Should the questions be binary (e.g., is gender male or female) or numeric (e.g., is height &gt;= 5’4”) or multi-valued (e.g., race)?</a:t>
            </a:r>
          </a:p>
          <a:p>
            <a:pPr marL="465138" lvl="1" indent="-300038">
              <a:lnSpc>
                <a:spcPct val="90000"/>
              </a:lnSpc>
              <a:spcAft>
                <a:spcPts val="1800"/>
              </a:spcAft>
              <a:buFont typeface="+mj-lt"/>
              <a:buAutoNum type="arabicParenR"/>
            </a:pPr>
            <a:r>
              <a:rPr lang="en-US" sz="2000" dirty="0">
                <a:solidFill>
                  <a:srgbClr val="FF0000"/>
                </a:solidFill>
              </a:rPr>
              <a:t>Which feature should be tested at each node?</a:t>
            </a:r>
          </a:p>
          <a:p>
            <a:pPr marL="465138" lvl="1" indent="-300038">
              <a:lnSpc>
                <a:spcPct val="90000"/>
              </a:lnSpc>
              <a:spcAft>
                <a:spcPts val="1800"/>
              </a:spcAft>
              <a:buFont typeface="+mj-lt"/>
              <a:buAutoNum type="arabicParenR"/>
            </a:pPr>
            <a:r>
              <a:rPr lang="en-US" sz="2000" dirty="0"/>
              <a:t>When should a node be declared a leaf?</a:t>
            </a:r>
          </a:p>
          <a:p>
            <a:pPr marL="465138" lvl="1" indent="-300038">
              <a:lnSpc>
                <a:spcPct val="90000"/>
              </a:lnSpc>
              <a:spcAft>
                <a:spcPts val="1800"/>
              </a:spcAft>
              <a:buFont typeface="+mj-lt"/>
              <a:buAutoNum type="arabicParenR"/>
            </a:pPr>
            <a:r>
              <a:rPr lang="en-US" sz="2000" dirty="0"/>
              <a:t>If the tree becomes too large, how can it be pruned?</a:t>
            </a:r>
          </a:p>
          <a:p>
            <a:pPr marL="465138" lvl="1" indent="-300038">
              <a:lnSpc>
                <a:spcPct val="90000"/>
              </a:lnSpc>
              <a:spcAft>
                <a:spcPts val="1800"/>
              </a:spcAft>
              <a:buFont typeface="+mj-lt"/>
              <a:buAutoNum type="arabicParenR"/>
            </a:pPr>
            <a:r>
              <a:rPr lang="en-US" sz="2000" dirty="0"/>
              <a:t>If the leaf node is impure, what category should be assigned to it?</a:t>
            </a:r>
          </a:p>
          <a:p>
            <a:pPr marL="465138" lvl="1" indent="-300038">
              <a:lnSpc>
                <a:spcPct val="90000"/>
              </a:lnSpc>
              <a:spcAft>
                <a:spcPts val="1800"/>
              </a:spcAft>
              <a:buFont typeface="+mj-lt"/>
              <a:buAutoNum type="arabicParenR"/>
            </a:pPr>
            <a:r>
              <a:rPr lang="en-US" sz="2000" dirty="0"/>
              <a:t>How should missing data be handled?</a:t>
            </a: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D5CC6789-DB45-4B2A-91B5-A9E4554F8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1"/>
            <a:ext cx="8229600" cy="838200"/>
          </a:xfrm>
        </p:spPr>
        <p:txBody>
          <a:bodyPr/>
          <a:lstStyle/>
          <a:p>
            <a:r>
              <a:rPr lang="en-US" sz="2800" b="1" dirty="0"/>
              <a:t>Classification and Regression Trees (CART)</a:t>
            </a: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FA51E5-D753-4BD4-BBA7-D1E4BF1EE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4F5F03-311B-4E8D-81F7-A772BF15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9398" y="1243121"/>
            <a:ext cx="6578202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3" dirty="0"/>
              <a:t>Decision</a:t>
            </a:r>
            <a:r>
              <a:rPr spc="-44" dirty="0"/>
              <a:t> </a:t>
            </a:r>
            <a:r>
              <a:rPr spc="-22" dirty="0"/>
              <a:t>tree</a:t>
            </a:r>
            <a:r>
              <a:rPr spc="-35" dirty="0"/>
              <a:t> </a:t>
            </a:r>
            <a:r>
              <a:rPr spc="-13" dirty="0"/>
              <a:t>learning</a:t>
            </a:r>
            <a:r>
              <a:rPr spc="-40" dirty="0"/>
              <a:t> </a:t>
            </a:r>
            <a:r>
              <a:rPr spc="-22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40558" y="2929229"/>
            <a:ext cx="1443318" cy="1579468"/>
            <a:chOff x="3860233" y="3319793"/>
            <a:chExt cx="1635760" cy="1790064"/>
          </a:xfrm>
        </p:grpSpPr>
        <p:sp>
          <p:nvSpPr>
            <p:cNvPr id="4" name="object 4"/>
            <p:cNvSpPr/>
            <p:nvPr/>
          </p:nvSpPr>
          <p:spPr>
            <a:xfrm>
              <a:off x="3869758" y="3329318"/>
              <a:ext cx="1616710" cy="1771014"/>
            </a:xfrm>
            <a:custGeom>
              <a:avLst/>
              <a:gdLst/>
              <a:ahLst/>
              <a:cxnLst/>
              <a:rect l="l" t="t" r="r" b="b"/>
              <a:pathLst>
                <a:path w="1616710" h="1771014">
                  <a:moveTo>
                    <a:pt x="808154" y="0"/>
                  </a:moveTo>
                  <a:lnTo>
                    <a:pt x="808154" y="442659"/>
                  </a:lnTo>
                  <a:lnTo>
                    <a:pt x="0" y="442659"/>
                  </a:lnTo>
                  <a:lnTo>
                    <a:pt x="0" y="1327980"/>
                  </a:lnTo>
                  <a:lnTo>
                    <a:pt x="808154" y="1327980"/>
                  </a:lnTo>
                  <a:lnTo>
                    <a:pt x="808154" y="1770640"/>
                  </a:lnTo>
                  <a:lnTo>
                    <a:pt x="1616306" y="885320"/>
                  </a:lnTo>
                  <a:lnTo>
                    <a:pt x="808154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3869758" y="3329318"/>
              <a:ext cx="1616710" cy="1771014"/>
            </a:xfrm>
            <a:custGeom>
              <a:avLst/>
              <a:gdLst/>
              <a:ahLst/>
              <a:cxnLst/>
              <a:rect l="l" t="t" r="r" b="b"/>
              <a:pathLst>
                <a:path w="1616710" h="1771014">
                  <a:moveTo>
                    <a:pt x="0" y="442660"/>
                  </a:moveTo>
                  <a:lnTo>
                    <a:pt x="808154" y="442660"/>
                  </a:lnTo>
                  <a:lnTo>
                    <a:pt x="808154" y="0"/>
                  </a:lnTo>
                  <a:lnTo>
                    <a:pt x="1616305" y="885320"/>
                  </a:lnTo>
                  <a:lnTo>
                    <a:pt x="808154" y="1770641"/>
                  </a:lnTo>
                  <a:lnTo>
                    <a:pt x="808154" y="1327981"/>
                  </a:lnTo>
                  <a:lnTo>
                    <a:pt x="0" y="1327981"/>
                  </a:lnTo>
                  <a:lnTo>
                    <a:pt x="0" y="442660"/>
                  </a:lnTo>
                  <a:close/>
                </a:path>
              </a:pathLst>
            </a:custGeom>
            <a:ln w="18849">
              <a:solidFill>
                <a:srgbClr val="09658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97597" y="3431956"/>
            <a:ext cx="983316" cy="541347"/>
          </a:xfrm>
          <a:prstGeom prst="rect">
            <a:avLst/>
          </a:prstGeom>
        </p:spPr>
        <p:txBody>
          <a:bodyPr vert="horz" wrap="square" lIns="0" tIns="7284" rIns="0" bIns="0" rtlCol="0">
            <a:spAutoFit/>
          </a:bodyPr>
          <a:lstStyle/>
          <a:p>
            <a:pPr marL="11206" marR="4483">
              <a:lnSpc>
                <a:spcPct val="102299"/>
              </a:lnSpc>
              <a:spcBef>
                <a:spcPts val="57"/>
              </a:spcBef>
            </a:pPr>
            <a:r>
              <a:rPr sz="1147" spc="4" dirty="0">
                <a:solidFill>
                  <a:srgbClr val="FFFFFF"/>
                </a:solidFill>
                <a:latin typeface="Calibri"/>
                <a:cs typeface="Calibri"/>
              </a:rPr>
              <a:t>Optimize </a:t>
            </a:r>
            <a:r>
              <a:rPr sz="1147" spc="9" dirty="0">
                <a:solidFill>
                  <a:srgbClr val="FFFFFF"/>
                </a:solidFill>
                <a:latin typeface="Calibri"/>
                <a:cs typeface="Calibri"/>
              </a:rPr>
              <a:t> quality </a:t>
            </a:r>
            <a:r>
              <a:rPr sz="1147" spc="4" dirty="0">
                <a:solidFill>
                  <a:srgbClr val="FFFFFF"/>
                </a:solidFill>
                <a:latin typeface="Calibri"/>
                <a:cs typeface="Calibri"/>
              </a:rPr>
              <a:t>metric </a:t>
            </a:r>
            <a:r>
              <a:rPr sz="1147" spc="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47" spc="4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147" spc="-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47" spc="4" dirty="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sz="1147" spc="-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47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147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191" y="2006863"/>
            <a:ext cx="3798234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2413">
              <a:spcBef>
                <a:spcPts val="88"/>
              </a:spcBef>
            </a:pPr>
            <a:r>
              <a:rPr sz="2118" spc="-31" dirty="0">
                <a:solidFill>
                  <a:srgbClr val="2B2728"/>
                </a:solidFill>
                <a:latin typeface="Calibri"/>
                <a:cs typeface="Calibri"/>
              </a:rPr>
              <a:t>Training</a:t>
            </a:r>
            <a:r>
              <a:rPr sz="2118" spc="-18" dirty="0">
                <a:solidFill>
                  <a:srgbClr val="2B2728"/>
                </a:solidFill>
                <a:latin typeface="Calibri"/>
                <a:cs typeface="Calibri"/>
              </a:rPr>
              <a:t> data:</a:t>
            </a:r>
            <a:r>
              <a:rPr sz="2118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118" dirty="0">
                <a:solidFill>
                  <a:srgbClr val="B0007E"/>
                </a:solidFill>
                <a:latin typeface="Calibri"/>
                <a:cs typeface="Calibri"/>
              </a:rPr>
              <a:t>N</a:t>
            </a:r>
            <a:r>
              <a:rPr sz="2118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2118" spc="-18" dirty="0">
                <a:solidFill>
                  <a:srgbClr val="2B2728"/>
                </a:solidFill>
                <a:latin typeface="Calibri"/>
                <a:cs typeface="Calibri"/>
              </a:rPr>
              <a:t>observations </a:t>
            </a:r>
            <a:r>
              <a:rPr sz="2118" spc="-9" dirty="0">
                <a:solidFill>
                  <a:srgbClr val="2B2728"/>
                </a:solidFill>
                <a:latin typeface="Calibri"/>
                <a:cs typeface="Calibri"/>
              </a:rPr>
              <a:t>(x</a:t>
            </a:r>
            <a:r>
              <a:rPr sz="2118" spc="-13" baseline="-17361" dirty="0">
                <a:solidFill>
                  <a:srgbClr val="2B2728"/>
                </a:solidFill>
                <a:latin typeface="Calibri"/>
                <a:cs typeface="Calibri"/>
              </a:rPr>
              <a:t>i</a:t>
            </a:r>
            <a:r>
              <a:rPr sz="2118" spc="-9" dirty="0">
                <a:solidFill>
                  <a:srgbClr val="2B2728"/>
                </a:solidFill>
                <a:latin typeface="Calibri"/>
                <a:cs typeface="Calibri"/>
              </a:rPr>
              <a:t>,y</a:t>
            </a:r>
            <a:r>
              <a:rPr sz="2118" spc="-13" baseline="-17361" dirty="0">
                <a:solidFill>
                  <a:srgbClr val="2B2728"/>
                </a:solidFill>
                <a:latin typeface="Calibri"/>
                <a:cs typeface="Calibri"/>
              </a:rPr>
              <a:t>i</a:t>
            </a:r>
            <a:r>
              <a:rPr sz="2118" spc="-9" dirty="0">
                <a:solidFill>
                  <a:srgbClr val="2B2728"/>
                </a:solidFill>
                <a:latin typeface="Calibri"/>
                <a:cs typeface="Calibri"/>
              </a:rPr>
              <a:t>)</a:t>
            </a:r>
            <a:endParaRPr sz="2118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12283" y="2881465"/>
          <a:ext cx="2538132" cy="24306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6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977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1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100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Income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6334" marB="0">
                    <a:solidFill>
                      <a:srgbClr val="B00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824"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excellent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L w="9525">
                      <a:solidFill>
                        <a:srgbClr val="B0007E"/>
                      </a:solidFill>
                      <a:prstDash val="solid"/>
                    </a:lnL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high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safe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7929" marB="0">
                    <a:lnR w="9525">
                      <a:solidFill>
                        <a:srgbClr val="B0007E"/>
                      </a:solidFill>
                      <a:prstDash val="solid"/>
                    </a:lnR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fair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low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risky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fair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high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safe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poor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high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risky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excellent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low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risky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fair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low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safe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poor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high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risky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poor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low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safe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fair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5213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521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high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521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safe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25213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062192" y="3444227"/>
            <a:ext cx="626409" cy="46001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2912" spc="-13" dirty="0">
                <a:solidFill>
                  <a:srgbClr val="118CC4"/>
                </a:solidFill>
                <a:latin typeface="Calibri"/>
                <a:cs typeface="Calibri"/>
              </a:rPr>
              <a:t>T</a:t>
            </a:r>
            <a:r>
              <a:rPr sz="2912" spc="-9" dirty="0">
                <a:solidFill>
                  <a:srgbClr val="118CC4"/>
                </a:solidFill>
                <a:latin typeface="Calibri"/>
                <a:cs typeface="Calibri"/>
              </a:rPr>
              <a:t>(</a:t>
            </a:r>
            <a:r>
              <a:rPr sz="2912" b="1" spc="-18" dirty="0">
                <a:solidFill>
                  <a:srgbClr val="118CC4"/>
                </a:solidFill>
                <a:latin typeface="Calibri"/>
                <a:cs typeface="Calibri"/>
              </a:rPr>
              <a:t>X</a:t>
            </a:r>
            <a:r>
              <a:rPr sz="2912" dirty="0">
                <a:solidFill>
                  <a:srgbClr val="118CC4"/>
                </a:solidFill>
                <a:latin typeface="Calibri"/>
                <a:cs typeface="Calibri"/>
              </a:rPr>
              <a:t>)</a:t>
            </a:r>
            <a:endParaRPr sz="2912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97506" y="4029475"/>
            <a:ext cx="1457885" cy="877421"/>
            <a:chOff x="5171440" y="4566739"/>
            <a:chExt cx="1652270" cy="994410"/>
          </a:xfrm>
        </p:grpSpPr>
        <p:sp>
          <p:nvSpPr>
            <p:cNvPr id="11" name="object 11"/>
            <p:cNvSpPr/>
            <p:nvPr/>
          </p:nvSpPr>
          <p:spPr>
            <a:xfrm>
              <a:off x="5182699" y="4973566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5" h="133350">
                  <a:moveTo>
                    <a:pt x="234953" y="0"/>
                  </a:moveTo>
                  <a:lnTo>
                    <a:pt x="0" y="66461"/>
                  </a:lnTo>
                  <a:lnTo>
                    <a:pt x="234953" y="132923"/>
                  </a:lnTo>
                  <a:lnTo>
                    <a:pt x="469907" y="66461"/>
                  </a:lnTo>
                  <a:lnTo>
                    <a:pt x="234953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5182699" y="4973566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5" h="133350">
                  <a:moveTo>
                    <a:pt x="0" y="66461"/>
                  </a:moveTo>
                  <a:lnTo>
                    <a:pt x="234953" y="0"/>
                  </a:lnTo>
                  <a:lnTo>
                    <a:pt x="469907" y="66461"/>
                  </a:lnTo>
                  <a:lnTo>
                    <a:pt x="234953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5748130" y="4973566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748130" y="4973566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6297690" y="4973566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6297690" y="4973566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2504" y="4683252"/>
              <a:ext cx="728472" cy="42062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417613" y="4700516"/>
              <a:ext cx="581660" cy="281940"/>
            </a:xfrm>
            <a:custGeom>
              <a:avLst/>
              <a:gdLst/>
              <a:ahLst/>
              <a:cxnLst/>
              <a:rect l="l" t="t" r="r" b="b"/>
              <a:pathLst>
                <a:path w="581660" h="281939">
                  <a:moveTo>
                    <a:pt x="55848" y="201015"/>
                  </a:moveTo>
                  <a:lnTo>
                    <a:pt x="49971" y="202036"/>
                  </a:lnTo>
                  <a:lnTo>
                    <a:pt x="0" y="273069"/>
                  </a:lnTo>
                  <a:lnTo>
                    <a:pt x="86352" y="281658"/>
                  </a:lnTo>
                  <a:lnTo>
                    <a:pt x="90965" y="277873"/>
                  </a:lnTo>
                  <a:lnTo>
                    <a:pt x="91363" y="273858"/>
                  </a:lnTo>
                  <a:lnTo>
                    <a:pt x="20918" y="273858"/>
                  </a:lnTo>
                  <a:lnTo>
                    <a:pt x="13080" y="256706"/>
                  </a:lnTo>
                  <a:lnTo>
                    <a:pt x="44763" y="242194"/>
                  </a:lnTo>
                  <a:lnTo>
                    <a:pt x="65373" y="212897"/>
                  </a:lnTo>
                  <a:lnTo>
                    <a:pt x="64354" y="207015"/>
                  </a:lnTo>
                  <a:lnTo>
                    <a:pt x="55848" y="201015"/>
                  </a:lnTo>
                  <a:close/>
                </a:path>
                <a:path w="581660" h="281939">
                  <a:moveTo>
                    <a:pt x="44763" y="242194"/>
                  </a:moveTo>
                  <a:lnTo>
                    <a:pt x="13080" y="256706"/>
                  </a:lnTo>
                  <a:lnTo>
                    <a:pt x="20918" y="273858"/>
                  </a:lnTo>
                  <a:lnTo>
                    <a:pt x="27785" y="270713"/>
                  </a:lnTo>
                  <a:lnTo>
                    <a:pt x="24700" y="270713"/>
                  </a:lnTo>
                  <a:lnTo>
                    <a:pt x="17931" y="255897"/>
                  </a:lnTo>
                  <a:lnTo>
                    <a:pt x="35123" y="255897"/>
                  </a:lnTo>
                  <a:lnTo>
                    <a:pt x="44763" y="242194"/>
                  </a:lnTo>
                  <a:close/>
                </a:path>
                <a:path w="581660" h="281939">
                  <a:moveTo>
                    <a:pt x="52601" y="259346"/>
                  </a:moveTo>
                  <a:lnTo>
                    <a:pt x="20918" y="273858"/>
                  </a:lnTo>
                  <a:lnTo>
                    <a:pt x="91363" y="273858"/>
                  </a:lnTo>
                  <a:lnTo>
                    <a:pt x="91993" y="267507"/>
                  </a:lnTo>
                  <a:lnTo>
                    <a:pt x="88214" y="262888"/>
                  </a:lnTo>
                  <a:lnTo>
                    <a:pt x="52601" y="259346"/>
                  </a:lnTo>
                  <a:close/>
                </a:path>
                <a:path w="581660" h="281939">
                  <a:moveTo>
                    <a:pt x="17931" y="255897"/>
                  </a:moveTo>
                  <a:lnTo>
                    <a:pt x="24700" y="270713"/>
                  </a:lnTo>
                  <a:lnTo>
                    <a:pt x="33998" y="257495"/>
                  </a:lnTo>
                  <a:lnTo>
                    <a:pt x="17931" y="255897"/>
                  </a:lnTo>
                  <a:close/>
                </a:path>
                <a:path w="581660" h="281939">
                  <a:moveTo>
                    <a:pt x="33998" y="257495"/>
                  </a:moveTo>
                  <a:lnTo>
                    <a:pt x="24700" y="270713"/>
                  </a:lnTo>
                  <a:lnTo>
                    <a:pt x="27785" y="270713"/>
                  </a:lnTo>
                  <a:lnTo>
                    <a:pt x="52601" y="259346"/>
                  </a:lnTo>
                  <a:lnTo>
                    <a:pt x="33998" y="257495"/>
                  </a:lnTo>
                  <a:close/>
                </a:path>
                <a:path w="581660" h="281939">
                  <a:moveTo>
                    <a:pt x="573509" y="0"/>
                  </a:moveTo>
                  <a:lnTo>
                    <a:pt x="44763" y="242194"/>
                  </a:lnTo>
                  <a:lnTo>
                    <a:pt x="33998" y="257495"/>
                  </a:lnTo>
                  <a:lnTo>
                    <a:pt x="52601" y="259346"/>
                  </a:lnTo>
                  <a:lnTo>
                    <a:pt x="581346" y="17152"/>
                  </a:lnTo>
                  <a:lnTo>
                    <a:pt x="573509" y="0"/>
                  </a:lnTo>
                  <a:close/>
                </a:path>
                <a:path w="581660" h="281939">
                  <a:moveTo>
                    <a:pt x="35123" y="255897"/>
                  </a:moveTo>
                  <a:lnTo>
                    <a:pt x="17931" y="255897"/>
                  </a:lnTo>
                  <a:lnTo>
                    <a:pt x="33998" y="257495"/>
                  </a:lnTo>
                  <a:lnTo>
                    <a:pt x="35123" y="255897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0872" y="4683252"/>
              <a:ext cx="697992" cy="42062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990959" y="4700592"/>
              <a:ext cx="553720" cy="280035"/>
            </a:xfrm>
            <a:custGeom>
              <a:avLst/>
              <a:gdLst/>
              <a:ahLst/>
              <a:cxnLst/>
              <a:rect l="l" t="t" r="r" b="b"/>
              <a:pathLst>
                <a:path w="553720" h="280035">
                  <a:moveTo>
                    <a:pt x="501348" y="258273"/>
                  </a:moveTo>
                  <a:lnTo>
                    <a:pt x="465674" y="261137"/>
                  </a:lnTo>
                  <a:lnTo>
                    <a:pt x="461808" y="265683"/>
                  </a:lnTo>
                  <a:lnTo>
                    <a:pt x="462639" y="276067"/>
                  </a:lnTo>
                  <a:lnTo>
                    <a:pt x="467180" y="279938"/>
                  </a:lnTo>
                  <a:lnTo>
                    <a:pt x="548792" y="273385"/>
                  </a:lnTo>
                  <a:lnTo>
                    <a:pt x="532751" y="273385"/>
                  </a:lnTo>
                  <a:lnTo>
                    <a:pt x="501348" y="258273"/>
                  </a:lnTo>
                  <a:close/>
                </a:path>
                <a:path w="553720" h="280035">
                  <a:moveTo>
                    <a:pt x="519982" y="256776"/>
                  </a:moveTo>
                  <a:lnTo>
                    <a:pt x="501348" y="258273"/>
                  </a:lnTo>
                  <a:lnTo>
                    <a:pt x="532751" y="273385"/>
                  </a:lnTo>
                  <a:lnTo>
                    <a:pt x="534295" y="270168"/>
                  </a:lnTo>
                  <a:lnTo>
                    <a:pt x="529028" y="270168"/>
                  </a:lnTo>
                  <a:lnTo>
                    <a:pt x="519982" y="256776"/>
                  </a:lnTo>
                  <a:close/>
                </a:path>
                <a:path w="553720" h="280035">
                  <a:moveTo>
                    <a:pt x="499207" y="199891"/>
                  </a:moveTo>
                  <a:lnTo>
                    <a:pt x="490589" y="205727"/>
                  </a:lnTo>
                  <a:lnTo>
                    <a:pt x="489459" y="211590"/>
                  </a:lnTo>
                  <a:lnTo>
                    <a:pt x="509509" y="241272"/>
                  </a:lnTo>
                  <a:lnTo>
                    <a:pt x="540912" y="256385"/>
                  </a:lnTo>
                  <a:lnTo>
                    <a:pt x="532751" y="273385"/>
                  </a:lnTo>
                  <a:lnTo>
                    <a:pt x="548792" y="273385"/>
                  </a:lnTo>
                  <a:lnTo>
                    <a:pt x="553679" y="272992"/>
                  </a:lnTo>
                  <a:lnTo>
                    <a:pt x="505063" y="201023"/>
                  </a:lnTo>
                  <a:lnTo>
                    <a:pt x="499207" y="199891"/>
                  </a:lnTo>
                  <a:close/>
                </a:path>
                <a:path w="553720" h="280035">
                  <a:moveTo>
                    <a:pt x="536078" y="255484"/>
                  </a:moveTo>
                  <a:lnTo>
                    <a:pt x="519982" y="256776"/>
                  </a:lnTo>
                  <a:lnTo>
                    <a:pt x="529028" y="270168"/>
                  </a:lnTo>
                  <a:lnTo>
                    <a:pt x="536078" y="255484"/>
                  </a:lnTo>
                  <a:close/>
                </a:path>
                <a:path w="553720" h="280035">
                  <a:moveTo>
                    <a:pt x="539041" y="255484"/>
                  </a:moveTo>
                  <a:lnTo>
                    <a:pt x="536078" y="255484"/>
                  </a:lnTo>
                  <a:lnTo>
                    <a:pt x="529028" y="270168"/>
                  </a:lnTo>
                  <a:lnTo>
                    <a:pt x="534295" y="270168"/>
                  </a:lnTo>
                  <a:lnTo>
                    <a:pt x="540912" y="256385"/>
                  </a:lnTo>
                  <a:lnTo>
                    <a:pt x="539041" y="255484"/>
                  </a:lnTo>
                  <a:close/>
                </a:path>
                <a:path w="553720" h="280035">
                  <a:moveTo>
                    <a:pt x="8161" y="0"/>
                  </a:moveTo>
                  <a:lnTo>
                    <a:pt x="0" y="17000"/>
                  </a:lnTo>
                  <a:lnTo>
                    <a:pt x="501348" y="258273"/>
                  </a:lnTo>
                  <a:lnTo>
                    <a:pt x="519982" y="256776"/>
                  </a:lnTo>
                  <a:lnTo>
                    <a:pt x="509509" y="241272"/>
                  </a:lnTo>
                  <a:lnTo>
                    <a:pt x="8161" y="0"/>
                  </a:lnTo>
                  <a:close/>
                </a:path>
                <a:path w="553720" h="280035">
                  <a:moveTo>
                    <a:pt x="509509" y="241272"/>
                  </a:moveTo>
                  <a:lnTo>
                    <a:pt x="519982" y="256776"/>
                  </a:lnTo>
                  <a:lnTo>
                    <a:pt x="536078" y="255484"/>
                  </a:lnTo>
                  <a:lnTo>
                    <a:pt x="539041" y="255484"/>
                  </a:lnTo>
                  <a:lnTo>
                    <a:pt x="509509" y="241272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8576" y="4692396"/>
              <a:ext cx="231648" cy="41148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951316" y="4709092"/>
              <a:ext cx="87630" cy="264795"/>
            </a:xfrm>
            <a:custGeom>
              <a:avLst/>
              <a:gdLst/>
              <a:ahLst/>
              <a:cxnLst/>
              <a:rect l="l" t="t" r="r" b="b"/>
              <a:pathLst>
                <a:path w="87629" h="264795">
                  <a:moveTo>
                    <a:pt x="10505" y="178445"/>
                  </a:moveTo>
                  <a:lnTo>
                    <a:pt x="1517" y="183694"/>
                  </a:lnTo>
                  <a:lnTo>
                    <a:pt x="0" y="189468"/>
                  </a:lnTo>
                  <a:lnTo>
                    <a:pt x="43724" y="264518"/>
                  </a:lnTo>
                  <a:lnTo>
                    <a:pt x="54629" y="245800"/>
                  </a:lnTo>
                  <a:lnTo>
                    <a:pt x="34305" y="245800"/>
                  </a:lnTo>
                  <a:lnTo>
                    <a:pt x="34305" y="210916"/>
                  </a:lnTo>
                  <a:lnTo>
                    <a:pt x="16272" y="179964"/>
                  </a:lnTo>
                  <a:lnTo>
                    <a:pt x="10505" y="178445"/>
                  </a:lnTo>
                  <a:close/>
                </a:path>
                <a:path w="87629" h="264795">
                  <a:moveTo>
                    <a:pt x="34305" y="210916"/>
                  </a:moveTo>
                  <a:lnTo>
                    <a:pt x="34305" y="245800"/>
                  </a:lnTo>
                  <a:lnTo>
                    <a:pt x="53144" y="245800"/>
                  </a:lnTo>
                  <a:lnTo>
                    <a:pt x="53144" y="241048"/>
                  </a:lnTo>
                  <a:lnTo>
                    <a:pt x="35589" y="241048"/>
                  </a:lnTo>
                  <a:lnTo>
                    <a:pt x="43724" y="227084"/>
                  </a:lnTo>
                  <a:lnTo>
                    <a:pt x="34305" y="210916"/>
                  </a:lnTo>
                  <a:close/>
                </a:path>
                <a:path w="87629" h="264795">
                  <a:moveTo>
                    <a:pt x="76944" y="178445"/>
                  </a:moveTo>
                  <a:lnTo>
                    <a:pt x="71177" y="179964"/>
                  </a:lnTo>
                  <a:lnTo>
                    <a:pt x="53144" y="210916"/>
                  </a:lnTo>
                  <a:lnTo>
                    <a:pt x="53144" y="245800"/>
                  </a:lnTo>
                  <a:lnTo>
                    <a:pt x="54629" y="245800"/>
                  </a:lnTo>
                  <a:lnTo>
                    <a:pt x="87448" y="189468"/>
                  </a:lnTo>
                  <a:lnTo>
                    <a:pt x="85930" y="183694"/>
                  </a:lnTo>
                  <a:lnTo>
                    <a:pt x="76944" y="178445"/>
                  </a:lnTo>
                  <a:close/>
                </a:path>
                <a:path w="87629" h="264795">
                  <a:moveTo>
                    <a:pt x="43724" y="227084"/>
                  </a:moveTo>
                  <a:lnTo>
                    <a:pt x="35589" y="241048"/>
                  </a:lnTo>
                  <a:lnTo>
                    <a:pt x="51860" y="241048"/>
                  </a:lnTo>
                  <a:lnTo>
                    <a:pt x="43724" y="227084"/>
                  </a:lnTo>
                  <a:close/>
                </a:path>
                <a:path w="87629" h="264795">
                  <a:moveTo>
                    <a:pt x="53144" y="210916"/>
                  </a:moveTo>
                  <a:lnTo>
                    <a:pt x="43724" y="227084"/>
                  </a:lnTo>
                  <a:lnTo>
                    <a:pt x="51860" y="241048"/>
                  </a:lnTo>
                  <a:lnTo>
                    <a:pt x="53144" y="241048"/>
                  </a:lnTo>
                  <a:lnTo>
                    <a:pt x="53144" y="210916"/>
                  </a:lnTo>
                  <a:close/>
                </a:path>
                <a:path w="87629" h="264795">
                  <a:moveTo>
                    <a:pt x="53143" y="0"/>
                  </a:moveTo>
                  <a:lnTo>
                    <a:pt x="34305" y="0"/>
                  </a:lnTo>
                  <a:lnTo>
                    <a:pt x="34305" y="210916"/>
                  </a:lnTo>
                  <a:lnTo>
                    <a:pt x="43724" y="227084"/>
                  </a:lnTo>
                  <a:lnTo>
                    <a:pt x="53144" y="210916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71440" y="5085588"/>
              <a:ext cx="286512" cy="47548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274866" y="5102977"/>
              <a:ext cx="151765" cy="328295"/>
            </a:xfrm>
            <a:custGeom>
              <a:avLst/>
              <a:gdLst/>
              <a:ahLst/>
              <a:cxnLst/>
              <a:rect l="l" t="t" r="r" b="b"/>
              <a:pathLst>
                <a:path w="151764" h="328295">
                  <a:moveTo>
                    <a:pt x="13850" y="235788"/>
                  </a:moveTo>
                  <a:lnTo>
                    <a:pt x="3557" y="237305"/>
                  </a:lnTo>
                  <a:lnTo>
                    <a:pt x="0" y="242098"/>
                  </a:lnTo>
                  <a:lnTo>
                    <a:pt x="12649" y="328056"/>
                  </a:lnTo>
                  <a:lnTo>
                    <a:pt x="30445" y="314200"/>
                  </a:lnTo>
                  <a:lnTo>
                    <a:pt x="28354" y="314200"/>
                  </a:lnTo>
                  <a:lnTo>
                    <a:pt x="10872" y="307173"/>
                  </a:lnTo>
                  <a:lnTo>
                    <a:pt x="23853" y="274800"/>
                  </a:lnTo>
                  <a:lnTo>
                    <a:pt x="18637" y="239349"/>
                  </a:lnTo>
                  <a:lnTo>
                    <a:pt x="13850" y="235788"/>
                  </a:lnTo>
                  <a:close/>
                </a:path>
                <a:path w="151764" h="328295">
                  <a:moveTo>
                    <a:pt x="23853" y="274800"/>
                  </a:moveTo>
                  <a:lnTo>
                    <a:pt x="10872" y="307173"/>
                  </a:lnTo>
                  <a:lnTo>
                    <a:pt x="28354" y="314200"/>
                  </a:lnTo>
                  <a:lnTo>
                    <a:pt x="30314" y="309312"/>
                  </a:lnTo>
                  <a:lnTo>
                    <a:pt x="28931" y="309312"/>
                  </a:lnTo>
                  <a:lnTo>
                    <a:pt x="13831" y="303241"/>
                  </a:lnTo>
                  <a:lnTo>
                    <a:pt x="26578" y="293317"/>
                  </a:lnTo>
                  <a:lnTo>
                    <a:pt x="23853" y="274800"/>
                  </a:lnTo>
                  <a:close/>
                </a:path>
                <a:path w="151764" h="328295">
                  <a:moveTo>
                    <a:pt x="69588" y="259831"/>
                  </a:moveTo>
                  <a:lnTo>
                    <a:pt x="41334" y="281828"/>
                  </a:lnTo>
                  <a:lnTo>
                    <a:pt x="28354" y="314200"/>
                  </a:lnTo>
                  <a:lnTo>
                    <a:pt x="30445" y="314200"/>
                  </a:lnTo>
                  <a:lnTo>
                    <a:pt x="81151" y="274721"/>
                  </a:lnTo>
                  <a:lnTo>
                    <a:pt x="81892" y="268795"/>
                  </a:lnTo>
                  <a:lnTo>
                    <a:pt x="75505" y="260572"/>
                  </a:lnTo>
                  <a:lnTo>
                    <a:pt x="69588" y="259831"/>
                  </a:lnTo>
                  <a:close/>
                </a:path>
                <a:path w="151764" h="328295">
                  <a:moveTo>
                    <a:pt x="26578" y="293317"/>
                  </a:moveTo>
                  <a:lnTo>
                    <a:pt x="13831" y="303241"/>
                  </a:lnTo>
                  <a:lnTo>
                    <a:pt x="28931" y="309312"/>
                  </a:lnTo>
                  <a:lnTo>
                    <a:pt x="26578" y="293317"/>
                  </a:lnTo>
                  <a:close/>
                </a:path>
                <a:path w="151764" h="328295">
                  <a:moveTo>
                    <a:pt x="41334" y="281828"/>
                  </a:moveTo>
                  <a:lnTo>
                    <a:pt x="26578" y="293317"/>
                  </a:lnTo>
                  <a:lnTo>
                    <a:pt x="28931" y="309312"/>
                  </a:lnTo>
                  <a:lnTo>
                    <a:pt x="30314" y="309312"/>
                  </a:lnTo>
                  <a:lnTo>
                    <a:pt x="41334" y="281828"/>
                  </a:lnTo>
                  <a:close/>
                </a:path>
                <a:path w="151764" h="328295">
                  <a:moveTo>
                    <a:pt x="134045" y="0"/>
                  </a:moveTo>
                  <a:lnTo>
                    <a:pt x="23853" y="274800"/>
                  </a:lnTo>
                  <a:lnTo>
                    <a:pt x="26578" y="293317"/>
                  </a:lnTo>
                  <a:lnTo>
                    <a:pt x="41334" y="281828"/>
                  </a:lnTo>
                  <a:lnTo>
                    <a:pt x="151527" y="7026"/>
                  </a:lnTo>
                  <a:lnTo>
                    <a:pt x="134045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8704" y="5088636"/>
              <a:ext cx="256032" cy="47243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408660" y="5103684"/>
              <a:ext cx="129539" cy="327025"/>
            </a:xfrm>
            <a:custGeom>
              <a:avLst/>
              <a:gdLst/>
              <a:ahLst/>
              <a:cxnLst/>
              <a:rect l="l" t="t" r="r" b="b"/>
              <a:pathLst>
                <a:path w="129539" h="327025">
                  <a:moveTo>
                    <a:pt x="58531" y="254316"/>
                  </a:moveTo>
                  <a:lnTo>
                    <a:pt x="52574" y="254584"/>
                  </a:lnTo>
                  <a:lnTo>
                    <a:pt x="45553" y="262272"/>
                  </a:lnTo>
                  <a:lnTo>
                    <a:pt x="45820" y="268237"/>
                  </a:lnTo>
                  <a:lnTo>
                    <a:pt x="109868" y="326861"/>
                  </a:lnTo>
                  <a:lnTo>
                    <a:pt x="113326" y="311798"/>
                  </a:lnTo>
                  <a:lnTo>
                    <a:pt x="95313" y="311798"/>
                  </a:lnTo>
                  <a:lnTo>
                    <a:pt x="84945" y="278493"/>
                  </a:lnTo>
                  <a:lnTo>
                    <a:pt x="58531" y="254316"/>
                  </a:lnTo>
                  <a:close/>
                </a:path>
                <a:path w="129539" h="327025">
                  <a:moveTo>
                    <a:pt x="84945" y="278493"/>
                  </a:moveTo>
                  <a:lnTo>
                    <a:pt x="95313" y="311798"/>
                  </a:lnTo>
                  <a:lnTo>
                    <a:pt x="111077" y="306878"/>
                  </a:lnTo>
                  <a:lnTo>
                    <a:pt x="95126" y="306878"/>
                  </a:lnTo>
                  <a:lnTo>
                    <a:pt x="98743" y="291122"/>
                  </a:lnTo>
                  <a:lnTo>
                    <a:pt x="84945" y="278493"/>
                  </a:lnTo>
                  <a:close/>
                </a:path>
                <a:path w="129539" h="327025">
                  <a:moveTo>
                    <a:pt x="116003" y="234789"/>
                  </a:moveTo>
                  <a:lnTo>
                    <a:pt x="110948" y="237958"/>
                  </a:lnTo>
                  <a:lnTo>
                    <a:pt x="102931" y="272880"/>
                  </a:lnTo>
                  <a:lnTo>
                    <a:pt x="113299" y="306185"/>
                  </a:lnTo>
                  <a:lnTo>
                    <a:pt x="95313" y="311798"/>
                  </a:lnTo>
                  <a:lnTo>
                    <a:pt x="113326" y="311798"/>
                  </a:lnTo>
                  <a:lnTo>
                    <a:pt x="129308" y="242183"/>
                  </a:lnTo>
                  <a:lnTo>
                    <a:pt x="126142" y="237122"/>
                  </a:lnTo>
                  <a:lnTo>
                    <a:pt x="116003" y="234789"/>
                  </a:lnTo>
                  <a:close/>
                </a:path>
                <a:path w="129539" h="327025">
                  <a:moveTo>
                    <a:pt x="98743" y="291122"/>
                  </a:moveTo>
                  <a:lnTo>
                    <a:pt x="95126" y="306878"/>
                  </a:lnTo>
                  <a:lnTo>
                    <a:pt x="110661" y="302031"/>
                  </a:lnTo>
                  <a:lnTo>
                    <a:pt x="98743" y="291122"/>
                  </a:lnTo>
                  <a:close/>
                </a:path>
                <a:path w="129539" h="327025">
                  <a:moveTo>
                    <a:pt x="102931" y="272880"/>
                  </a:moveTo>
                  <a:lnTo>
                    <a:pt x="98743" y="291122"/>
                  </a:lnTo>
                  <a:lnTo>
                    <a:pt x="110661" y="302031"/>
                  </a:lnTo>
                  <a:lnTo>
                    <a:pt x="95126" y="306878"/>
                  </a:lnTo>
                  <a:lnTo>
                    <a:pt x="111077" y="306878"/>
                  </a:lnTo>
                  <a:lnTo>
                    <a:pt x="113299" y="306185"/>
                  </a:lnTo>
                  <a:lnTo>
                    <a:pt x="102931" y="272880"/>
                  </a:lnTo>
                  <a:close/>
                </a:path>
                <a:path w="129539" h="327025">
                  <a:moveTo>
                    <a:pt x="17984" y="0"/>
                  </a:moveTo>
                  <a:lnTo>
                    <a:pt x="0" y="5612"/>
                  </a:lnTo>
                  <a:lnTo>
                    <a:pt x="84945" y="278493"/>
                  </a:lnTo>
                  <a:lnTo>
                    <a:pt x="98743" y="291122"/>
                  </a:lnTo>
                  <a:lnTo>
                    <a:pt x="102931" y="272880"/>
                  </a:lnTo>
                  <a:lnTo>
                    <a:pt x="17984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5791836" y="5426433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5791836" y="5426433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6022821" y="5425944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6022821" y="5425944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65800" y="5085588"/>
              <a:ext cx="268224" cy="47243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865450" y="5103335"/>
              <a:ext cx="139065" cy="323215"/>
            </a:xfrm>
            <a:custGeom>
              <a:avLst/>
              <a:gdLst/>
              <a:ahLst/>
              <a:cxnLst/>
              <a:rect l="l" t="t" r="r" b="b"/>
              <a:pathLst>
                <a:path w="139064" h="323214">
                  <a:moveTo>
                    <a:pt x="13582" y="230897"/>
                  </a:moveTo>
                  <a:lnTo>
                    <a:pt x="3360" y="232834"/>
                  </a:lnTo>
                  <a:lnTo>
                    <a:pt x="0" y="237766"/>
                  </a:lnTo>
                  <a:lnTo>
                    <a:pt x="16126" y="323138"/>
                  </a:lnTo>
                  <a:lnTo>
                    <a:pt x="33245" y="308655"/>
                  </a:lnTo>
                  <a:lnTo>
                    <a:pt x="31257" y="308655"/>
                  </a:lnTo>
                  <a:lnTo>
                    <a:pt x="13505" y="302345"/>
                  </a:lnTo>
                  <a:lnTo>
                    <a:pt x="25161" y="269472"/>
                  </a:lnTo>
                  <a:lnTo>
                    <a:pt x="18510" y="234261"/>
                  </a:lnTo>
                  <a:lnTo>
                    <a:pt x="13582" y="230897"/>
                  </a:lnTo>
                  <a:close/>
                </a:path>
                <a:path w="139064" h="323214">
                  <a:moveTo>
                    <a:pt x="25161" y="269472"/>
                  </a:moveTo>
                  <a:lnTo>
                    <a:pt x="13505" y="302345"/>
                  </a:lnTo>
                  <a:lnTo>
                    <a:pt x="31257" y="308655"/>
                  </a:lnTo>
                  <a:lnTo>
                    <a:pt x="32997" y="303748"/>
                  </a:lnTo>
                  <a:lnTo>
                    <a:pt x="31635" y="303748"/>
                  </a:lnTo>
                  <a:lnTo>
                    <a:pt x="16301" y="298297"/>
                  </a:lnTo>
                  <a:lnTo>
                    <a:pt x="28635" y="287863"/>
                  </a:lnTo>
                  <a:lnTo>
                    <a:pt x="25161" y="269472"/>
                  </a:lnTo>
                  <a:close/>
                </a:path>
                <a:path w="139064" h="323214">
                  <a:moveTo>
                    <a:pt x="70250" y="252655"/>
                  </a:moveTo>
                  <a:lnTo>
                    <a:pt x="42913" y="275782"/>
                  </a:lnTo>
                  <a:lnTo>
                    <a:pt x="31257" y="308655"/>
                  </a:lnTo>
                  <a:lnTo>
                    <a:pt x="33245" y="308655"/>
                  </a:lnTo>
                  <a:lnTo>
                    <a:pt x="82409" y="267061"/>
                  </a:lnTo>
                  <a:lnTo>
                    <a:pt x="82908" y="261112"/>
                  </a:lnTo>
                  <a:lnTo>
                    <a:pt x="76193" y="253154"/>
                  </a:lnTo>
                  <a:lnTo>
                    <a:pt x="70250" y="252655"/>
                  </a:lnTo>
                  <a:close/>
                </a:path>
                <a:path w="139064" h="323214">
                  <a:moveTo>
                    <a:pt x="28635" y="287863"/>
                  </a:moveTo>
                  <a:lnTo>
                    <a:pt x="16301" y="298297"/>
                  </a:lnTo>
                  <a:lnTo>
                    <a:pt x="31635" y="303748"/>
                  </a:lnTo>
                  <a:lnTo>
                    <a:pt x="28635" y="287863"/>
                  </a:lnTo>
                  <a:close/>
                </a:path>
                <a:path w="139064" h="323214">
                  <a:moveTo>
                    <a:pt x="42913" y="275782"/>
                  </a:moveTo>
                  <a:lnTo>
                    <a:pt x="28635" y="287863"/>
                  </a:lnTo>
                  <a:lnTo>
                    <a:pt x="31635" y="303748"/>
                  </a:lnTo>
                  <a:lnTo>
                    <a:pt x="32997" y="303748"/>
                  </a:lnTo>
                  <a:lnTo>
                    <a:pt x="42913" y="275782"/>
                  </a:lnTo>
                  <a:close/>
                </a:path>
                <a:path w="139064" h="323214">
                  <a:moveTo>
                    <a:pt x="120713" y="0"/>
                  </a:moveTo>
                  <a:lnTo>
                    <a:pt x="25161" y="269472"/>
                  </a:lnTo>
                  <a:lnTo>
                    <a:pt x="28635" y="287863"/>
                  </a:lnTo>
                  <a:lnTo>
                    <a:pt x="42913" y="275782"/>
                  </a:lnTo>
                  <a:lnTo>
                    <a:pt x="138466" y="6310"/>
                  </a:lnTo>
                  <a:lnTo>
                    <a:pt x="12071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54776" y="5085588"/>
              <a:ext cx="274320" cy="46939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986202" y="5103231"/>
              <a:ext cx="141605" cy="323215"/>
            </a:xfrm>
            <a:custGeom>
              <a:avLst/>
              <a:gdLst/>
              <a:ahLst/>
              <a:cxnLst/>
              <a:rect l="l" t="t" r="r" b="b"/>
              <a:pathLst>
                <a:path w="141604" h="323214">
                  <a:moveTo>
                    <a:pt x="71437" y="252914"/>
                  </a:moveTo>
                  <a:lnTo>
                    <a:pt x="65501" y="253484"/>
                  </a:lnTo>
                  <a:lnTo>
                    <a:pt x="58879" y="261520"/>
                  </a:lnTo>
                  <a:lnTo>
                    <a:pt x="59449" y="267464"/>
                  </a:lnTo>
                  <a:lnTo>
                    <a:pt x="126389" y="322753"/>
                  </a:lnTo>
                  <a:lnTo>
                    <a:pt x="128916" y="308451"/>
                  </a:lnTo>
                  <a:lnTo>
                    <a:pt x="111088" y="308451"/>
                  </a:lnTo>
                  <a:lnTo>
                    <a:pt x="99044" y="275717"/>
                  </a:lnTo>
                  <a:lnTo>
                    <a:pt x="71437" y="252914"/>
                  </a:lnTo>
                  <a:close/>
                </a:path>
                <a:path w="141604" h="323214">
                  <a:moveTo>
                    <a:pt x="99044" y="275717"/>
                  </a:moveTo>
                  <a:lnTo>
                    <a:pt x="111088" y="308451"/>
                  </a:lnTo>
                  <a:lnTo>
                    <a:pt x="124382" y="303547"/>
                  </a:lnTo>
                  <a:lnTo>
                    <a:pt x="110652" y="303547"/>
                  </a:lnTo>
                  <a:lnTo>
                    <a:pt x="113465" y="287628"/>
                  </a:lnTo>
                  <a:lnTo>
                    <a:pt x="99044" y="275717"/>
                  </a:lnTo>
                  <a:close/>
                </a:path>
                <a:path w="141604" h="323214">
                  <a:moveTo>
                    <a:pt x="127844" y="230489"/>
                  </a:moveTo>
                  <a:lnTo>
                    <a:pt x="122957" y="233912"/>
                  </a:lnTo>
                  <a:lnTo>
                    <a:pt x="116722" y="269198"/>
                  </a:lnTo>
                  <a:lnTo>
                    <a:pt x="128765" y="301931"/>
                  </a:lnTo>
                  <a:lnTo>
                    <a:pt x="111088" y="308451"/>
                  </a:lnTo>
                  <a:lnTo>
                    <a:pt x="128916" y="308451"/>
                  </a:lnTo>
                  <a:lnTo>
                    <a:pt x="141507" y="237197"/>
                  </a:lnTo>
                  <a:lnTo>
                    <a:pt x="138089" y="232304"/>
                  </a:lnTo>
                  <a:lnTo>
                    <a:pt x="127844" y="230489"/>
                  </a:lnTo>
                  <a:close/>
                </a:path>
                <a:path w="141604" h="323214">
                  <a:moveTo>
                    <a:pt x="113465" y="287628"/>
                  </a:moveTo>
                  <a:lnTo>
                    <a:pt x="110652" y="303547"/>
                  </a:lnTo>
                  <a:lnTo>
                    <a:pt x="125920" y="297916"/>
                  </a:lnTo>
                  <a:lnTo>
                    <a:pt x="113465" y="287628"/>
                  </a:lnTo>
                  <a:close/>
                </a:path>
                <a:path w="141604" h="323214">
                  <a:moveTo>
                    <a:pt x="116722" y="269198"/>
                  </a:moveTo>
                  <a:lnTo>
                    <a:pt x="113465" y="287628"/>
                  </a:lnTo>
                  <a:lnTo>
                    <a:pt x="125920" y="297916"/>
                  </a:lnTo>
                  <a:lnTo>
                    <a:pt x="110652" y="303547"/>
                  </a:lnTo>
                  <a:lnTo>
                    <a:pt x="124382" y="303547"/>
                  </a:lnTo>
                  <a:lnTo>
                    <a:pt x="128765" y="301931"/>
                  </a:lnTo>
                  <a:lnTo>
                    <a:pt x="116722" y="269198"/>
                  </a:lnTo>
                  <a:close/>
                </a:path>
                <a:path w="141604" h="323214">
                  <a:moveTo>
                    <a:pt x="17677" y="0"/>
                  </a:moveTo>
                  <a:lnTo>
                    <a:pt x="0" y="6520"/>
                  </a:lnTo>
                  <a:lnTo>
                    <a:pt x="99044" y="275717"/>
                  </a:lnTo>
                  <a:lnTo>
                    <a:pt x="113465" y="287628"/>
                  </a:lnTo>
                  <a:lnTo>
                    <a:pt x="116722" y="269198"/>
                  </a:lnTo>
                  <a:lnTo>
                    <a:pt x="17677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38824" y="5088636"/>
              <a:ext cx="246888" cy="47243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432711" y="5103972"/>
              <a:ext cx="121285" cy="327025"/>
            </a:xfrm>
            <a:custGeom>
              <a:avLst/>
              <a:gdLst/>
              <a:ahLst/>
              <a:cxnLst/>
              <a:rect l="l" t="t" r="r" b="b"/>
              <a:pathLst>
                <a:path w="121284" h="327025">
                  <a:moveTo>
                    <a:pt x="13063" y="235070"/>
                  </a:moveTo>
                  <a:lnTo>
                    <a:pt x="3002" y="237726"/>
                  </a:lnTo>
                  <a:lnTo>
                    <a:pt x="0" y="242886"/>
                  </a:lnTo>
                  <a:lnTo>
                    <a:pt x="22122" y="326900"/>
                  </a:lnTo>
                  <a:lnTo>
                    <a:pt x="38029" y="311381"/>
                  </a:lnTo>
                  <a:lnTo>
                    <a:pt x="36191" y="311381"/>
                  </a:lnTo>
                  <a:lnTo>
                    <a:pt x="18036" y="306344"/>
                  </a:lnTo>
                  <a:lnTo>
                    <a:pt x="27339" y="272726"/>
                  </a:lnTo>
                  <a:lnTo>
                    <a:pt x="18215" y="238076"/>
                  </a:lnTo>
                  <a:lnTo>
                    <a:pt x="13063" y="235070"/>
                  </a:lnTo>
                  <a:close/>
                </a:path>
                <a:path w="121284" h="327025">
                  <a:moveTo>
                    <a:pt x="27339" y="272726"/>
                  </a:moveTo>
                  <a:lnTo>
                    <a:pt x="18036" y="306344"/>
                  </a:lnTo>
                  <a:lnTo>
                    <a:pt x="36191" y="311381"/>
                  </a:lnTo>
                  <a:lnTo>
                    <a:pt x="37553" y="306458"/>
                  </a:lnTo>
                  <a:lnTo>
                    <a:pt x="36221" y="306458"/>
                  </a:lnTo>
                  <a:lnTo>
                    <a:pt x="20539" y="302107"/>
                  </a:lnTo>
                  <a:lnTo>
                    <a:pt x="32104" y="290824"/>
                  </a:lnTo>
                  <a:lnTo>
                    <a:pt x="27339" y="272726"/>
                  </a:lnTo>
                  <a:close/>
                </a:path>
                <a:path w="121284" h="327025">
                  <a:moveTo>
                    <a:pt x="71126" y="252755"/>
                  </a:moveTo>
                  <a:lnTo>
                    <a:pt x="45494" y="277761"/>
                  </a:lnTo>
                  <a:lnTo>
                    <a:pt x="36191" y="311381"/>
                  </a:lnTo>
                  <a:lnTo>
                    <a:pt x="38029" y="311381"/>
                  </a:lnTo>
                  <a:lnTo>
                    <a:pt x="84273" y="266265"/>
                  </a:lnTo>
                  <a:lnTo>
                    <a:pt x="84350" y="260294"/>
                  </a:lnTo>
                  <a:lnTo>
                    <a:pt x="77090" y="252832"/>
                  </a:lnTo>
                  <a:lnTo>
                    <a:pt x="71126" y="252755"/>
                  </a:lnTo>
                  <a:close/>
                </a:path>
                <a:path w="121284" h="327025">
                  <a:moveTo>
                    <a:pt x="32104" y="290824"/>
                  </a:moveTo>
                  <a:lnTo>
                    <a:pt x="20539" y="302107"/>
                  </a:lnTo>
                  <a:lnTo>
                    <a:pt x="36221" y="306458"/>
                  </a:lnTo>
                  <a:lnTo>
                    <a:pt x="32104" y="290824"/>
                  </a:lnTo>
                  <a:close/>
                </a:path>
                <a:path w="121284" h="327025">
                  <a:moveTo>
                    <a:pt x="45494" y="277761"/>
                  </a:moveTo>
                  <a:lnTo>
                    <a:pt x="32104" y="290824"/>
                  </a:lnTo>
                  <a:lnTo>
                    <a:pt x="36221" y="306458"/>
                  </a:lnTo>
                  <a:lnTo>
                    <a:pt x="37553" y="306458"/>
                  </a:lnTo>
                  <a:lnTo>
                    <a:pt x="45494" y="277761"/>
                  </a:lnTo>
                  <a:close/>
                </a:path>
                <a:path w="121284" h="327025">
                  <a:moveTo>
                    <a:pt x="102811" y="0"/>
                  </a:moveTo>
                  <a:lnTo>
                    <a:pt x="27339" y="272726"/>
                  </a:lnTo>
                  <a:lnTo>
                    <a:pt x="32104" y="290824"/>
                  </a:lnTo>
                  <a:lnTo>
                    <a:pt x="45494" y="277761"/>
                  </a:lnTo>
                  <a:lnTo>
                    <a:pt x="120966" y="5035"/>
                  </a:lnTo>
                  <a:lnTo>
                    <a:pt x="102811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06464" y="5085588"/>
              <a:ext cx="316992" cy="47548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536184" y="5102253"/>
              <a:ext cx="177165" cy="328295"/>
            </a:xfrm>
            <a:custGeom>
              <a:avLst/>
              <a:gdLst/>
              <a:ahLst/>
              <a:cxnLst/>
              <a:rect l="l" t="t" r="r" b="b"/>
              <a:pathLst>
                <a:path w="177165" h="328295">
                  <a:moveTo>
                    <a:pt x="108723" y="265102"/>
                  </a:moveTo>
                  <a:lnTo>
                    <a:pt x="102889" y="266339"/>
                  </a:lnTo>
                  <a:lnTo>
                    <a:pt x="97215" y="275071"/>
                  </a:lnTo>
                  <a:lnTo>
                    <a:pt x="98451" y="280913"/>
                  </a:lnTo>
                  <a:lnTo>
                    <a:pt x="171192" y="328289"/>
                  </a:lnTo>
                  <a:lnTo>
                    <a:pt x="171967" y="315807"/>
                  </a:lnTo>
                  <a:lnTo>
                    <a:pt x="154377" y="315807"/>
                  </a:lnTo>
                  <a:lnTo>
                    <a:pt x="138721" y="284640"/>
                  </a:lnTo>
                  <a:lnTo>
                    <a:pt x="108723" y="265102"/>
                  </a:lnTo>
                  <a:close/>
                </a:path>
                <a:path w="177165" h="328295">
                  <a:moveTo>
                    <a:pt x="138721" y="284640"/>
                  </a:moveTo>
                  <a:lnTo>
                    <a:pt x="154377" y="315807"/>
                  </a:lnTo>
                  <a:lnTo>
                    <a:pt x="163954" y="310983"/>
                  </a:lnTo>
                  <a:lnTo>
                    <a:pt x="153391" y="310983"/>
                  </a:lnTo>
                  <a:lnTo>
                    <a:pt x="154393" y="294847"/>
                  </a:lnTo>
                  <a:lnTo>
                    <a:pt x="138721" y="284640"/>
                  </a:lnTo>
                  <a:close/>
                </a:path>
                <a:path w="177165" h="328295">
                  <a:moveTo>
                    <a:pt x="162243" y="236449"/>
                  </a:moveTo>
                  <a:lnTo>
                    <a:pt x="157773" y="240402"/>
                  </a:lnTo>
                  <a:lnTo>
                    <a:pt x="155553" y="276166"/>
                  </a:lnTo>
                  <a:lnTo>
                    <a:pt x="171207" y="307331"/>
                  </a:lnTo>
                  <a:lnTo>
                    <a:pt x="154377" y="315807"/>
                  </a:lnTo>
                  <a:lnTo>
                    <a:pt x="171967" y="315807"/>
                  </a:lnTo>
                  <a:lnTo>
                    <a:pt x="176575" y="241573"/>
                  </a:lnTo>
                  <a:lnTo>
                    <a:pt x="172628" y="237096"/>
                  </a:lnTo>
                  <a:lnTo>
                    <a:pt x="162243" y="236449"/>
                  </a:lnTo>
                  <a:close/>
                </a:path>
                <a:path w="177165" h="328295">
                  <a:moveTo>
                    <a:pt x="154393" y="294847"/>
                  </a:moveTo>
                  <a:lnTo>
                    <a:pt x="153391" y="310983"/>
                  </a:lnTo>
                  <a:lnTo>
                    <a:pt x="167929" y="303663"/>
                  </a:lnTo>
                  <a:lnTo>
                    <a:pt x="154393" y="294847"/>
                  </a:lnTo>
                  <a:close/>
                </a:path>
                <a:path w="177165" h="328295">
                  <a:moveTo>
                    <a:pt x="155553" y="276166"/>
                  </a:moveTo>
                  <a:lnTo>
                    <a:pt x="154393" y="294847"/>
                  </a:lnTo>
                  <a:lnTo>
                    <a:pt x="167929" y="303663"/>
                  </a:lnTo>
                  <a:lnTo>
                    <a:pt x="153391" y="310983"/>
                  </a:lnTo>
                  <a:lnTo>
                    <a:pt x="163954" y="310983"/>
                  </a:lnTo>
                  <a:lnTo>
                    <a:pt x="171207" y="307331"/>
                  </a:lnTo>
                  <a:lnTo>
                    <a:pt x="155553" y="276166"/>
                  </a:lnTo>
                  <a:close/>
                </a:path>
                <a:path w="177165" h="328295">
                  <a:moveTo>
                    <a:pt x="16830" y="0"/>
                  </a:moveTo>
                  <a:lnTo>
                    <a:pt x="0" y="8474"/>
                  </a:lnTo>
                  <a:lnTo>
                    <a:pt x="138721" y="284640"/>
                  </a:lnTo>
                  <a:lnTo>
                    <a:pt x="154393" y="294847"/>
                  </a:lnTo>
                  <a:lnTo>
                    <a:pt x="155553" y="276166"/>
                  </a:lnTo>
                  <a:lnTo>
                    <a:pt x="1683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5197776" y="5430992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3"/>
                  </a:lnTo>
                  <a:lnTo>
                    <a:pt x="179510" y="90793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5197776" y="5430992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5428761" y="5430504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5428761" y="5430504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6365089" y="5430830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6365089" y="5430830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6617601" y="5430504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6617601" y="5430504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5748130" y="4576169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5748130" y="4576169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84005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xfrm>
            <a:off x="657594" y="6546850"/>
            <a:ext cx="22986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>
                <a:solidFill>
                  <a:schemeClr val="bg1"/>
                </a:solidFill>
              </a:rPr>
              <a:pPr marL="38100">
                <a:spcBef>
                  <a:spcPts val="45"/>
                </a:spcBef>
              </a:pPr>
              <a:t>12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xfrm>
            <a:off x="7010400" y="6616700"/>
            <a:ext cx="2066561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 dirty="0">
                <a:solidFill>
                  <a:schemeClr val="bg1"/>
                </a:solidFill>
              </a:rPr>
              <a:t>Presented by    Dr. AKHTAR JAMIL </a:t>
            </a:r>
            <a:endParaRPr spc="-9" dirty="0">
              <a:solidFill>
                <a:schemeClr val="bg1"/>
              </a:solidFill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dt" sz="half" idx="6"/>
          </p:nvPr>
        </p:nvSpPr>
        <p:spPr>
          <a:xfrm>
            <a:off x="4489074" y="6616700"/>
            <a:ext cx="1079500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5C323903-5C7D-4618-B713-C8614F7C5993}" type="datetime1">
              <a:rPr lang="en-US" spc="-9" smtClean="0">
                <a:solidFill>
                  <a:schemeClr val="bg1"/>
                </a:solidFill>
              </a:rPr>
              <a:t>3/24/2022</a:t>
            </a:fld>
            <a:endParaRPr spc="-9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E2308BD-67F9-4E33-9C88-E08AB5DC3F95}" type="slidenum">
              <a:rPr lang="he-IL" altLang="en-US" sz="1400"/>
              <a:pPr eaLnBrk="1" hangingPunct="1"/>
              <a:t>13</a:t>
            </a:fld>
            <a:endParaRPr lang="en-US" altLang="en-US" sz="14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93737" y="430485"/>
            <a:ext cx="7793038" cy="1143000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Decision Trees	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981200"/>
            <a:ext cx="7351713" cy="1487488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altLang="en-US" dirty="0"/>
              <a:t>Use a decision tree to p</a:t>
            </a:r>
            <a:r>
              <a:rPr lang="en-US" altLang="en-US" dirty="0">
                <a:solidFill>
                  <a:srgbClr val="00B050"/>
                </a:solidFill>
              </a:rPr>
              <a:t>redict categories for new events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Use </a:t>
            </a:r>
            <a:r>
              <a:rPr lang="en-US" altLang="en-US" dirty="0">
                <a:solidFill>
                  <a:srgbClr val="FF0000"/>
                </a:solidFill>
              </a:rPr>
              <a:t>training data </a:t>
            </a:r>
            <a:r>
              <a:rPr lang="en-US" altLang="en-US" dirty="0"/>
              <a:t>to build the decision tree.</a:t>
            </a:r>
          </a:p>
          <a:p>
            <a:pPr eaLnBrk="1" hangingPunct="1"/>
            <a:endParaRPr lang="en-US" altLang="en-US" dirty="0"/>
          </a:p>
        </p:txBody>
      </p:sp>
      <p:grpSp>
        <p:nvGrpSpPr>
          <p:cNvPr id="5125" name="Group 14"/>
          <p:cNvGrpSpPr>
            <a:grpSpLocks/>
          </p:cNvGrpSpPr>
          <p:nvPr/>
        </p:nvGrpSpPr>
        <p:grpSpPr bwMode="auto">
          <a:xfrm>
            <a:off x="3200400" y="3657600"/>
            <a:ext cx="3352800" cy="2286000"/>
            <a:chOff x="2112" y="2352"/>
            <a:chExt cx="2112" cy="1440"/>
          </a:xfrm>
        </p:grpSpPr>
        <p:sp>
          <p:nvSpPr>
            <p:cNvPr id="5126" name="AutoShape 6"/>
            <p:cNvSpPr>
              <a:spLocks noChangeArrowheads="1"/>
            </p:cNvSpPr>
            <p:nvPr/>
          </p:nvSpPr>
          <p:spPr bwMode="auto">
            <a:xfrm>
              <a:off x="3408" y="2352"/>
              <a:ext cx="816" cy="384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/>
              <a:r>
                <a:rPr lang="en-US" altLang="en-US" sz="1800"/>
                <a:t>New</a:t>
              </a:r>
            </a:p>
            <a:p>
              <a:pPr algn="ctr" eaLnBrk="1" hangingPunct="1"/>
              <a:r>
                <a:rPr lang="en-US" altLang="en-US" sz="1800"/>
                <a:t>Events</a:t>
              </a:r>
            </a:p>
          </p:txBody>
        </p:sp>
        <p:sp>
          <p:nvSpPr>
            <p:cNvPr id="5127" name="AutoShape 7"/>
            <p:cNvSpPr>
              <a:spLocks noChangeArrowheads="1"/>
            </p:cNvSpPr>
            <p:nvPr/>
          </p:nvSpPr>
          <p:spPr bwMode="auto">
            <a:xfrm>
              <a:off x="3408" y="2976"/>
              <a:ext cx="816" cy="384"/>
            </a:xfrm>
            <a:prstGeom prst="roundRect">
              <a:avLst>
                <a:gd name="adj" fmla="val 16667"/>
              </a:avLst>
            </a:prstGeom>
            <a:solidFill>
              <a:srgbClr val="0099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/>
              <a:r>
                <a:rPr lang="en-US" altLang="en-US" sz="1800"/>
                <a:t>Decision</a:t>
              </a:r>
            </a:p>
            <a:p>
              <a:pPr algn="ctr" eaLnBrk="1" hangingPunct="1"/>
              <a:r>
                <a:rPr lang="en-US" altLang="en-US" sz="1800"/>
                <a:t>Tree</a:t>
              </a:r>
            </a:p>
          </p:txBody>
        </p:sp>
        <p:sp>
          <p:nvSpPr>
            <p:cNvPr id="5128" name="AutoShape 8"/>
            <p:cNvSpPr>
              <a:spLocks noChangeArrowheads="1"/>
            </p:cNvSpPr>
            <p:nvPr/>
          </p:nvSpPr>
          <p:spPr bwMode="auto">
            <a:xfrm>
              <a:off x="3408" y="3600"/>
              <a:ext cx="816" cy="192"/>
            </a:xfrm>
            <a:prstGeom prst="roundRect">
              <a:avLst>
                <a:gd name="adj" fmla="val 16667"/>
              </a:avLst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/>
              <a:r>
                <a:rPr lang="en-US" altLang="en-US" sz="1800"/>
                <a:t>Category</a:t>
              </a:r>
            </a:p>
          </p:txBody>
        </p:sp>
        <p:sp>
          <p:nvSpPr>
            <p:cNvPr id="5129" name="AutoShape 9"/>
            <p:cNvSpPr>
              <a:spLocks noChangeArrowheads="1"/>
            </p:cNvSpPr>
            <p:nvPr/>
          </p:nvSpPr>
          <p:spPr bwMode="auto">
            <a:xfrm>
              <a:off x="2112" y="2856"/>
              <a:ext cx="816" cy="624"/>
            </a:xfrm>
            <a:prstGeom prst="roundRect">
              <a:avLst>
                <a:gd name="adj" fmla="val 16667"/>
              </a:avLst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/>
              <a:r>
                <a:rPr lang="en-US" altLang="en-US" sz="1800"/>
                <a:t>Training</a:t>
              </a:r>
            </a:p>
            <a:p>
              <a:pPr algn="ctr" eaLnBrk="1" hangingPunct="1"/>
              <a:r>
                <a:rPr lang="en-US" altLang="en-US" sz="1800"/>
                <a:t>Events and</a:t>
              </a:r>
            </a:p>
            <a:p>
              <a:pPr algn="ctr" eaLnBrk="1" hangingPunct="1"/>
              <a:r>
                <a:rPr lang="en-US" altLang="en-US" sz="1800"/>
                <a:t>Categories </a:t>
              </a:r>
            </a:p>
          </p:txBody>
        </p:sp>
        <p:sp>
          <p:nvSpPr>
            <p:cNvPr id="5130" name="Line 10"/>
            <p:cNvSpPr>
              <a:spLocks noChangeShapeType="1"/>
            </p:cNvSpPr>
            <p:nvPr/>
          </p:nvSpPr>
          <p:spPr bwMode="auto">
            <a:xfrm>
              <a:off x="2928" y="3168"/>
              <a:ext cx="4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31" name="Line 11"/>
            <p:cNvSpPr>
              <a:spLocks noChangeShapeType="1"/>
            </p:cNvSpPr>
            <p:nvPr/>
          </p:nvSpPr>
          <p:spPr bwMode="auto">
            <a:xfrm>
              <a:off x="3792" y="2736"/>
              <a:ext cx="0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32" name="Line 12"/>
            <p:cNvSpPr>
              <a:spLocks noChangeShapeType="1"/>
            </p:cNvSpPr>
            <p:nvPr/>
          </p:nvSpPr>
          <p:spPr bwMode="auto">
            <a:xfrm>
              <a:off x="3792" y="3360"/>
              <a:ext cx="0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5D70E-87FF-4580-91D7-0CD94F3CF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D38AA5-60A5-4771-A569-6A0E34538D20}" type="datetime1">
              <a:rPr lang="en-US" smtClean="0"/>
              <a:t>3/24/2022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A68F95-6208-4638-B99F-8FEB849C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Presented by    Dr. AKHTAR JAMIL </a:t>
            </a:r>
          </a:p>
        </p:txBody>
      </p:sp>
    </p:spTree>
    <p:extLst>
      <p:ext uri="{BB962C8B-B14F-4D97-AF65-F5344CB8AC3E}">
        <p14:creationId xmlns:p14="http://schemas.microsoft.com/office/powerpoint/2010/main" val="2355418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14B33-7CAC-43B6-9AA7-C675C6B696F0}" type="datetime1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and Regression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6400"/>
            <a:ext cx="8138862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58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03E3649-C03D-4A57-88C9-C4FEB4E9A552}" type="slidenum">
              <a:rPr lang="he-IL" altLang="en-US" sz="1400"/>
              <a:pPr eaLnBrk="1" hangingPunct="1"/>
              <a:t>15</a:t>
            </a:fld>
            <a:endParaRPr lang="en-US" altLang="en-US" sz="1400"/>
          </a:p>
        </p:txBody>
      </p:sp>
      <p:sp>
        <p:nvSpPr>
          <p:cNvPr id="6147" name="Line 2"/>
          <p:cNvSpPr>
            <a:spLocks noChangeShapeType="1"/>
          </p:cNvSpPr>
          <p:nvPr/>
        </p:nvSpPr>
        <p:spPr bwMode="auto">
          <a:xfrm flipH="1">
            <a:off x="1600200" y="2209800"/>
            <a:ext cx="2590800" cy="16764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48" name="Line 3"/>
          <p:cNvSpPr>
            <a:spLocks noChangeShapeType="1"/>
          </p:cNvSpPr>
          <p:nvPr/>
        </p:nvSpPr>
        <p:spPr bwMode="auto">
          <a:xfrm>
            <a:off x="4876800" y="2209800"/>
            <a:ext cx="1905000" cy="16764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49" name="Line 4"/>
          <p:cNvSpPr>
            <a:spLocks noChangeShapeType="1"/>
          </p:cNvSpPr>
          <p:nvPr/>
        </p:nvSpPr>
        <p:spPr bwMode="auto">
          <a:xfrm flipH="1">
            <a:off x="457200" y="4343400"/>
            <a:ext cx="914400" cy="14478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0" name="Line 5"/>
          <p:cNvSpPr>
            <a:spLocks noChangeShapeType="1"/>
          </p:cNvSpPr>
          <p:nvPr/>
        </p:nvSpPr>
        <p:spPr bwMode="auto">
          <a:xfrm>
            <a:off x="1676400" y="4343400"/>
            <a:ext cx="1066800" cy="14478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1" name="Line 6"/>
          <p:cNvSpPr>
            <a:spLocks noChangeShapeType="1"/>
          </p:cNvSpPr>
          <p:nvPr/>
        </p:nvSpPr>
        <p:spPr bwMode="auto">
          <a:xfrm>
            <a:off x="4419600" y="2286000"/>
            <a:ext cx="0" cy="16002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152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Decision Tree Representation</a:t>
            </a:r>
          </a:p>
        </p:txBody>
      </p:sp>
      <p:sp>
        <p:nvSpPr>
          <p:cNvPr id="6153" name="Text Box 8"/>
          <p:cNvSpPr txBox="1">
            <a:spLocks noChangeArrowheads="1"/>
          </p:cNvSpPr>
          <p:nvPr/>
        </p:nvSpPr>
        <p:spPr bwMode="auto">
          <a:xfrm>
            <a:off x="3810000" y="1752600"/>
            <a:ext cx="1262063" cy="495300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Outlook</a:t>
            </a:r>
          </a:p>
        </p:txBody>
      </p:sp>
      <p:sp>
        <p:nvSpPr>
          <p:cNvPr id="6154" name="Text Box 9"/>
          <p:cNvSpPr txBox="1">
            <a:spLocks noChangeArrowheads="1"/>
          </p:cNvSpPr>
          <p:nvPr/>
        </p:nvSpPr>
        <p:spPr bwMode="auto">
          <a:xfrm>
            <a:off x="2362200" y="2743200"/>
            <a:ext cx="1054100" cy="4953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Sunny</a:t>
            </a:r>
          </a:p>
        </p:txBody>
      </p:sp>
      <p:sp>
        <p:nvSpPr>
          <p:cNvPr id="6155" name="Text Box 10"/>
          <p:cNvSpPr txBox="1">
            <a:spLocks noChangeArrowheads="1"/>
          </p:cNvSpPr>
          <p:nvPr/>
        </p:nvSpPr>
        <p:spPr bwMode="auto">
          <a:xfrm>
            <a:off x="3733800" y="2743200"/>
            <a:ext cx="1400175" cy="4953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  <a:prstDash val="dash"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Overcast</a:t>
            </a:r>
          </a:p>
        </p:txBody>
      </p:sp>
      <p:sp>
        <p:nvSpPr>
          <p:cNvPr id="6156" name="Text Box 11"/>
          <p:cNvSpPr txBox="1">
            <a:spLocks noChangeArrowheads="1"/>
          </p:cNvSpPr>
          <p:nvPr/>
        </p:nvSpPr>
        <p:spPr bwMode="auto">
          <a:xfrm>
            <a:off x="5486400" y="2743200"/>
            <a:ext cx="811213" cy="4953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  <a:prstDash val="dash"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Rain</a:t>
            </a:r>
          </a:p>
        </p:txBody>
      </p:sp>
      <p:sp>
        <p:nvSpPr>
          <p:cNvPr id="6157" name="Text Box 12"/>
          <p:cNvSpPr txBox="1">
            <a:spLocks noChangeArrowheads="1"/>
          </p:cNvSpPr>
          <p:nvPr/>
        </p:nvSpPr>
        <p:spPr bwMode="auto">
          <a:xfrm>
            <a:off x="838200" y="3886200"/>
            <a:ext cx="1416050" cy="495300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Humidity</a:t>
            </a:r>
          </a:p>
        </p:txBody>
      </p:sp>
      <p:sp>
        <p:nvSpPr>
          <p:cNvPr id="6158" name="Text Box 13"/>
          <p:cNvSpPr txBox="1">
            <a:spLocks noChangeArrowheads="1"/>
          </p:cNvSpPr>
          <p:nvPr/>
        </p:nvSpPr>
        <p:spPr bwMode="auto">
          <a:xfrm>
            <a:off x="304800" y="4953000"/>
            <a:ext cx="836613" cy="4953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High</a:t>
            </a:r>
          </a:p>
        </p:txBody>
      </p:sp>
      <p:sp>
        <p:nvSpPr>
          <p:cNvPr id="6159" name="Text Box 14"/>
          <p:cNvSpPr txBox="1">
            <a:spLocks noChangeArrowheads="1"/>
          </p:cNvSpPr>
          <p:nvPr/>
        </p:nvSpPr>
        <p:spPr bwMode="auto">
          <a:xfrm>
            <a:off x="1828800" y="4953000"/>
            <a:ext cx="1185863" cy="4953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Normal</a:t>
            </a:r>
          </a:p>
        </p:txBody>
      </p:sp>
      <p:sp>
        <p:nvSpPr>
          <p:cNvPr id="6160" name="Text Box 15"/>
          <p:cNvSpPr txBox="1">
            <a:spLocks noChangeArrowheads="1"/>
          </p:cNvSpPr>
          <p:nvPr/>
        </p:nvSpPr>
        <p:spPr bwMode="auto">
          <a:xfrm>
            <a:off x="152400" y="5791200"/>
            <a:ext cx="590550" cy="4953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No</a:t>
            </a:r>
          </a:p>
        </p:txBody>
      </p:sp>
      <p:sp>
        <p:nvSpPr>
          <p:cNvPr id="6161" name="Text Box 16"/>
          <p:cNvSpPr txBox="1">
            <a:spLocks noChangeArrowheads="1"/>
          </p:cNvSpPr>
          <p:nvPr/>
        </p:nvSpPr>
        <p:spPr bwMode="auto">
          <a:xfrm>
            <a:off x="2438400" y="5791200"/>
            <a:ext cx="695325" cy="4953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Yes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2286000" y="3886200"/>
            <a:ext cx="6078538" cy="457200"/>
            <a:chOff x="1440" y="2448"/>
            <a:chExt cx="3829" cy="288"/>
          </a:xfrm>
        </p:grpSpPr>
        <p:sp>
          <p:nvSpPr>
            <p:cNvPr id="6169" name="Text Box 18"/>
            <p:cNvSpPr txBox="1">
              <a:spLocks noChangeArrowheads="1"/>
            </p:cNvSpPr>
            <p:nvPr/>
          </p:nvSpPr>
          <p:spPr bwMode="auto">
            <a:xfrm>
              <a:off x="2064" y="2448"/>
              <a:ext cx="32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Each internal node tests an attribute</a:t>
              </a:r>
            </a:p>
          </p:txBody>
        </p:sp>
        <p:sp>
          <p:nvSpPr>
            <p:cNvPr id="6170" name="Line 19"/>
            <p:cNvSpPr>
              <a:spLocks noChangeShapeType="1"/>
            </p:cNvSpPr>
            <p:nvPr/>
          </p:nvSpPr>
          <p:spPr bwMode="auto">
            <a:xfrm flipH="1" flipV="1">
              <a:off x="1440" y="2592"/>
              <a:ext cx="62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3065463" y="4953000"/>
            <a:ext cx="5345112" cy="822325"/>
            <a:chOff x="1931" y="3120"/>
            <a:chExt cx="3367" cy="518"/>
          </a:xfrm>
        </p:grpSpPr>
        <p:sp>
          <p:nvSpPr>
            <p:cNvPr id="6167" name="Text Box 21"/>
            <p:cNvSpPr txBox="1">
              <a:spLocks noChangeArrowheads="1"/>
            </p:cNvSpPr>
            <p:nvPr/>
          </p:nvSpPr>
          <p:spPr bwMode="auto">
            <a:xfrm>
              <a:off x="2555" y="3120"/>
              <a:ext cx="2743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Each branch corresponds to an</a:t>
              </a:r>
            </a:p>
            <a:p>
              <a:pPr eaLnBrk="1" hangingPunct="1"/>
              <a:r>
                <a:rPr lang="en-US" altLang="en-US"/>
                <a:t>attribute value node</a:t>
              </a:r>
            </a:p>
          </p:txBody>
        </p:sp>
        <p:sp>
          <p:nvSpPr>
            <p:cNvPr id="6168" name="Line 22"/>
            <p:cNvSpPr>
              <a:spLocks noChangeShapeType="1"/>
            </p:cNvSpPr>
            <p:nvPr/>
          </p:nvSpPr>
          <p:spPr bwMode="auto">
            <a:xfrm flipH="1" flipV="1">
              <a:off x="1931" y="3264"/>
              <a:ext cx="624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3200400" y="5791200"/>
            <a:ext cx="5943600" cy="457200"/>
            <a:chOff x="2016" y="3648"/>
            <a:chExt cx="3744" cy="288"/>
          </a:xfrm>
        </p:grpSpPr>
        <p:sp>
          <p:nvSpPr>
            <p:cNvPr id="6165" name="Text Box 24"/>
            <p:cNvSpPr txBox="1">
              <a:spLocks noChangeArrowheads="1"/>
            </p:cNvSpPr>
            <p:nvPr/>
          </p:nvSpPr>
          <p:spPr bwMode="auto">
            <a:xfrm>
              <a:off x="2433" y="3648"/>
              <a:ext cx="33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Each leaf node assigns a classification</a:t>
              </a:r>
            </a:p>
          </p:txBody>
        </p:sp>
        <p:sp>
          <p:nvSpPr>
            <p:cNvPr id="6166" name="Line 25"/>
            <p:cNvSpPr>
              <a:spLocks noChangeShapeType="1"/>
            </p:cNvSpPr>
            <p:nvPr/>
          </p:nvSpPr>
          <p:spPr bwMode="auto">
            <a:xfrm flipH="1" flipV="1">
              <a:off x="2016" y="3792"/>
              <a:ext cx="38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E6E2A-E420-4EE0-814C-16CB44EB2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92E9-21E5-4D05-AAD1-E4A1B292A300}" type="datetime1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2478B-667B-4057-A1AE-29EDB8D24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64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Algorithm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5C608-37A7-4E21-BFF1-DBA519A24772}" type="datetime1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33400" y="1905000"/>
            <a:ext cx="8283575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The basic algorithm of decision tree employees </a:t>
            </a:r>
            <a:r>
              <a:rPr lang="en-US" altLang="en-US" sz="2800" dirty="0">
                <a:solidFill>
                  <a:srgbClr val="FF0000"/>
                </a:solidFill>
              </a:rPr>
              <a:t>top-down and greedy search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The main algorithm that we will discuss is </a:t>
            </a:r>
            <a:r>
              <a:rPr lang="en-US" altLang="en-US" sz="2800" dirty="0">
                <a:solidFill>
                  <a:srgbClr val="07AE77"/>
                </a:solidFill>
              </a:rPr>
              <a:t>ID3 </a:t>
            </a:r>
            <a:r>
              <a:rPr lang="en-US" altLang="en-US" sz="2800" dirty="0"/>
              <a:t>developed by </a:t>
            </a:r>
            <a:r>
              <a:rPr lang="en-US" altLang="en-US" sz="2800" dirty="0">
                <a:solidFill>
                  <a:srgbClr val="FF0000"/>
                </a:solidFill>
              </a:rPr>
              <a:t>Ross Quinlan  (1986)</a:t>
            </a:r>
          </a:p>
        </p:txBody>
      </p:sp>
    </p:spTree>
    <p:extLst>
      <p:ext uri="{BB962C8B-B14F-4D97-AF65-F5344CB8AC3E}">
        <p14:creationId xmlns:p14="http://schemas.microsoft.com/office/powerpoint/2010/main" val="3123256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B104FE8-5ED7-4B09-991B-E341FA9E7381}" type="slidenum">
              <a:rPr lang="he-IL" altLang="en-US" sz="1400"/>
              <a:pPr eaLnBrk="1" hangingPunct="1"/>
              <a:t>17</a:t>
            </a:fld>
            <a:endParaRPr lang="en-US" altLang="en-US" sz="14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854868" y="762000"/>
            <a:ext cx="7793038" cy="762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ID3 Algorithm</a:t>
            </a:r>
          </a:p>
        </p:txBody>
      </p:sp>
      <p:sp>
        <p:nvSpPr>
          <p:cNvPr id="16388" name="Text Box 3"/>
          <p:cNvSpPr txBox="1">
            <a:spLocks noChangeArrowheads="1"/>
          </p:cNvSpPr>
          <p:nvPr/>
        </p:nvSpPr>
        <p:spPr bwMode="auto">
          <a:xfrm>
            <a:off x="533400" y="1905000"/>
            <a:ext cx="8283575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b="1" dirty="0"/>
              <a:t>Iterative </a:t>
            </a:r>
            <a:r>
              <a:rPr lang="en-US" b="1" dirty="0" err="1"/>
              <a:t>Dichotomiser</a:t>
            </a:r>
            <a:endParaRPr lang="en-US" altLang="en-US" dirty="0"/>
          </a:p>
          <a:p>
            <a:pPr eaLnBrk="1" hangingPunct="1">
              <a:buFontTx/>
              <a:buAutoNum type="arabicPeriod"/>
            </a:pPr>
            <a:r>
              <a:rPr lang="en-US" altLang="en-US" dirty="0"/>
              <a:t>A </a:t>
            </a:r>
            <a:r>
              <a:rPr lang="en-US" altLang="en-US" dirty="0">
                <a:sym typeface="Symbol" panose="05050102010706020507" pitchFamily="18" charset="2"/>
              </a:rPr>
              <a:t> select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the “best” decision attribute </a:t>
            </a:r>
            <a:r>
              <a:rPr lang="en-US" altLang="en-US" dirty="0">
                <a:sym typeface="Symbol" panose="05050102010706020507" pitchFamily="18" charset="2"/>
              </a:rPr>
              <a:t>to split the examples</a:t>
            </a:r>
            <a:endParaRPr lang="en-US" altLang="en-US" i="1" dirty="0">
              <a:sym typeface="Symbol" panose="05050102010706020507" pitchFamily="18" charset="2"/>
            </a:endParaRPr>
          </a:p>
          <a:p>
            <a:pPr eaLnBrk="1" hangingPunct="1">
              <a:buFontTx/>
              <a:buAutoNum type="arabicPeriod"/>
            </a:pPr>
            <a:r>
              <a:rPr lang="en-US" altLang="en-US" dirty="0"/>
              <a:t>For each value of A create </a:t>
            </a:r>
            <a:r>
              <a:rPr lang="en-US" altLang="en-US" dirty="0">
                <a:solidFill>
                  <a:srgbClr val="00B0F0"/>
                </a:solidFill>
              </a:rPr>
              <a:t>new child nodes </a:t>
            </a:r>
            <a:endParaRPr lang="en-US" altLang="en-US" i="1" dirty="0">
              <a:solidFill>
                <a:srgbClr val="00B0F0"/>
              </a:solidFill>
            </a:endParaRPr>
          </a:p>
          <a:p>
            <a:pPr eaLnBrk="1" hangingPunct="1">
              <a:buFontTx/>
              <a:buAutoNum type="arabicPeriod"/>
            </a:pPr>
            <a:r>
              <a:rPr lang="en-US" altLang="en-US" dirty="0"/>
              <a:t>Split training examples according to the </a:t>
            </a:r>
            <a:r>
              <a:rPr lang="en-US" altLang="en-US" dirty="0">
                <a:solidFill>
                  <a:srgbClr val="00B0F0"/>
                </a:solidFill>
              </a:rPr>
              <a:t>attribute value </a:t>
            </a:r>
            <a:r>
              <a:rPr lang="en-US" altLang="en-US" dirty="0"/>
              <a:t>(Sunny, Overcast, Rain)</a:t>
            </a:r>
          </a:p>
          <a:p>
            <a:pPr eaLnBrk="1" hangingPunct="1">
              <a:buFontTx/>
              <a:buAutoNum type="arabicPeriod"/>
            </a:pPr>
            <a:r>
              <a:rPr lang="en-US" altLang="en-US" dirty="0"/>
              <a:t>If all training examples are </a:t>
            </a:r>
            <a:r>
              <a:rPr lang="en-US" altLang="en-US" dirty="0">
                <a:solidFill>
                  <a:srgbClr val="FF0000"/>
                </a:solidFill>
              </a:rPr>
              <a:t>perfectly classified stop, else iterate over new</a:t>
            </a:r>
            <a:r>
              <a:rPr lang="sv-SE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>
                <a:solidFill>
                  <a:srgbClr val="FF0000"/>
                </a:solidFill>
              </a:rPr>
              <a:t>leaf nodes</a:t>
            </a:r>
            <a:r>
              <a:rPr lang="en-US" altLang="en-US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450874-223F-4A56-9464-EBEC37D1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8CDD-16D6-41FC-BE9E-DEA43624F783}" type="datetime1">
              <a:rPr lang="en-US" smtClean="0"/>
              <a:t>3/24/2022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3CB1D-EAB3-4508-9AA2-F3628622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603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18</a:t>
            </a:fld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E1A7DB7F-356A-48C2-BA4E-6A962705BA91}" type="datetime1">
              <a:rPr lang="en-US" spc="-9" smtClean="0"/>
              <a:t>3/24/2022</a:t>
            </a:fld>
            <a:endParaRPr spc="-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122" y="1420622"/>
            <a:ext cx="7396077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3" dirty="0"/>
              <a:t>Quality</a:t>
            </a:r>
            <a:r>
              <a:rPr spc="-26" dirty="0"/>
              <a:t> </a:t>
            </a:r>
            <a:r>
              <a:rPr spc="-18" dirty="0"/>
              <a:t>metric:</a:t>
            </a:r>
            <a:r>
              <a:rPr spc="-22" dirty="0"/>
              <a:t> </a:t>
            </a:r>
            <a:r>
              <a:rPr spc="-18" dirty="0"/>
              <a:t>Classification</a:t>
            </a:r>
            <a:r>
              <a:rPr spc="-22" dirty="0"/>
              <a:t> 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9592" y="2224705"/>
            <a:ext cx="6027008" cy="44220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35336" indent="-224690">
              <a:spcBef>
                <a:spcPts val="88"/>
              </a:spcBef>
              <a:buClr>
                <a:srgbClr val="5D5555"/>
              </a:buClr>
              <a:buFont typeface="Arial MT"/>
              <a:buChar char="•"/>
              <a:tabLst>
                <a:tab pos="235336" algn="l"/>
                <a:tab pos="235896" algn="l"/>
              </a:tabLst>
            </a:pPr>
            <a:r>
              <a:rPr sz="2800" spc="-18" dirty="0">
                <a:solidFill>
                  <a:srgbClr val="2B2728"/>
                </a:solidFill>
                <a:latin typeface="Calibri"/>
                <a:cs typeface="Calibri"/>
              </a:rPr>
              <a:t>Error</a:t>
            </a:r>
            <a:r>
              <a:rPr sz="2800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2B2728"/>
                </a:solidFill>
                <a:latin typeface="Calibri"/>
                <a:cs typeface="Calibri"/>
              </a:rPr>
              <a:t>measures</a:t>
            </a:r>
            <a:r>
              <a:rPr sz="2800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2B2728"/>
                </a:solidFill>
                <a:latin typeface="Calibri"/>
                <a:cs typeface="Calibri"/>
              </a:rPr>
              <a:t>fraction </a:t>
            </a:r>
            <a:r>
              <a:rPr sz="2800" spc="-9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2800" spc="-26" dirty="0">
                <a:solidFill>
                  <a:srgbClr val="2B2728"/>
                </a:solidFill>
                <a:latin typeface="Calibri"/>
                <a:cs typeface="Calibri"/>
              </a:rPr>
              <a:t> mistakes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3000" y="4170160"/>
            <a:ext cx="3657600" cy="855589"/>
          </a:xfrm>
          <a:prstGeom prst="rect">
            <a:avLst/>
          </a:prstGeom>
        </p:spPr>
        <p:txBody>
          <a:bodyPr vert="horz" wrap="square" lIns="0" tIns="64994" rIns="0" bIns="0" rtlCol="0">
            <a:spAutoFit/>
          </a:bodyPr>
          <a:lstStyle/>
          <a:p>
            <a:pPr marL="197793" indent="-187148">
              <a:spcBef>
                <a:spcPts val="512"/>
              </a:spcBef>
              <a:buClr>
                <a:srgbClr val="5D5555"/>
              </a:buClr>
              <a:buFont typeface="Lucida Sans Unicode"/>
              <a:buChar char="-"/>
              <a:tabLst>
                <a:tab pos="198355" algn="l"/>
              </a:tabLst>
            </a:pPr>
            <a:r>
              <a:rPr sz="2400" spc="-18" dirty="0">
                <a:solidFill>
                  <a:srgbClr val="2B2728"/>
                </a:solidFill>
                <a:latin typeface="Calibri"/>
                <a:cs typeface="Calibri"/>
              </a:rPr>
              <a:t>Best </a:t>
            </a:r>
            <a:r>
              <a:rPr sz="2400" spc="-13" dirty="0">
                <a:solidFill>
                  <a:srgbClr val="2B2728"/>
                </a:solidFill>
                <a:latin typeface="Calibri"/>
                <a:cs typeface="Calibri"/>
              </a:rPr>
              <a:t>possible</a:t>
            </a:r>
            <a:r>
              <a:rPr sz="2400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2B2728"/>
                </a:solidFill>
                <a:latin typeface="Calibri"/>
                <a:cs typeface="Calibri"/>
              </a:rPr>
              <a:t>value</a:t>
            </a:r>
            <a:r>
              <a:rPr sz="2400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B2728"/>
                </a:solidFill>
                <a:latin typeface="Calibri"/>
                <a:cs typeface="Calibri"/>
              </a:rPr>
              <a:t>:</a:t>
            </a:r>
            <a:r>
              <a:rPr sz="2400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srgbClr val="2B2728"/>
                </a:solidFill>
                <a:latin typeface="Calibri"/>
                <a:cs typeface="Calibri"/>
              </a:rPr>
              <a:t>0.0</a:t>
            </a:r>
            <a:endParaRPr sz="2400" dirty="0">
              <a:latin typeface="Calibri"/>
              <a:cs typeface="Calibri"/>
            </a:endParaRPr>
          </a:p>
          <a:p>
            <a:pPr marL="197793" indent="-187148">
              <a:spcBef>
                <a:spcPts val="424"/>
              </a:spcBef>
              <a:buClr>
                <a:srgbClr val="5D5555"/>
              </a:buClr>
              <a:buFont typeface="Lucida Sans Unicode"/>
              <a:buChar char="-"/>
              <a:tabLst>
                <a:tab pos="198355" algn="l"/>
              </a:tabLst>
            </a:pPr>
            <a:r>
              <a:rPr sz="2400" spc="-40" dirty="0">
                <a:solidFill>
                  <a:srgbClr val="2B2728"/>
                </a:solidFill>
                <a:latin typeface="Calibri"/>
                <a:cs typeface="Calibri"/>
              </a:rPr>
              <a:t>Worst</a:t>
            </a:r>
            <a:r>
              <a:rPr sz="2400" spc="-31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2B2728"/>
                </a:solidFill>
                <a:latin typeface="Calibri"/>
                <a:cs typeface="Calibri"/>
              </a:rPr>
              <a:t>possible</a:t>
            </a:r>
            <a:r>
              <a:rPr sz="2400" spc="-31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2B2728"/>
                </a:solidFill>
                <a:latin typeface="Calibri"/>
                <a:cs typeface="Calibri"/>
              </a:rPr>
              <a:t>value:</a:t>
            </a:r>
            <a:r>
              <a:rPr sz="2400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srgbClr val="2B2728"/>
                </a:solidFill>
                <a:latin typeface="Calibri"/>
                <a:cs typeface="Calibri"/>
              </a:rPr>
              <a:t>1.0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24023" y="3103409"/>
            <a:ext cx="4919777" cy="637052"/>
          </a:xfrm>
          <a:prstGeom prst="rect">
            <a:avLst/>
          </a:prstGeom>
          <a:solidFill>
            <a:srgbClr val="B0007E"/>
          </a:solidFill>
          <a:ln w="18861">
            <a:solidFill>
              <a:srgbClr val="80005B"/>
            </a:solidFill>
          </a:ln>
        </p:spPr>
        <p:txBody>
          <a:bodyPr vert="horz" wrap="square" lIns="0" tIns="21291" rIns="0" bIns="0" rtlCol="0">
            <a:spAutoFit/>
          </a:bodyPr>
          <a:lstStyle/>
          <a:p>
            <a:pPr marR="494766" algn="ctr">
              <a:spcBef>
                <a:spcPts val="168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Error</a:t>
            </a:r>
            <a:r>
              <a:rPr sz="2000" spc="1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000" u="heavy" spc="397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#</a:t>
            </a:r>
            <a:r>
              <a:rPr sz="2000" u="heavy" spc="13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incorrect</a:t>
            </a:r>
            <a:r>
              <a:rPr sz="2000" u="heavy" spc="9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predictions</a:t>
            </a:r>
            <a:endParaRPr sz="2000" dirty="0">
              <a:latin typeface="Calibri"/>
              <a:cs typeface="Calibri"/>
            </a:endParaRPr>
          </a:p>
          <a:p>
            <a:pPr marL="295851" algn="ctr">
              <a:spcBef>
                <a:spcPts val="22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2000" spc="-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examples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123" y="1245811"/>
            <a:ext cx="6329277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8" dirty="0"/>
              <a:t>How</a:t>
            </a:r>
            <a:r>
              <a:rPr spc="-35" dirty="0"/>
              <a:t> </a:t>
            </a:r>
            <a:r>
              <a:rPr spc="-9" dirty="0"/>
              <a:t>do</a:t>
            </a:r>
            <a:r>
              <a:rPr spc="-26" dirty="0"/>
              <a:t> we</a:t>
            </a:r>
            <a:r>
              <a:rPr spc="-31" dirty="0"/>
              <a:t> </a:t>
            </a:r>
            <a:r>
              <a:rPr spc="-13" dirty="0"/>
              <a:t>find</a:t>
            </a:r>
            <a:r>
              <a:rPr spc="-26" dirty="0"/>
              <a:t> </a:t>
            </a:r>
            <a:r>
              <a:rPr spc="-13" dirty="0"/>
              <a:t>the</a:t>
            </a:r>
            <a:r>
              <a:rPr spc="-31" dirty="0"/>
              <a:t> </a:t>
            </a:r>
            <a:r>
              <a:rPr spc="-22" dirty="0"/>
              <a:t>best</a:t>
            </a:r>
            <a:r>
              <a:rPr spc="-26" dirty="0"/>
              <a:t> </a:t>
            </a:r>
            <a:r>
              <a:rPr spc="-22" dirty="0"/>
              <a:t>tree?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7463" y="2022621"/>
            <a:ext cx="4855553" cy="559021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01099"/>
              </a:lnSpc>
              <a:spcBef>
                <a:spcPts val="66"/>
              </a:spcBef>
            </a:pPr>
            <a:r>
              <a:rPr spc="4" dirty="0">
                <a:solidFill>
                  <a:srgbClr val="B0007E"/>
                </a:solidFill>
                <a:latin typeface="Calibri"/>
                <a:cs typeface="Calibri"/>
              </a:rPr>
              <a:t>Exponentially</a:t>
            </a:r>
            <a:r>
              <a:rPr spc="9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B2728"/>
                </a:solidFill>
                <a:latin typeface="Calibri"/>
                <a:cs typeface="Calibri"/>
              </a:rPr>
              <a:t>large</a:t>
            </a:r>
            <a:r>
              <a:rPr spc="4" dirty="0">
                <a:solidFill>
                  <a:srgbClr val="2B2728"/>
                </a:solidFill>
                <a:latin typeface="Calibri"/>
                <a:cs typeface="Calibri"/>
              </a:rPr>
              <a:t> number</a:t>
            </a:r>
            <a:r>
              <a:rPr spc="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pc="4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pc="4" dirty="0">
                <a:solidFill>
                  <a:srgbClr val="2B2728"/>
                </a:solidFill>
                <a:latin typeface="Calibri"/>
                <a:cs typeface="Calibri"/>
              </a:rPr>
              <a:t>possible</a:t>
            </a:r>
            <a:r>
              <a:rPr spc="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B2728"/>
                </a:solidFill>
                <a:latin typeface="Calibri"/>
                <a:cs typeface="Calibri"/>
              </a:rPr>
              <a:t>trees </a:t>
            </a:r>
            <a:r>
              <a:rPr spc="-36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B2728"/>
                </a:solidFill>
                <a:latin typeface="Calibri"/>
                <a:cs typeface="Calibri"/>
              </a:rPr>
              <a:t>makes</a:t>
            </a:r>
            <a:r>
              <a:rPr spc="4" dirty="0">
                <a:solidFill>
                  <a:srgbClr val="2B2728"/>
                </a:solidFill>
                <a:latin typeface="Calibri"/>
                <a:cs typeface="Calibri"/>
              </a:rPr>
              <a:t> decision</a:t>
            </a:r>
            <a:r>
              <a:rPr spc="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B2728"/>
                </a:solidFill>
                <a:latin typeface="Calibri"/>
                <a:cs typeface="Calibri"/>
              </a:rPr>
              <a:t>tree</a:t>
            </a:r>
            <a:r>
              <a:rPr spc="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pc="4" dirty="0">
                <a:solidFill>
                  <a:srgbClr val="2B2728"/>
                </a:solidFill>
                <a:latin typeface="Calibri"/>
                <a:cs typeface="Calibri"/>
              </a:rPr>
              <a:t>learning</a:t>
            </a:r>
            <a:r>
              <a:rPr spc="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B0007E"/>
                </a:solidFill>
                <a:latin typeface="Calibri"/>
                <a:cs typeface="Calibri"/>
              </a:rPr>
              <a:t>hard</a:t>
            </a:r>
            <a:r>
              <a:rPr dirty="0">
                <a:solidFill>
                  <a:srgbClr val="2B2728"/>
                </a:solidFill>
                <a:latin typeface="Calibri"/>
                <a:cs typeface="Calibri"/>
              </a:rPr>
              <a:t>!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0462" y="2941558"/>
            <a:ext cx="4017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324" b="1" spc="-9" dirty="0">
                <a:solidFill>
                  <a:srgbClr val="118CC4"/>
                </a:solidFill>
                <a:latin typeface="Calibri"/>
                <a:cs typeface="Calibri"/>
              </a:rPr>
              <a:t>T</a:t>
            </a:r>
            <a:r>
              <a:rPr sz="1324" b="1" spc="-13" baseline="-16666" dirty="0">
                <a:solidFill>
                  <a:srgbClr val="118CC4"/>
                </a:solidFill>
                <a:latin typeface="Calibri"/>
                <a:cs typeface="Calibri"/>
              </a:rPr>
              <a:t>1</a:t>
            </a:r>
            <a:r>
              <a:rPr sz="1324" b="1" spc="-9" dirty="0">
                <a:solidFill>
                  <a:srgbClr val="118CC4"/>
                </a:solidFill>
                <a:latin typeface="Calibri"/>
                <a:cs typeface="Calibri"/>
              </a:rPr>
              <a:t>(X)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5819" y="2941558"/>
            <a:ext cx="4017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324" b="1" spc="-9" dirty="0">
                <a:solidFill>
                  <a:srgbClr val="118CC4"/>
                </a:solidFill>
                <a:latin typeface="Calibri"/>
                <a:cs typeface="Calibri"/>
              </a:rPr>
              <a:t>T</a:t>
            </a:r>
            <a:r>
              <a:rPr sz="1324" b="1" spc="-13" baseline="-16666" dirty="0">
                <a:solidFill>
                  <a:srgbClr val="118CC4"/>
                </a:solidFill>
                <a:latin typeface="Calibri"/>
                <a:cs typeface="Calibri"/>
              </a:rPr>
              <a:t>2</a:t>
            </a:r>
            <a:r>
              <a:rPr sz="1324" b="1" spc="-9" dirty="0">
                <a:solidFill>
                  <a:srgbClr val="118CC4"/>
                </a:solidFill>
                <a:latin typeface="Calibri"/>
                <a:cs typeface="Calibri"/>
              </a:rPr>
              <a:t>(X)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814" y="2987278"/>
            <a:ext cx="4017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324" b="1" spc="-9" dirty="0">
                <a:solidFill>
                  <a:srgbClr val="118CC4"/>
                </a:solidFill>
                <a:latin typeface="Calibri"/>
                <a:cs typeface="Calibri"/>
              </a:rPr>
              <a:t>T</a:t>
            </a:r>
            <a:r>
              <a:rPr sz="1324" b="1" spc="-13" baseline="-16666" dirty="0">
                <a:solidFill>
                  <a:srgbClr val="118CC4"/>
                </a:solidFill>
                <a:latin typeface="Calibri"/>
                <a:cs typeface="Calibri"/>
              </a:rPr>
              <a:t>3</a:t>
            </a:r>
            <a:r>
              <a:rPr sz="1324" b="1" spc="-9" dirty="0">
                <a:solidFill>
                  <a:srgbClr val="118CC4"/>
                </a:solidFill>
                <a:latin typeface="Calibri"/>
                <a:cs typeface="Calibri"/>
              </a:rPr>
              <a:t>(X)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0462" y="4240544"/>
            <a:ext cx="4017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324" b="1" spc="-9" dirty="0">
                <a:solidFill>
                  <a:srgbClr val="118CC4"/>
                </a:solidFill>
                <a:latin typeface="Calibri"/>
                <a:cs typeface="Calibri"/>
              </a:rPr>
              <a:t>T</a:t>
            </a:r>
            <a:r>
              <a:rPr sz="1324" b="1" spc="-13" baseline="-16666" dirty="0">
                <a:solidFill>
                  <a:srgbClr val="118CC4"/>
                </a:solidFill>
                <a:latin typeface="Calibri"/>
                <a:cs typeface="Calibri"/>
              </a:rPr>
              <a:t>4</a:t>
            </a:r>
            <a:r>
              <a:rPr sz="1324" b="1" spc="-9" dirty="0">
                <a:solidFill>
                  <a:srgbClr val="118CC4"/>
                </a:solidFill>
                <a:latin typeface="Calibri"/>
                <a:cs typeface="Calibri"/>
              </a:rPr>
              <a:t>(X)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7034" y="4251302"/>
            <a:ext cx="4017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324" b="1" spc="-9" dirty="0">
                <a:solidFill>
                  <a:srgbClr val="118CC4"/>
                </a:solidFill>
                <a:latin typeface="Calibri"/>
                <a:cs typeface="Calibri"/>
              </a:rPr>
              <a:t>T</a:t>
            </a:r>
            <a:r>
              <a:rPr sz="1324" b="1" spc="-13" baseline="-16666" dirty="0">
                <a:solidFill>
                  <a:srgbClr val="118CC4"/>
                </a:solidFill>
                <a:latin typeface="Calibri"/>
                <a:cs typeface="Calibri"/>
              </a:rPr>
              <a:t>5</a:t>
            </a:r>
            <a:r>
              <a:rPr sz="1324" b="1" spc="-9" dirty="0">
                <a:solidFill>
                  <a:srgbClr val="118CC4"/>
                </a:solidFill>
                <a:latin typeface="Calibri"/>
                <a:cs typeface="Calibri"/>
              </a:rPr>
              <a:t>(X)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83977" y="4259370"/>
            <a:ext cx="40173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sz="1324" b="1" spc="-9" dirty="0">
                <a:solidFill>
                  <a:srgbClr val="118CC4"/>
                </a:solidFill>
                <a:latin typeface="Calibri"/>
                <a:cs typeface="Calibri"/>
              </a:rPr>
              <a:t>T</a:t>
            </a:r>
            <a:r>
              <a:rPr sz="1324" b="1" spc="-13" baseline="-16666" dirty="0">
                <a:solidFill>
                  <a:srgbClr val="118CC4"/>
                </a:solidFill>
                <a:latin typeface="Calibri"/>
                <a:cs typeface="Calibri"/>
              </a:rPr>
              <a:t>6</a:t>
            </a:r>
            <a:r>
              <a:rPr sz="1324" b="1" spc="-9" dirty="0">
                <a:solidFill>
                  <a:srgbClr val="118CC4"/>
                </a:solidFill>
                <a:latin typeface="Calibri"/>
                <a:cs typeface="Calibri"/>
              </a:rPr>
              <a:t>(X)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91005" y="3229863"/>
            <a:ext cx="1457885" cy="878541"/>
            <a:chOff x="1084072" y="3660511"/>
            <a:chExt cx="1652270" cy="995680"/>
          </a:xfrm>
        </p:grpSpPr>
        <p:sp>
          <p:nvSpPr>
            <p:cNvPr id="11" name="object 11"/>
            <p:cNvSpPr/>
            <p:nvPr/>
          </p:nvSpPr>
          <p:spPr>
            <a:xfrm>
              <a:off x="1095368" y="4067340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4" h="133350">
                  <a:moveTo>
                    <a:pt x="234953" y="0"/>
                  </a:moveTo>
                  <a:lnTo>
                    <a:pt x="0" y="66461"/>
                  </a:lnTo>
                  <a:lnTo>
                    <a:pt x="234953" y="132923"/>
                  </a:lnTo>
                  <a:lnTo>
                    <a:pt x="469907" y="66461"/>
                  </a:lnTo>
                  <a:lnTo>
                    <a:pt x="234953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1095368" y="4067340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4" h="133350">
                  <a:moveTo>
                    <a:pt x="0" y="66461"/>
                  </a:moveTo>
                  <a:lnTo>
                    <a:pt x="234953" y="0"/>
                  </a:lnTo>
                  <a:lnTo>
                    <a:pt x="469907" y="66461"/>
                  </a:lnTo>
                  <a:lnTo>
                    <a:pt x="234953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1660799" y="4067340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30" h="133350">
                  <a:moveTo>
                    <a:pt x="246910" y="0"/>
                  </a:moveTo>
                  <a:lnTo>
                    <a:pt x="0" y="66461"/>
                  </a:lnTo>
                  <a:lnTo>
                    <a:pt x="246910" y="132923"/>
                  </a:lnTo>
                  <a:lnTo>
                    <a:pt x="493820" y="66461"/>
                  </a:lnTo>
                  <a:lnTo>
                    <a:pt x="246910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1660799" y="4067340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30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2210358" y="4067340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30" h="133350">
                  <a:moveTo>
                    <a:pt x="246910" y="0"/>
                  </a:moveTo>
                  <a:lnTo>
                    <a:pt x="0" y="66461"/>
                  </a:lnTo>
                  <a:lnTo>
                    <a:pt x="246910" y="132923"/>
                  </a:lnTo>
                  <a:lnTo>
                    <a:pt x="493820" y="66461"/>
                  </a:lnTo>
                  <a:lnTo>
                    <a:pt x="24691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2210358" y="4067340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30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5136" y="3777996"/>
              <a:ext cx="728472" cy="42062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330281" y="3794288"/>
              <a:ext cx="581660" cy="281940"/>
            </a:xfrm>
            <a:custGeom>
              <a:avLst/>
              <a:gdLst/>
              <a:ahLst/>
              <a:cxnLst/>
              <a:rect l="l" t="t" r="r" b="b"/>
              <a:pathLst>
                <a:path w="581660" h="281939">
                  <a:moveTo>
                    <a:pt x="55848" y="201015"/>
                  </a:moveTo>
                  <a:lnTo>
                    <a:pt x="49971" y="202036"/>
                  </a:lnTo>
                  <a:lnTo>
                    <a:pt x="0" y="273069"/>
                  </a:lnTo>
                  <a:lnTo>
                    <a:pt x="86352" y="281658"/>
                  </a:lnTo>
                  <a:lnTo>
                    <a:pt x="90966" y="277873"/>
                  </a:lnTo>
                  <a:lnTo>
                    <a:pt x="91364" y="273858"/>
                  </a:lnTo>
                  <a:lnTo>
                    <a:pt x="20918" y="273858"/>
                  </a:lnTo>
                  <a:lnTo>
                    <a:pt x="13081" y="256706"/>
                  </a:lnTo>
                  <a:lnTo>
                    <a:pt x="44763" y="242193"/>
                  </a:lnTo>
                  <a:lnTo>
                    <a:pt x="65373" y="212898"/>
                  </a:lnTo>
                  <a:lnTo>
                    <a:pt x="64354" y="207015"/>
                  </a:lnTo>
                  <a:lnTo>
                    <a:pt x="55848" y="201015"/>
                  </a:lnTo>
                  <a:close/>
                </a:path>
                <a:path w="581660" h="281939">
                  <a:moveTo>
                    <a:pt x="44763" y="242193"/>
                  </a:moveTo>
                  <a:lnTo>
                    <a:pt x="13081" y="256706"/>
                  </a:lnTo>
                  <a:lnTo>
                    <a:pt x="20918" y="273858"/>
                  </a:lnTo>
                  <a:lnTo>
                    <a:pt x="27785" y="270713"/>
                  </a:lnTo>
                  <a:lnTo>
                    <a:pt x="24700" y="270713"/>
                  </a:lnTo>
                  <a:lnTo>
                    <a:pt x="17931" y="255897"/>
                  </a:lnTo>
                  <a:lnTo>
                    <a:pt x="35123" y="255897"/>
                  </a:lnTo>
                  <a:lnTo>
                    <a:pt x="44763" y="242193"/>
                  </a:lnTo>
                  <a:close/>
                </a:path>
                <a:path w="581660" h="281939">
                  <a:moveTo>
                    <a:pt x="52601" y="259346"/>
                  </a:moveTo>
                  <a:lnTo>
                    <a:pt x="20918" y="273858"/>
                  </a:lnTo>
                  <a:lnTo>
                    <a:pt x="91364" y="273858"/>
                  </a:lnTo>
                  <a:lnTo>
                    <a:pt x="91993" y="267507"/>
                  </a:lnTo>
                  <a:lnTo>
                    <a:pt x="88214" y="262888"/>
                  </a:lnTo>
                  <a:lnTo>
                    <a:pt x="52601" y="259346"/>
                  </a:lnTo>
                  <a:close/>
                </a:path>
                <a:path w="581660" h="281939">
                  <a:moveTo>
                    <a:pt x="17931" y="255897"/>
                  </a:moveTo>
                  <a:lnTo>
                    <a:pt x="24700" y="270713"/>
                  </a:lnTo>
                  <a:lnTo>
                    <a:pt x="33998" y="257495"/>
                  </a:lnTo>
                  <a:lnTo>
                    <a:pt x="17931" y="255897"/>
                  </a:lnTo>
                  <a:close/>
                </a:path>
                <a:path w="581660" h="281939">
                  <a:moveTo>
                    <a:pt x="33998" y="257495"/>
                  </a:moveTo>
                  <a:lnTo>
                    <a:pt x="24700" y="270713"/>
                  </a:lnTo>
                  <a:lnTo>
                    <a:pt x="27785" y="270713"/>
                  </a:lnTo>
                  <a:lnTo>
                    <a:pt x="52601" y="259346"/>
                  </a:lnTo>
                  <a:lnTo>
                    <a:pt x="33998" y="257495"/>
                  </a:lnTo>
                  <a:close/>
                </a:path>
                <a:path w="581660" h="281939">
                  <a:moveTo>
                    <a:pt x="573509" y="0"/>
                  </a:moveTo>
                  <a:lnTo>
                    <a:pt x="44763" y="242193"/>
                  </a:lnTo>
                  <a:lnTo>
                    <a:pt x="33998" y="257495"/>
                  </a:lnTo>
                  <a:lnTo>
                    <a:pt x="52601" y="259346"/>
                  </a:lnTo>
                  <a:lnTo>
                    <a:pt x="581346" y="17152"/>
                  </a:lnTo>
                  <a:lnTo>
                    <a:pt x="573509" y="0"/>
                  </a:lnTo>
                  <a:close/>
                </a:path>
                <a:path w="581660" h="281939">
                  <a:moveTo>
                    <a:pt x="35123" y="255897"/>
                  </a:moveTo>
                  <a:lnTo>
                    <a:pt x="17931" y="255897"/>
                  </a:lnTo>
                  <a:lnTo>
                    <a:pt x="33998" y="257495"/>
                  </a:lnTo>
                  <a:lnTo>
                    <a:pt x="35123" y="255897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3504" y="3777996"/>
              <a:ext cx="697992" cy="42062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903629" y="3794365"/>
              <a:ext cx="553720" cy="280035"/>
            </a:xfrm>
            <a:custGeom>
              <a:avLst/>
              <a:gdLst/>
              <a:ahLst/>
              <a:cxnLst/>
              <a:rect l="l" t="t" r="r" b="b"/>
              <a:pathLst>
                <a:path w="553719" h="280035">
                  <a:moveTo>
                    <a:pt x="501347" y="258273"/>
                  </a:moveTo>
                  <a:lnTo>
                    <a:pt x="465673" y="261137"/>
                  </a:lnTo>
                  <a:lnTo>
                    <a:pt x="461807" y="265684"/>
                  </a:lnTo>
                  <a:lnTo>
                    <a:pt x="462639" y="276067"/>
                  </a:lnTo>
                  <a:lnTo>
                    <a:pt x="467179" y="279939"/>
                  </a:lnTo>
                  <a:lnTo>
                    <a:pt x="548806" y="273385"/>
                  </a:lnTo>
                  <a:lnTo>
                    <a:pt x="532749" y="273385"/>
                  </a:lnTo>
                  <a:lnTo>
                    <a:pt x="501347" y="258273"/>
                  </a:lnTo>
                  <a:close/>
                </a:path>
                <a:path w="553719" h="280035">
                  <a:moveTo>
                    <a:pt x="519982" y="256776"/>
                  </a:moveTo>
                  <a:lnTo>
                    <a:pt x="501347" y="258273"/>
                  </a:lnTo>
                  <a:lnTo>
                    <a:pt x="532749" y="273385"/>
                  </a:lnTo>
                  <a:lnTo>
                    <a:pt x="534294" y="270168"/>
                  </a:lnTo>
                  <a:lnTo>
                    <a:pt x="529028" y="270168"/>
                  </a:lnTo>
                  <a:lnTo>
                    <a:pt x="519982" y="256776"/>
                  </a:lnTo>
                  <a:close/>
                </a:path>
                <a:path w="553719" h="280035">
                  <a:moveTo>
                    <a:pt x="499206" y="199891"/>
                  </a:moveTo>
                  <a:lnTo>
                    <a:pt x="490589" y="205728"/>
                  </a:lnTo>
                  <a:lnTo>
                    <a:pt x="489457" y="211590"/>
                  </a:lnTo>
                  <a:lnTo>
                    <a:pt x="509509" y="241273"/>
                  </a:lnTo>
                  <a:lnTo>
                    <a:pt x="540910" y="256385"/>
                  </a:lnTo>
                  <a:lnTo>
                    <a:pt x="532749" y="273385"/>
                  </a:lnTo>
                  <a:lnTo>
                    <a:pt x="548806" y="273385"/>
                  </a:lnTo>
                  <a:lnTo>
                    <a:pt x="553678" y="272994"/>
                  </a:lnTo>
                  <a:lnTo>
                    <a:pt x="505062" y="201024"/>
                  </a:lnTo>
                  <a:lnTo>
                    <a:pt x="499206" y="199891"/>
                  </a:lnTo>
                  <a:close/>
                </a:path>
                <a:path w="553719" h="280035">
                  <a:moveTo>
                    <a:pt x="536077" y="255484"/>
                  </a:moveTo>
                  <a:lnTo>
                    <a:pt x="519982" y="256776"/>
                  </a:lnTo>
                  <a:lnTo>
                    <a:pt x="529028" y="270168"/>
                  </a:lnTo>
                  <a:lnTo>
                    <a:pt x="536077" y="255484"/>
                  </a:lnTo>
                  <a:close/>
                </a:path>
                <a:path w="553719" h="280035">
                  <a:moveTo>
                    <a:pt x="539039" y="255484"/>
                  </a:moveTo>
                  <a:lnTo>
                    <a:pt x="536077" y="255484"/>
                  </a:lnTo>
                  <a:lnTo>
                    <a:pt x="529028" y="270168"/>
                  </a:lnTo>
                  <a:lnTo>
                    <a:pt x="534294" y="270168"/>
                  </a:lnTo>
                  <a:lnTo>
                    <a:pt x="540910" y="256385"/>
                  </a:lnTo>
                  <a:lnTo>
                    <a:pt x="539039" y="255484"/>
                  </a:lnTo>
                  <a:close/>
                </a:path>
                <a:path w="553719" h="280035">
                  <a:moveTo>
                    <a:pt x="8159" y="0"/>
                  </a:moveTo>
                  <a:lnTo>
                    <a:pt x="0" y="17000"/>
                  </a:lnTo>
                  <a:lnTo>
                    <a:pt x="501347" y="258273"/>
                  </a:lnTo>
                  <a:lnTo>
                    <a:pt x="519982" y="256776"/>
                  </a:lnTo>
                  <a:lnTo>
                    <a:pt x="509509" y="241273"/>
                  </a:lnTo>
                  <a:lnTo>
                    <a:pt x="8159" y="0"/>
                  </a:lnTo>
                  <a:close/>
                </a:path>
                <a:path w="553719" h="280035">
                  <a:moveTo>
                    <a:pt x="509509" y="241273"/>
                  </a:moveTo>
                  <a:lnTo>
                    <a:pt x="519982" y="256776"/>
                  </a:lnTo>
                  <a:lnTo>
                    <a:pt x="536077" y="255484"/>
                  </a:lnTo>
                  <a:lnTo>
                    <a:pt x="539039" y="255484"/>
                  </a:lnTo>
                  <a:lnTo>
                    <a:pt x="509509" y="241273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1208" y="3787140"/>
              <a:ext cx="231648" cy="41147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863985" y="3802865"/>
              <a:ext cx="87630" cy="264795"/>
            </a:xfrm>
            <a:custGeom>
              <a:avLst/>
              <a:gdLst/>
              <a:ahLst/>
              <a:cxnLst/>
              <a:rect l="l" t="t" r="r" b="b"/>
              <a:pathLst>
                <a:path w="87630" h="264795">
                  <a:moveTo>
                    <a:pt x="10505" y="178445"/>
                  </a:moveTo>
                  <a:lnTo>
                    <a:pt x="1517" y="183694"/>
                  </a:lnTo>
                  <a:lnTo>
                    <a:pt x="0" y="189468"/>
                  </a:lnTo>
                  <a:lnTo>
                    <a:pt x="43724" y="264518"/>
                  </a:lnTo>
                  <a:lnTo>
                    <a:pt x="54629" y="245800"/>
                  </a:lnTo>
                  <a:lnTo>
                    <a:pt x="34305" y="245800"/>
                  </a:lnTo>
                  <a:lnTo>
                    <a:pt x="34305" y="210917"/>
                  </a:lnTo>
                  <a:lnTo>
                    <a:pt x="16267" y="179964"/>
                  </a:lnTo>
                  <a:lnTo>
                    <a:pt x="10505" y="178445"/>
                  </a:lnTo>
                  <a:close/>
                </a:path>
                <a:path w="87630" h="264795">
                  <a:moveTo>
                    <a:pt x="34305" y="210917"/>
                  </a:moveTo>
                  <a:lnTo>
                    <a:pt x="34305" y="245800"/>
                  </a:lnTo>
                  <a:lnTo>
                    <a:pt x="53144" y="245800"/>
                  </a:lnTo>
                  <a:lnTo>
                    <a:pt x="53144" y="241049"/>
                  </a:lnTo>
                  <a:lnTo>
                    <a:pt x="35589" y="241049"/>
                  </a:lnTo>
                  <a:lnTo>
                    <a:pt x="43724" y="227085"/>
                  </a:lnTo>
                  <a:lnTo>
                    <a:pt x="34305" y="210917"/>
                  </a:lnTo>
                  <a:close/>
                </a:path>
                <a:path w="87630" h="264795">
                  <a:moveTo>
                    <a:pt x="76944" y="178445"/>
                  </a:moveTo>
                  <a:lnTo>
                    <a:pt x="71176" y="179965"/>
                  </a:lnTo>
                  <a:lnTo>
                    <a:pt x="53144" y="210917"/>
                  </a:lnTo>
                  <a:lnTo>
                    <a:pt x="53144" y="245800"/>
                  </a:lnTo>
                  <a:lnTo>
                    <a:pt x="54629" y="245800"/>
                  </a:lnTo>
                  <a:lnTo>
                    <a:pt x="87449" y="189468"/>
                  </a:lnTo>
                  <a:lnTo>
                    <a:pt x="85930" y="183694"/>
                  </a:lnTo>
                  <a:lnTo>
                    <a:pt x="76944" y="178445"/>
                  </a:lnTo>
                  <a:close/>
                </a:path>
                <a:path w="87630" h="264795">
                  <a:moveTo>
                    <a:pt x="43724" y="227085"/>
                  </a:moveTo>
                  <a:lnTo>
                    <a:pt x="35589" y="241049"/>
                  </a:lnTo>
                  <a:lnTo>
                    <a:pt x="51860" y="241049"/>
                  </a:lnTo>
                  <a:lnTo>
                    <a:pt x="43724" y="227085"/>
                  </a:lnTo>
                  <a:close/>
                </a:path>
                <a:path w="87630" h="264795">
                  <a:moveTo>
                    <a:pt x="53144" y="210917"/>
                  </a:moveTo>
                  <a:lnTo>
                    <a:pt x="43724" y="227085"/>
                  </a:lnTo>
                  <a:lnTo>
                    <a:pt x="51860" y="241049"/>
                  </a:lnTo>
                  <a:lnTo>
                    <a:pt x="53144" y="241049"/>
                  </a:lnTo>
                  <a:lnTo>
                    <a:pt x="53144" y="210917"/>
                  </a:lnTo>
                  <a:close/>
                </a:path>
                <a:path w="87630" h="264795">
                  <a:moveTo>
                    <a:pt x="53143" y="0"/>
                  </a:moveTo>
                  <a:lnTo>
                    <a:pt x="34305" y="0"/>
                  </a:lnTo>
                  <a:lnTo>
                    <a:pt x="34305" y="210917"/>
                  </a:lnTo>
                  <a:lnTo>
                    <a:pt x="43724" y="227085"/>
                  </a:lnTo>
                  <a:lnTo>
                    <a:pt x="53144" y="210917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4072" y="4180332"/>
              <a:ext cx="286512" cy="47548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87535" y="4196749"/>
              <a:ext cx="151765" cy="328295"/>
            </a:xfrm>
            <a:custGeom>
              <a:avLst/>
              <a:gdLst/>
              <a:ahLst/>
              <a:cxnLst/>
              <a:rect l="l" t="t" r="r" b="b"/>
              <a:pathLst>
                <a:path w="151765" h="328295">
                  <a:moveTo>
                    <a:pt x="13850" y="235788"/>
                  </a:moveTo>
                  <a:lnTo>
                    <a:pt x="3557" y="237305"/>
                  </a:lnTo>
                  <a:lnTo>
                    <a:pt x="0" y="242098"/>
                  </a:lnTo>
                  <a:lnTo>
                    <a:pt x="12648" y="328056"/>
                  </a:lnTo>
                  <a:lnTo>
                    <a:pt x="30445" y="314200"/>
                  </a:lnTo>
                  <a:lnTo>
                    <a:pt x="28354" y="314200"/>
                  </a:lnTo>
                  <a:lnTo>
                    <a:pt x="10872" y="307173"/>
                  </a:lnTo>
                  <a:lnTo>
                    <a:pt x="23853" y="274800"/>
                  </a:lnTo>
                  <a:lnTo>
                    <a:pt x="18637" y="239349"/>
                  </a:lnTo>
                  <a:lnTo>
                    <a:pt x="13850" y="235788"/>
                  </a:lnTo>
                  <a:close/>
                </a:path>
                <a:path w="151765" h="328295">
                  <a:moveTo>
                    <a:pt x="23853" y="274800"/>
                  </a:moveTo>
                  <a:lnTo>
                    <a:pt x="10872" y="307173"/>
                  </a:lnTo>
                  <a:lnTo>
                    <a:pt x="28354" y="314200"/>
                  </a:lnTo>
                  <a:lnTo>
                    <a:pt x="30314" y="309312"/>
                  </a:lnTo>
                  <a:lnTo>
                    <a:pt x="28932" y="309312"/>
                  </a:lnTo>
                  <a:lnTo>
                    <a:pt x="13831" y="303241"/>
                  </a:lnTo>
                  <a:lnTo>
                    <a:pt x="26578" y="293317"/>
                  </a:lnTo>
                  <a:lnTo>
                    <a:pt x="23853" y="274800"/>
                  </a:lnTo>
                  <a:close/>
                </a:path>
                <a:path w="151765" h="328295">
                  <a:moveTo>
                    <a:pt x="69588" y="259831"/>
                  </a:moveTo>
                  <a:lnTo>
                    <a:pt x="41335" y="281828"/>
                  </a:lnTo>
                  <a:lnTo>
                    <a:pt x="28354" y="314200"/>
                  </a:lnTo>
                  <a:lnTo>
                    <a:pt x="30445" y="314200"/>
                  </a:lnTo>
                  <a:lnTo>
                    <a:pt x="81152" y="274721"/>
                  </a:lnTo>
                  <a:lnTo>
                    <a:pt x="81892" y="268796"/>
                  </a:lnTo>
                  <a:lnTo>
                    <a:pt x="75506" y="260572"/>
                  </a:lnTo>
                  <a:lnTo>
                    <a:pt x="69588" y="259831"/>
                  </a:lnTo>
                  <a:close/>
                </a:path>
                <a:path w="151765" h="328295">
                  <a:moveTo>
                    <a:pt x="26578" y="293317"/>
                  </a:moveTo>
                  <a:lnTo>
                    <a:pt x="13831" y="303241"/>
                  </a:lnTo>
                  <a:lnTo>
                    <a:pt x="28932" y="309312"/>
                  </a:lnTo>
                  <a:lnTo>
                    <a:pt x="26578" y="293317"/>
                  </a:lnTo>
                  <a:close/>
                </a:path>
                <a:path w="151765" h="328295">
                  <a:moveTo>
                    <a:pt x="41335" y="281828"/>
                  </a:moveTo>
                  <a:lnTo>
                    <a:pt x="26578" y="293317"/>
                  </a:lnTo>
                  <a:lnTo>
                    <a:pt x="28932" y="309312"/>
                  </a:lnTo>
                  <a:lnTo>
                    <a:pt x="30314" y="309312"/>
                  </a:lnTo>
                  <a:lnTo>
                    <a:pt x="41335" y="281828"/>
                  </a:lnTo>
                  <a:close/>
                </a:path>
                <a:path w="151765" h="328295">
                  <a:moveTo>
                    <a:pt x="134045" y="0"/>
                  </a:moveTo>
                  <a:lnTo>
                    <a:pt x="23853" y="274800"/>
                  </a:lnTo>
                  <a:lnTo>
                    <a:pt x="26578" y="293317"/>
                  </a:lnTo>
                  <a:lnTo>
                    <a:pt x="41335" y="281828"/>
                  </a:lnTo>
                  <a:lnTo>
                    <a:pt x="151527" y="7026"/>
                  </a:lnTo>
                  <a:lnTo>
                    <a:pt x="134045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1336" y="4180332"/>
              <a:ext cx="256031" cy="47548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321329" y="4197456"/>
              <a:ext cx="129539" cy="327025"/>
            </a:xfrm>
            <a:custGeom>
              <a:avLst/>
              <a:gdLst/>
              <a:ahLst/>
              <a:cxnLst/>
              <a:rect l="l" t="t" r="r" b="b"/>
              <a:pathLst>
                <a:path w="129540" h="327025">
                  <a:moveTo>
                    <a:pt x="58531" y="254316"/>
                  </a:moveTo>
                  <a:lnTo>
                    <a:pt x="52574" y="254584"/>
                  </a:lnTo>
                  <a:lnTo>
                    <a:pt x="45553" y="262272"/>
                  </a:lnTo>
                  <a:lnTo>
                    <a:pt x="45821" y="268237"/>
                  </a:lnTo>
                  <a:lnTo>
                    <a:pt x="109868" y="326861"/>
                  </a:lnTo>
                  <a:lnTo>
                    <a:pt x="113326" y="311798"/>
                  </a:lnTo>
                  <a:lnTo>
                    <a:pt x="95314" y="311798"/>
                  </a:lnTo>
                  <a:lnTo>
                    <a:pt x="84947" y="278494"/>
                  </a:lnTo>
                  <a:lnTo>
                    <a:pt x="58531" y="254316"/>
                  </a:lnTo>
                  <a:close/>
                </a:path>
                <a:path w="129540" h="327025">
                  <a:moveTo>
                    <a:pt x="84947" y="278494"/>
                  </a:moveTo>
                  <a:lnTo>
                    <a:pt x="95314" y="311798"/>
                  </a:lnTo>
                  <a:lnTo>
                    <a:pt x="111077" y="306878"/>
                  </a:lnTo>
                  <a:lnTo>
                    <a:pt x="95126" y="306878"/>
                  </a:lnTo>
                  <a:lnTo>
                    <a:pt x="98744" y="291123"/>
                  </a:lnTo>
                  <a:lnTo>
                    <a:pt x="84947" y="278494"/>
                  </a:lnTo>
                  <a:close/>
                </a:path>
                <a:path w="129540" h="327025">
                  <a:moveTo>
                    <a:pt x="116004" y="234789"/>
                  </a:moveTo>
                  <a:lnTo>
                    <a:pt x="110949" y="237958"/>
                  </a:lnTo>
                  <a:lnTo>
                    <a:pt x="102931" y="272882"/>
                  </a:lnTo>
                  <a:lnTo>
                    <a:pt x="113299" y="306185"/>
                  </a:lnTo>
                  <a:lnTo>
                    <a:pt x="95314" y="311798"/>
                  </a:lnTo>
                  <a:lnTo>
                    <a:pt x="113326" y="311798"/>
                  </a:lnTo>
                  <a:lnTo>
                    <a:pt x="129308" y="242183"/>
                  </a:lnTo>
                  <a:lnTo>
                    <a:pt x="126144" y="237122"/>
                  </a:lnTo>
                  <a:lnTo>
                    <a:pt x="116004" y="234789"/>
                  </a:lnTo>
                  <a:close/>
                </a:path>
                <a:path w="129540" h="327025">
                  <a:moveTo>
                    <a:pt x="98744" y="291123"/>
                  </a:moveTo>
                  <a:lnTo>
                    <a:pt x="95126" y="306878"/>
                  </a:lnTo>
                  <a:lnTo>
                    <a:pt x="110661" y="302031"/>
                  </a:lnTo>
                  <a:lnTo>
                    <a:pt x="98744" y="291123"/>
                  </a:lnTo>
                  <a:close/>
                </a:path>
                <a:path w="129540" h="327025">
                  <a:moveTo>
                    <a:pt x="102931" y="272882"/>
                  </a:moveTo>
                  <a:lnTo>
                    <a:pt x="98744" y="291123"/>
                  </a:lnTo>
                  <a:lnTo>
                    <a:pt x="110661" y="302031"/>
                  </a:lnTo>
                  <a:lnTo>
                    <a:pt x="95126" y="306878"/>
                  </a:lnTo>
                  <a:lnTo>
                    <a:pt x="111077" y="306878"/>
                  </a:lnTo>
                  <a:lnTo>
                    <a:pt x="113299" y="306185"/>
                  </a:lnTo>
                  <a:lnTo>
                    <a:pt x="102931" y="272882"/>
                  </a:lnTo>
                  <a:close/>
                </a:path>
                <a:path w="129540" h="327025">
                  <a:moveTo>
                    <a:pt x="17984" y="0"/>
                  </a:moveTo>
                  <a:lnTo>
                    <a:pt x="0" y="5612"/>
                  </a:lnTo>
                  <a:lnTo>
                    <a:pt x="84947" y="278494"/>
                  </a:lnTo>
                  <a:lnTo>
                    <a:pt x="98744" y="291123"/>
                  </a:lnTo>
                  <a:lnTo>
                    <a:pt x="102931" y="272882"/>
                  </a:lnTo>
                  <a:lnTo>
                    <a:pt x="17984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1704505" y="4520205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1704505" y="4520205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1935490" y="4519716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1935490" y="4519716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8431" y="4180332"/>
              <a:ext cx="268224" cy="46939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78119" y="4197107"/>
              <a:ext cx="139065" cy="323215"/>
            </a:xfrm>
            <a:custGeom>
              <a:avLst/>
              <a:gdLst/>
              <a:ahLst/>
              <a:cxnLst/>
              <a:rect l="l" t="t" r="r" b="b"/>
              <a:pathLst>
                <a:path w="139064" h="323214">
                  <a:moveTo>
                    <a:pt x="13582" y="230897"/>
                  </a:moveTo>
                  <a:lnTo>
                    <a:pt x="3360" y="232834"/>
                  </a:lnTo>
                  <a:lnTo>
                    <a:pt x="0" y="237766"/>
                  </a:lnTo>
                  <a:lnTo>
                    <a:pt x="16126" y="323138"/>
                  </a:lnTo>
                  <a:lnTo>
                    <a:pt x="33245" y="308655"/>
                  </a:lnTo>
                  <a:lnTo>
                    <a:pt x="31257" y="308655"/>
                  </a:lnTo>
                  <a:lnTo>
                    <a:pt x="13505" y="302345"/>
                  </a:lnTo>
                  <a:lnTo>
                    <a:pt x="25161" y="269472"/>
                  </a:lnTo>
                  <a:lnTo>
                    <a:pt x="18510" y="234261"/>
                  </a:lnTo>
                  <a:lnTo>
                    <a:pt x="13582" y="230897"/>
                  </a:lnTo>
                  <a:close/>
                </a:path>
                <a:path w="139064" h="323214">
                  <a:moveTo>
                    <a:pt x="25161" y="269472"/>
                  </a:moveTo>
                  <a:lnTo>
                    <a:pt x="13505" y="302345"/>
                  </a:lnTo>
                  <a:lnTo>
                    <a:pt x="31257" y="308655"/>
                  </a:lnTo>
                  <a:lnTo>
                    <a:pt x="32997" y="303748"/>
                  </a:lnTo>
                  <a:lnTo>
                    <a:pt x="31635" y="303748"/>
                  </a:lnTo>
                  <a:lnTo>
                    <a:pt x="16301" y="298297"/>
                  </a:lnTo>
                  <a:lnTo>
                    <a:pt x="28635" y="287863"/>
                  </a:lnTo>
                  <a:lnTo>
                    <a:pt x="25161" y="269472"/>
                  </a:lnTo>
                  <a:close/>
                </a:path>
                <a:path w="139064" h="323214">
                  <a:moveTo>
                    <a:pt x="70251" y="252655"/>
                  </a:moveTo>
                  <a:lnTo>
                    <a:pt x="42913" y="275783"/>
                  </a:lnTo>
                  <a:lnTo>
                    <a:pt x="31257" y="308655"/>
                  </a:lnTo>
                  <a:lnTo>
                    <a:pt x="33245" y="308655"/>
                  </a:lnTo>
                  <a:lnTo>
                    <a:pt x="82409" y="267061"/>
                  </a:lnTo>
                  <a:lnTo>
                    <a:pt x="82908" y="261112"/>
                  </a:lnTo>
                  <a:lnTo>
                    <a:pt x="76193" y="253154"/>
                  </a:lnTo>
                  <a:lnTo>
                    <a:pt x="70251" y="252655"/>
                  </a:lnTo>
                  <a:close/>
                </a:path>
                <a:path w="139064" h="323214">
                  <a:moveTo>
                    <a:pt x="28635" y="287863"/>
                  </a:moveTo>
                  <a:lnTo>
                    <a:pt x="16301" y="298297"/>
                  </a:lnTo>
                  <a:lnTo>
                    <a:pt x="31635" y="303748"/>
                  </a:lnTo>
                  <a:lnTo>
                    <a:pt x="28635" y="287863"/>
                  </a:lnTo>
                  <a:close/>
                </a:path>
                <a:path w="139064" h="323214">
                  <a:moveTo>
                    <a:pt x="42913" y="275783"/>
                  </a:moveTo>
                  <a:lnTo>
                    <a:pt x="28635" y="287863"/>
                  </a:lnTo>
                  <a:lnTo>
                    <a:pt x="31635" y="303748"/>
                  </a:lnTo>
                  <a:lnTo>
                    <a:pt x="32997" y="303748"/>
                  </a:lnTo>
                  <a:lnTo>
                    <a:pt x="42913" y="275783"/>
                  </a:lnTo>
                  <a:close/>
                </a:path>
                <a:path w="139064" h="323214">
                  <a:moveTo>
                    <a:pt x="120713" y="0"/>
                  </a:moveTo>
                  <a:lnTo>
                    <a:pt x="25161" y="269472"/>
                  </a:lnTo>
                  <a:lnTo>
                    <a:pt x="28635" y="287863"/>
                  </a:lnTo>
                  <a:lnTo>
                    <a:pt x="42913" y="275783"/>
                  </a:lnTo>
                  <a:lnTo>
                    <a:pt x="138466" y="6310"/>
                  </a:lnTo>
                  <a:lnTo>
                    <a:pt x="12071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67408" y="4180332"/>
              <a:ext cx="274319" cy="46939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898871" y="4197003"/>
              <a:ext cx="141605" cy="323215"/>
            </a:xfrm>
            <a:custGeom>
              <a:avLst/>
              <a:gdLst/>
              <a:ahLst/>
              <a:cxnLst/>
              <a:rect l="l" t="t" r="r" b="b"/>
              <a:pathLst>
                <a:path w="141605" h="323214">
                  <a:moveTo>
                    <a:pt x="71437" y="252914"/>
                  </a:moveTo>
                  <a:lnTo>
                    <a:pt x="65501" y="253484"/>
                  </a:lnTo>
                  <a:lnTo>
                    <a:pt x="58881" y="261520"/>
                  </a:lnTo>
                  <a:lnTo>
                    <a:pt x="59449" y="267464"/>
                  </a:lnTo>
                  <a:lnTo>
                    <a:pt x="126389" y="322753"/>
                  </a:lnTo>
                  <a:lnTo>
                    <a:pt x="128916" y="308451"/>
                  </a:lnTo>
                  <a:lnTo>
                    <a:pt x="111088" y="308451"/>
                  </a:lnTo>
                  <a:lnTo>
                    <a:pt x="99044" y="275716"/>
                  </a:lnTo>
                  <a:lnTo>
                    <a:pt x="71437" y="252914"/>
                  </a:lnTo>
                  <a:close/>
                </a:path>
                <a:path w="141605" h="323214">
                  <a:moveTo>
                    <a:pt x="99044" y="275716"/>
                  </a:moveTo>
                  <a:lnTo>
                    <a:pt x="111088" y="308451"/>
                  </a:lnTo>
                  <a:lnTo>
                    <a:pt x="124382" y="303547"/>
                  </a:lnTo>
                  <a:lnTo>
                    <a:pt x="110652" y="303547"/>
                  </a:lnTo>
                  <a:lnTo>
                    <a:pt x="113465" y="287628"/>
                  </a:lnTo>
                  <a:lnTo>
                    <a:pt x="99044" y="275716"/>
                  </a:lnTo>
                  <a:close/>
                </a:path>
                <a:path w="141605" h="323214">
                  <a:moveTo>
                    <a:pt x="127844" y="230489"/>
                  </a:moveTo>
                  <a:lnTo>
                    <a:pt x="122957" y="233912"/>
                  </a:lnTo>
                  <a:lnTo>
                    <a:pt x="116722" y="269198"/>
                  </a:lnTo>
                  <a:lnTo>
                    <a:pt x="128765" y="301931"/>
                  </a:lnTo>
                  <a:lnTo>
                    <a:pt x="111088" y="308451"/>
                  </a:lnTo>
                  <a:lnTo>
                    <a:pt x="128916" y="308451"/>
                  </a:lnTo>
                  <a:lnTo>
                    <a:pt x="141507" y="237197"/>
                  </a:lnTo>
                  <a:lnTo>
                    <a:pt x="138089" y="232304"/>
                  </a:lnTo>
                  <a:lnTo>
                    <a:pt x="127844" y="230489"/>
                  </a:lnTo>
                  <a:close/>
                </a:path>
                <a:path w="141605" h="323214">
                  <a:moveTo>
                    <a:pt x="113465" y="287628"/>
                  </a:moveTo>
                  <a:lnTo>
                    <a:pt x="110652" y="303547"/>
                  </a:lnTo>
                  <a:lnTo>
                    <a:pt x="125921" y="297916"/>
                  </a:lnTo>
                  <a:lnTo>
                    <a:pt x="113465" y="287628"/>
                  </a:lnTo>
                  <a:close/>
                </a:path>
                <a:path w="141605" h="323214">
                  <a:moveTo>
                    <a:pt x="116722" y="269198"/>
                  </a:moveTo>
                  <a:lnTo>
                    <a:pt x="113465" y="287628"/>
                  </a:lnTo>
                  <a:lnTo>
                    <a:pt x="125921" y="297916"/>
                  </a:lnTo>
                  <a:lnTo>
                    <a:pt x="110652" y="303547"/>
                  </a:lnTo>
                  <a:lnTo>
                    <a:pt x="124382" y="303547"/>
                  </a:lnTo>
                  <a:lnTo>
                    <a:pt x="128765" y="301931"/>
                  </a:lnTo>
                  <a:lnTo>
                    <a:pt x="116722" y="269198"/>
                  </a:lnTo>
                  <a:close/>
                </a:path>
                <a:path w="141605" h="323214">
                  <a:moveTo>
                    <a:pt x="17677" y="0"/>
                  </a:moveTo>
                  <a:lnTo>
                    <a:pt x="0" y="6520"/>
                  </a:lnTo>
                  <a:lnTo>
                    <a:pt x="99044" y="275716"/>
                  </a:lnTo>
                  <a:lnTo>
                    <a:pt x="113465" y="287628"/>
                  </a:lnTo>
                  <a:lnTo>
                    <a:pt x="116722" y="269198"/>
                  </a:lnTo>
                  <a:lnTo>
                    <a:pt x="17677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51455" y="4180332"/>
              <a:ext cx="246887" cy="47548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345380" y="4197745"/>
              <a:ext cx="121285" cy="327025"/>
            </a:xfrm>
            <a:custGeom>
              <a:avLst/>
              <a:gdLst/>
              <a:ahLst/>
              <a:cxnLst/>
              <a:rect l="l" t="t" r="r" b="b"/>
              <a:pathLst>
                <a:path w="121285" h="327025">
                  <a:moveTo>
                    <a:pt x="13063" y="235070"/>
                  </a:moveTo>
                  <a:lnTo>
                    <a:pt x="3002" y="237726"/>
                  </a:lnTo>
                  <a:lnTo>
                    <a:pt x="0" y="242886"/>
                  </a:lnTo>
                  <a:lnTo>
                    <a:pt x="22122" y="326900"/>
                  </a:lnTo>
                  <a:lnTo>
                    <a:pt x="38029" y="311381"/>
                  </a:lnTo>
                  <a:lnTo>
                    <a:pt x="36191" y="311381"/>
                  </a:lnTo>
                  <a:lnTo>
                    <a:pt x="18036" y="306344"/>
                  </a:lnTo>
                  <a:lnTo>
                    <a:pt x="27339" y="272726"/>
                  </a:lnTo>
                  <a:lnTo>
                    <a:pt x="18215" y="238076"/>
                  </a:lnTo>
                  <a:lnTo>
                    <a:pt x="13063" y="235070"/>
                  </a:lnTo>
                  <a:close/>
                </a:path>
                <a:path w="121285" h="327025">
                  <a:moveTo>
                    <a:pt x="27339" y="272726"/>
                  </a:moveTo>
                  <a:lnTo>
                    <a:pt x="18036" y="306344"/>
                  </a:lnTo>
                  <a:lnTo>
                    <a:pt x="36191" y="311381"/>
                  </a:lnTo>
                  <a:lnTo>
                    <a:pt x="37553" y="306458"/>
                  </a:lnTo>
                  <a:lnTo>
                    <a:pt x="36221" y="306458"/>
                  </a:lnTo>
                  <a:lnTo>
                    <a:pt x="20540" y="302107"/>
                  </a:lnTo>
                  <a:lnTo>
                    <a:pt x="32105" y="290825"/>
                  </a:lnTo>
                  <a:lnTo>
                    <a:pt x="27339" y="272726"/>
                  </a:lnTo>
                  <a:close/>
                </a:path>
                <a:path w="121285" h="327025">
                  <a:moveTo>
                    <a:pt x="71126" y="252755"/>
                  </a:moveTo>
                  <a:lnTo>
                    <a:pt x="45494" y="277762"/>
                  </a:lnTo>
                  <a:lnTo>
                    <a:pt x="36191" y="311381"/>
                  </a:lnTo>
                  <a:lnTo>
                    <a:pt x="38029" y="311381"/>
                  </a:lnTo>
                  <a:lnTo>
                    <a:pt x="84273" y="266265"/>
                  </a:lnTo>
                  <a:lnTo>
                    <a:pt x="84350" y="260294"/>
                  </a:lnTo>
                  <a:lnTo>
                    <a:pt x="77090" y="252832"/>
                  </a:lnTo>
                  <a:lnTo>
                    <a:pt x="71126" y="252755"/>
                  </a:lnTo>
                  <a:close/>
                </a:path>
                <a:path w="121285" h="327025">
                  <a:moveTo>
                    <a:pt x="32105" y="290825"/>
                  </a:moveTo>
                  <a:lnTo>
                    <a:pt x="20540" y="302107"/>
                  </a:lnTo>
                  <a:lnTo>
                    <a:pt x="36221" y="306458"/>
                  </a:lnTo>
                  <a:lnTo>
                    <a:pt x="32105" y="290825"/>
                  </a:lnTo>
                  <a:close/>
                </a:path>
                <a:path w="121285" h="327025">
                  <a:moveTo>
                    <a:pt x="45494" y="277762"/>
                  </a:moveTo>
                  <a:lnTo>
                    <a:pt x="32105" y="290825"/>
                  </a:lnTo>
                  <a:lnTo>
                    <a:pt x="36221" y="306458"/>
                  </a:lnTo>
                  <a:lnTo>
                    <a:pt x="37553" y="306458"/>
                  </a:lnTo>
                  <a:lnTo>
                    <a:pt x="45494" y="277762"/>
                  </a:lnTo>
                  <a:close/>
                </a:path>
                <a:path w="121285" h="327025">
                  <a:moveTo>
                    <a:pt x="102811" y="0"/>
                  </a:moveTo>
                  <a:lnTo>
                    <a:pt x="27339" y="272726"/>
                  </a:lnTo>
                  <a:lnTo>
                    <a:pt x="32105" y="290825"/>
                  </a:lnTo>
                  <a:lnTo>
                    <a:pt x="45494" y="277762"/>
                  </a:lnTo>
                  <a:lnTo>
                    <a:pt x="120966" y="5036"/>
                  </a:lnTo>
                  <a:lnTo>
                    <a:pt x="102811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19096" y="4180332"/>
              <a:ext cx="316992" cy="47548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448854" y="4196025"/>
              <a:ext cx="177165" cy="328295"/>
            </a:xfrm>
            <a:custGeom>
              <a:avLst/>
              <a:gdLst/>
              <a:ahLst/>
              <a:cxnLst/>
              <a:rect l="l" t="t" r="r" b="b"/>
              <a:pathLst>
                <a:path w="177164" h="328295">
                  <a:moveTo>
                    <a:pt x="108722" y="265102"/>
                  </a:moveTo>
                  <a:lnTo>
                    <a:pt x="102887" y="266339"/>
                  </a:lnTo>
                  <a:lnTo>
                    <a:pt x="97214" y="275071"/>
                  </a:lnTo>
                  <a:lnTo>
                    <a:pt x="98450" y="280913"/>
                  </a:lnTo>
                  <a:lnTo>
                    <a:pt x="171190" y="328291"/>
                  </a:lnTo>
                  <a:lnTo>
                    <a:pt x="171965" y="315807"/>
                  </a:lnTo>
                  <a:lnTo>
                    <a:pt x="154377" y="315807"/>
                  </a:lnTo>
                  <a:lnTo>
                    <a:pt x="138722" y="284641"/>
                  </a:lnTo>
                  <a:lnTo>
                    <a:pt x="108722" y="265102"/>
                  </a:lnTo>
                  <a:close/>
                </a:path>
                <a:path w="177164" h="328295">
                  <a:moveTo>
                    <a:pt x="138722" y="284641"/>
                  </a:moveTo>
                  <a:lnTo>
                    <a:pt x="154377" y="315807"/>
                  </a:lnTo>
                  <a:lnTo>
                    <a:pt x="163951" y="310984"/>
                  </a:lnTo>
                  <a:lnTo>
                    <a:pt x="153390" y="310984"/>
                  </a:lnTo>
                  <a:lnTo>
                    <a:pt x="154392" y="294847"/>
                  </a:lnTo>
                  <a:lnTo>
                    <a:pt x="138722" y="284641"/>
                  </a:lnTo>
                  <a:close/>
                </a:path>
                <a:path w="177164" h="328295">
                  <a:moveTo>
                    <a:pt x="162242" y="236449"/>
                  </a:moveTo>
                  <a:lnTo>
                    <a:pt x="157772" y="240402"/>
                  </a:lnTo>
                  <a:lnTo>
                    <a:pt x="155551" y="276167"/>
                  </a:lnTo>
                  <a:lnTo>
                    <a:pt x="171206" y="307331"/>
                  </a:lnTo>
                  <a:lnTo>
                    <a:pt x="154377" y="315807"/>
                  </a:lnTo>
                  <a:lnTo>
                    <a:pt x="171965" y="315807"/>
                  </a:lnTo>
                  <a:lnTo>
                    <a:pt x="176574" y="241573"/>
                  </a:lnTo>
                  <a:lnTo>
                    <a:pt x="172627" y="237096"/>
                  </a:lnTo>
                  <a:lnTo>
                    <a:pt x="162242" y="236449"/>
                  </a:lnTo>
                  <a:close/>
                </a:path>
                <a:path w="177164" h="328295">
                  <a:moveTo>
                    <a:pt x="154392" y="294847"/>
                  </a:moveTo>
                  <a:lnTo>
                    <a:pt x="153390" y="310984"/>
                  </a:lnTo>
                  <a:lnTo>
                    <a:pt x="167928" y="303663"/>
                  </a:lnTo>
                  <a:lnTo>
                    <a:pt x="154392" y="294847"/>
                  </a:lnTo>
                  <a:close/>
                </a:path>
                <a:path w="177164" h="328295">
                  <a:moveTo>
                    <a:pt x="155551" y="276167"/>
                  </a:moveTo>
                  <a:lnTo>
                    <a:pt x="154392" y="294847"/>
                  </a:lnTo>
                  <a:lnTo>
                    <a:pt x="167928" y="303663"/>
                  </a:lnTo>
                  <a:lnTo>
                    <a:pt x="153390" y="310984"/>
                  </a:lnTo>
                  <a:lnTo>
                    <a:pt x="163951" y="310984"/>
                  </a:lnTo>
                  <a:lnTo>
                    <a:pt x="171206" y="307331"/>
                  </a:lnTo>
                  <a:lnTo>
                    <a:pt x="155551" y="276167"/>
                  </a:lnTo>
                  <a:close/>
                </a:path>
                <a:path w="177164" h="328295">
                  <a:moveTo>
                    <a:pt x="16828" y="0"/>
                  </a:moveTo>
                  <a:lnTo>
                    <a:pt x="0" y="8474"/>
                  </a:lnTo>
                  <a:lnTo>
                    <a:pt x="138722" y="284641"/>
                  </a:lnTo>
                  <a:lnTo>
                    <a:pt x="154392" y="294847"/>
                  </a:lnTo>
                  <a:lnTo>
                    <a:pt x="155551" y="276167"/>
                  </a:lnTo>
                  <a:lnTo>
                    <a:pt x="16828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1110445" y="4524766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179511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1" y="90792"/>
                  </a:lnTo>
                  <a:lnTo>
                    <a:pt x="179511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1110445" y="4524766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1341429" y="4524277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1341429" y="4524277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2277758" y="4524603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2277758" y="4524603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2530270" y="4524277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2530270" y="4524277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1660799" y="3669941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30" h="133350">
                  <a:moveTo>
                    <a:pt x="246910" y="0"/>
                  </a:moveTo>
                  <a:lnTo>
                    <a:pt x="0" y="66461"/>
                  </a:lnTo>
                  <a:lnTo>
                    <a:pt x="246910" y="132923"/>
                  </a:lnTo>
                  <a:lnTo>
                    <a:pt x="493820" y="66461"/>
                  </a:lnTo>
                  <a:lnTo>
                    <a:pt x="246910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1660799" y="3669941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30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84005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1066799" y="4539590"/>
            <a:ext cx="1457885" cy="878541"/>
            <a:chOff x="1056639" y="5144868"/>
            <a:chExt cx="1652270" cy="995680"/>
          </a:xfrm>
        </p:grpSpPr>
        <p:sp>
          <p:nvSpPr>
            <p:cNvPr id="50" name="object 50"/>
            <p:cNvSpPr/>
            <p:nvPr/>
          </p:nvSpPr>
          <p:spPr>
            <a:xfrm>
              <a:off x="1068352" y="5551696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4" h="133350">
                  <a:moveTo>
                    <a:pt x="234953" y="0"/>
                  </a:moveTo>
                  <a:lnTo>
                    <a:pt x="0" y="66461"/>
                  </a:lnTo>
                  <a:lnTo>
                    <a:pt x="234953" y="132923"/>
                  </a:lnTo>
                  <a:lnTo>
                    <a:pt x="469907" y="66461"/>
                  </a:lnTo>
                  <a:lnTo>
                    <a:pt x="23495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1068352" y="5551696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4" h="133350">
                  <a:moveTo>
                    <a:pt x="0" y="66461"/>
                  </a:moveTo>
                  <a:lnTo>
                    <a:pt x="234953" y="0"/>
                  </a:lnTo>
                  <a:lnTo>
                    <a:pt x="469907" y="66461"/>
                  </a:lnTo>
                  <a:lnTo>
                    <a:pt x="234953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1633783" y="5551696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30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1633783" y="5551696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30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4"/>
            <p:cNvSpPr/>
            <p:nvPr/>
          </p:nvSpPr>
          <p:spPr>
            <a:xfrm>
              <a:off x="2183342" y="5551696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30" h="133350">
                  <a:moveTo>
                    <a:pt x="246910" y="0"/>
                  </a:moveTo>
                  <a:lnTo>
                    <a:pt x="0" y="66461"/>
                  </a:lnTo>
                  <a:lnTo>
                    <a:pt x="246910" y="132923"/>
                  </a:lnTo>
                  <a:lnTo>
                    <a:pt x="493820" y="66461"/>
                  </a:lnTo>
                  <a:lnTo>
                    <a:pt x="24691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2183342" y="5551696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30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87703" y="5262371"/>
              <a:ext cx="728472" cy="42062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303266" y="5278645"/>
              <a:ext cx="581660" cy="281940"/>
            </a:xfrm>
            <a:custGeom>
              <a:avLst/>
              <a:gdLst/>
              <a:ahLst/>
              <a:cxnLst/>
              <a:rect l="l" t="t" r="r" b="b"/>
              <a:pathLst>
                <a:path w="581660" h="281939">
                  <a:moveTo>
                    <a:pt x="55846" y="201016"/>
                  </a:moveTo>
                  <a:lnTo>
                    <a:pt x="49970" y="202036"/>
                  </a:lnTo>
                  <a:lnTo>
                    <a:pt x="0" y="273069"/>
                  </a:lnTo>
                  <a:lnTo>
                    <a:pt x="86351" y="281658"/>
                  </a:lnTo>
                  <a:lnTo>
                    <a:pt x="90965" y="277873"/>
                  </a:lnTo>
                  <a:lnTo>
                    <a:pt x="91362" y="273858"/>
                  </a:lnTo>
                  <a:lnTo>
                    <a:pt x="20916" y="273858"/>
                  </a:lnTo>
                  <a:lnTo>
                    <a:pt x="13079" y="256706"/>
                  </a:lnTo>
                  <a:lnTo>
                    <a:pt x="44762" y="242193"/>
                  </a:lnTo>
                  <a:lnTo>
                    <a:pt x="65371" y="212898"/>
                  </a:lnTo>
                  <a:lnTo>
                    <a:pt x="64353" y="207015"/>
                  </a:lnTo>
                  <a:lnTo>
                    <a:pt x="55846" y="201016"/>
                  </a:lnTo>
                  <a:close/>
                </a:path>
                <a:path w="581660" h="281939">
                  <a:moveTo>
                    <a:pt x="44762" y="242193"/>
                  </a:moveTo>
                  <a:lnTo>
                    <a:pt x="13079" y="256706"/>
                  </a:lnTo>
                  <a:lnTo>
                    <a:pt x="20916" y="273858"/>
                  </a:lnTo>
                  <a:lnTo>
                    <a:pt x="27784" y="270713"/>
                  </a:lnTo>
                  <a:lnTo>
                    <a:pt x="24698" y="270713"/>
                  </a:lnTo>
                  <a:lnTo>
                    <a:pt x="17929" y="255897"/>
                  </a:lnTo>
                  <a:lnTo>
                    <a:pt x="35122" y="255897"/>
                  </a:lnTo>
                  <a:lnTo>
                    <a:pt x="44762" y="242193"/>
                  </a:lnTo>
                  <a:close/>
                </a:path>
                <a:path w="581660" h="281939">
                  <a:moveTo>
                    <a:pt x="52600" y="259346"/>
                  </a:moveTo>
                  <a:lnTo>
                    <a:pt x="20916" y="273858"/>
                  </a:lnTo>
                  <a:lnTo>
                    <a:pt x="91362" y="273858"/>
                  </a:lnTo>
                  <a:lnTo>
                    <a:pt x="91992" y="267507"/>
                  </a:lnTo>
                  <a:lnTo>
                    <a:pt x="88212" y="262888"/>
                  </a:lnTo>
                  <a:lnTo>
                    <a:pt x="52600" y="259346"/>
                  </a:lnTo>
                  <a:close/>
                </a:path>
                <a:path w="581660" h="281939">
                  <a:moveTo>
                    <a:pt x="17929" y="255897"/>
                  </a:moveTo>
                  <a:lnTo>
                    <a:pt x="24698" y="270713"/>
                  </a:lnTo>
                  <a:lnTo>
                    <a:pt x="33997" y="257495"/>
                  </a:lnTo>
                  <a:lnTo>
                    <a:pt x="17929" y="255897"/>
                  </a:lnTo>
                  <a:close/>
                </a:path>
                <a:path w="581660" h="281939">
                  <a:moveTo>
                    <a:pt x="33997" y="257495"/>
                  </a:moveTo>
                  <a:lnTo>
                    <a:pt x="24698" y="270713"/>
                  </a:lnTo>
                  <a:lnTo>
                    <a:pt x="27784" y="270713"/>
                  </a:lnTo>
                  <a:lnTo>
                    <a:pt x="52600" y="259346"/>
                  </a:lnTo>
                  <a:lnTo>
                    <a:pt x="33997" y="257495"/>
                  </a:lnTo>
                  <a:close/>
                </a:path>
                <a:path w="581660" h="281939">
                  <a:moveTo>
                    <a:pt x="573507" y="0"/>
                  </a:moveTo>
                  <a:lnTo>
                    <a:pt x="44762" y="242193"/>
                  </a:lnTo>
                  <a:lnTo>
                    <a:pt x="33997" y="257495"/>
                  </a:lnTo>
                  <a:lnTo>
                    <a:pt x="52600" y="259346"/>
                  </a:lnTo>
                  <a:lnTo>
                    <a:pt x="581345" y="17152"/>
                  </a:lnTo>
                  <a:lnTo>
                    <a:pt x="573507" y="0"/>
                  </a:lnTo>
                  <a:close/>
                </a:path>
                <a:path w="581660" h="281939">
                  <a:moveTo>
                    <a:pt x="35122" y="255897"/>
                  </a:moveTo>
                  <a:lnTo>
                    <a:pt x="17929" y="255897"/>
                  </a:lnTo>
                  <a:lnTo>
                    <a:pt x="33997" y="257495"/>
                  </a:lnTo>
                  <a:lnTo>
                    <a:pt x="35122" y="255897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46071" y="5262371"/>
              <a:ext cx="697992" cy="420624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876612" y="5278721"/>
              <a:ext cx="553720" cy="280035"/>
            </a:xfrm>
            <a:custGeom>
              <a:avLst/>
              <a:gdLst/>
              <a:ahLst/>
              <a:cxnLst/>
              <a:rect l="l" t="t" r="r" b="b"/>
              <a:pathLst>
                <a:path w="553719" h="280035">
                  <a:moveTo>
                    <a:pt x="501348" y="258273"/>
                  </a:moveTo>
                  <a:lnTo>
                    <a:pt x="465673" y="261138"/>
                  </a:lnTo>
                  <a:lnTo>
                    <a:pt x="461807" y="265683"/>
                  </a:lnTo>
                  <a:lnTo>
                    <a:pt x="462639" y="276068"/>
                  </a:lnTo>
                  <a:lnTo>
                    <a:pt x="467179" y="279939"/>
                  </a:lnTo>
                  <a:lnTo>
                    <a:pt x="548807" y="273385"/>
                  </a:lnTo>
                  <a:lnTo>
                    <a:pt x="532749" y="273385"/>
                  </a:lnTo>
                  <a:lnTo>
                    <a:pt x="501348" y="258273"/>
                  </a:lnTo>
                  <a:close/>
                </a:path>
                <a:path w="553719" h="280035">
                  <a:moveTo>
                    <a:pt x="519981" y="256777"/>
                  </a:moveTo>
                  <a:lnTo>
                    <a:pt x="501348" y="258273"/>
                  </a:lnTo>
                  <a:lnTo>
                    <a:pt x="532749" y="273385"/>
                  </a:lnTo>
                  <a:lnTo>
                    <a:pt x="534293" y="270169"/>
                  </a:lnTo>
                  <a:lnTo>
                    <a:pt x="529028" y="270169"/>
                  </a:lnTo>
                  <a:lnTo>
                    <a:pt x="519981" y="256777"/>
                  </a:lnTo>
                  <a:close/>
                </a:path>
                <a:path w="553719" h="280035">
                  <a:moveTo>
                    <a:pt x="499207" y="199891"/>
                  </a:moveTo>
                  <a:lnTo>
                    <a:pt x="490589" y="205728"/>
                  </a:lnTo>
                  <a:lnTo>
                    <a:pt x="489457" y="211590"/>
                  </a:lnTo>
                  <a:lnTo>
                    <a:pt x="509508" y="241272"/>
                  </a:lnTo>
                  <a:lnTo>
                    <a:pt x="540910" y="256385"/>
                  </a:lnTo>
                  <a:lnTo>
                    <a:pt x="532749" y="273385"/>
                  </a:lnTo>
                  <a:lnTo>
                    <a:pt x="548807" y="273385"/>
                  </a:lnTo>
                  <a:lnTo>
                    <a:pt x="553679" y="272994"/>
                  </a:lnTo>
                  <a:lnTo>
                    <a:pt x="505062" y="201024"/>
                  </a:lnTo>
                  <a:lnTo>
                    <a:pt x="499207" y="199891"/>
                  </a:lnTo>
                  <a:close/>
                </a:path>
                <a:path w="553719" h="280035">
                  <a:moveTo>
                    <a:pt x="536077" y="255484"/>
                  </a:moveTo>
                  <a:lnTo>
                    <a:pt x="519981" y="256777"/>
                  </a:lnTo>
                  <a:lnTo>
                    <a:pt x="529028" y="270169"/>
                  </a:lnTo>
                  <a:lnTo>
                    <a:pt x="536077" y="255484"/>
                  </a:lnTo>
                  <a:close/>
                </a:path>
                <a:path w="553719" h="280035">
                  <a:moveTo>
                    <a:pt x="539039" y="255484"/>
                  </a:moveTo>
                  <a:lnTo>
                    <a:pt x="536077" y="255484"/>
                  </a:lnTo>
                  <a:lnTo>
                    <a:pt x="529028" y="270169"/>
                  </a:lnTo>
                  <a:lnTo>
                    <a:pt x="534293" y="270169"/>
                  </a:lnTo>
                  <a:lnTo>
                    <a:pt x="540910" y="256385"/>
                  </a:lnTo>
                  <a:lnTo>
                    <a:pt x="539039" y="255484"/>
                  </a:lnTo>
                  <a:close/>
                </a:path>
                <a:path w="553719" h="280035">
                  <a:moveTo>
                    <a:pt x="8161" y="0"/>
                  </a:moveTo>
                  <a:lnTo>
                    <a:pt x="0" y="17000"/>
                  </a:lnTo>
                  <a:lnTo>
                    <a:pt x="501348" y="258273"/>
                  </a:lnTo>
                  <a:lnTo>
                    <a:pt x="519981" y="256777"/>
                  </a:lnTo>
                  <a:lnTo>
                    <a:pt x="509508" y="241272"/>
                  </a:lnTo>
                  <a:lnTo>
                    <a:pt x="8161" y="0"/>
                  </a:lnTo>
                  <a:close/>
                </a:path>
                <a:path w="553719" h="280035">
                  <a:moveTo>
                    <a:pt x="509508" y="241272"/>
                  </a:moveTo>
                  <a:lnTo>
                    <a:pt x="519981" y="256777"/>
                  </a:lnTo>
                  <a:lnTo>
                    <a:pt x="536077" y="255484"/>
                  </a:lnTo>
                  <a:lnTo>
                    <a:pt x="539039" y="255484"/>
                  </a:lnTo>
                  <a:lnTo>
                    <a:pt x="509508" y="241272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0" name="object 6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66823" y="5271515"/>
              <a:ext cx="228600" cy="41148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836968" y="5287221"/>
              <a:ext cx="87630" cy="264795"/>
            </a:xfrm>
            <a:custGeom>
              <a:avLst/>
              <a:gdLst/>
              <a:ahLst/>
              <a:cxnLst/>
              <a:rect l="l" t="t" r="r" b="b"/>
              <a:pathLst>
                <a:path w="87630" h="264795">
                  <a:moveTo>
                    <a:pt x="10505" y="178445"/>
                  </a:moveTo>
                  <a:lnTo>
                    <a:pt x="1517" y="183694"/>
                  </a:lnTo>
                  <a:lnTo>
                    <a:pt x="0" y="189468"/>
                  </a:lnTo>
                  <a:lnTo>
                    <a:pt x="43724" y="264518"/>
                  </a:lnTo>
                  <a:lnTo>
                    <a:pt x="54629" y="245800"/>
                  </a:lnTo>
                  <a:lnTo>
                    <a:pt x="34305" y="245800"/>
                  </a:lnTo>
                  <a:lnTo>
                    <a:pt x="34305" y="210917"/>
                  </a:lnTo>
                  <a:lnTo>
                    <a:pt x="16272" y="179965"/>
                  </a:lnTo>
                  <a:lnTo>
                    <a:pt x="10505" y="178445"/>
                  </a:lnTo>
                  <a:close/>
                </a:path>
                <a:path w="87630" h="264795">
                  <a:moveTo>
                    <a:pt x="34305" y="210917"/>
                  </a:moveTo>
                  <a:lnTo>
                    <a:pt x="34305" y="245800"/>
                  </a:lnTo>
                  <a:lnTo>
                    <a:pt x="53144" y="245800"/>
                  </a:lnTo>
                  <a:lnTo>
                    <a:pt x="53144" y="241049"/>
                  </a:lnTo>
                  <a:lnTo>
                    <a:pt x="35589" y="241049"/>
                  </a:lnTo>
                  <a:lnTo>
                    <a:pt x="43724" y="227085"/>
                  </a:lnTo>
                  <a:lnTo>
                    <a:pt x="34305" y="210917"/>
                  </a:lnTo>
                  <a:close/>
                </a:path>
                <a:path w="87630" h="264795">
                  <a:moveTo>
                    <a:pt x="76944" y="178445"/>
                  </a:moveTo>
                  <a:lnTo>
                    <a:pt x="71177" y="179965"/>
                  </a:lnTo>
                  <a:lnTo>
                    <a:pt x="53144" y="210917"/>
                  </a:lnTo>
                  <a:lnTo>
                    <a:pt x="53144" y="245800"/>
                  </a:lnTo>
                  <a:lnTo>
                    <a:pt x="54629" y="245800"/>
                  </a:lnTo>
                  <a:lnTo>
                    <a:pt x="87449" y="189468"/>
                  </a:lnTo>
                  <a:lnTo>
                    <a:pt x="85930" y="183694"/>
                  </a:lnTo>
                  <a:lnTo>
                    <a:pt x="76944" y="178445"/>
                  </a:lnTo>
                  <a:close/>
                </a:path>
                <a:path w="87630" h="264795">
                  <a:moveTo>
                    <a:pt x="43724" y="227085"/>
                  </a:moveTo>
                  <a:lnTo>
                    <a:pt x="35589" y="241049"/>
                  </a:lnTo>
                  <a:lnTo>
                    <a:pt x="51860" y="241049"/>
                  </a:lnTo>
                  <a:lnTo>
                    <a:pt x="43724" y="227085"/>
                  </a:lnTo>
                  <a:close/>
                </a:path>
                <a:path w="87630" h="264795">
                  <a:moveTo>
                    <a:pt x="53144" y="210917"/>
                  </a:moveTo>
                  <a:lnTo>
                    <a:pt x="43724" y="227085"/>
                  </a:lnTo>
                  <a:lnTo>
                    <a:pt x="51860" y="241049"/>
                  </a:lnTo>
                  <a:lnTo>
                    <a:pt x="53144" y="241049"/>
                  </a:lnTo>
                  <a:lnTo>
                    <a:pt x="53144" y="210917"/>
                  </a:lnTo>
                  <a:close/>
                </a:path>
                <a:path w="87630" h="264795">
                  <a:moveTo>
                    <a:pt x="53143" y="0"/>
                  </a:moveTo>
                  <a:lnTo>
                    <a:pt x="34305" y="0"/>
                  </a:lnTo>
                  <a:lnTo>
                    <a:pt x="34305" y="210917"/>
                  </a:lnTo>
                  <a:lnTo>
                    <a:pt x="43724" y="227085"/>
                  </a:lnTo>
                  <a:lnTo>
                    <a:pt x="53144" y="210917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2" name="object 6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56639" y="5664707"/>
              <a:ext cx="286512" cy="475488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1160518" y="5681106"/>
              <a:ext cx="151765" cy="328295"/>
            </a:xfrm>
            <a:custGeom>
              <a:avLst/>
              <a:gdLst/>
              <a:ahLst/>
              <a:cxnLst/>
              <a:rect l="l" t="t" r="r" b="b"/>
              <a:pathLst>
                <a:path w="151765" h="328295">
                  <a:moveTo>
                    <a:pt x="13850" y="235788"/>
                  </a:moveTo>
                  <a:lnTo>
                    <a:pt x="3557" y="237307"/>
                  </a:lnTo>
                  <a:lnTo>
                    <a:pt x="0" y="242098"/>
                  </a:lnTo>
                  <a:lnTo>
                    <a:pt x="12648" y="328056"/>
                  </a:lnTo>
                  <a:lnTo>
                    <a:pt x="30445" y="314200"/>
                  </a:lnTo>
                  <a:lnTo>
                    <a:pt x="28354" y="314200"/>
                  </a:lnTo>
                  <a:lnTo>
                    <a:pt x="10872" y="307173"/>
                  </a:lnTo>
                  <a:lnTo>
                    <a:pt x="23853" y="274800"/>
                  </a:lnTo>
                  <a:lnTo>
                    <a:pt x="18637" y="239350"/>
                  </a:lnTo>
                  <a:lnTo>
                    <a:pt x="13850" y="235788"/>
                  </a:lnTo>
                  <a:close/>
                </a:path>
                <a:path w="151765" h="328295">
                  <a:moveTo>
                    <a:pt x="23853" y="274800"/>
                  </a:moveTo>
                  <a:lnTo>
                    <a:pt x="10872" y="307173"/>
                  </a:lnTo>
                  <a:lnTo>
                    <a:pt x="28354" y="314200"/>
                  </a:lnTo>
                  <a:lnTo>
                    <a:pt x="30314" y="309312"/>
                  </a:lnTo>
                  <a:lnTo>
                    <a:pt x="28932" y="309312"/>
                  </a:lnTo>
                  <a:lnTo>
                    <a:pt x="13831" y="303241"/>
                  </a:lnTo>
                  <a:lnTo>
                    <a:pt x="26578" y="293317"/>
                  </a:lnTo>
                  <a:lnTo>
                    <a:pt x="23853" y="274800"/>
                  </a:lnTo>
                  <a:close/>
                </a:path>
                <a:path w="151765" h="328295">
                  <a:moveTo>
                    <a:pt x="69588" y="259831"/>
                  </a:moveTo>
                  <a:lnTo>
                    <a:pt x="41335" y="281828"/>
                  </a:lnTo>
                  <a:lnTo>
                    <a:pt x="28354" y="314200"/>
                  </a:lnTo>
                  <a:lnTo>
                    <a:pt x="30445" y="314200"/>
                  </a:lnTo>
                  <a:lnTo>
                    <a:pt x="81152" y="274721"/>
                  </a:lnTo>
                  <a:lnTo>
                    <a:pt x="81892" y="268796"/>
                  </a:lnTo>
                  <a:lnTo>
                    <a:pt x="75506" y="260573"/>
                  </a:lnTo>
                  <a:lnTo>
                    <a:pt x="69588" y="259831"/>
                  </a:lnTo>
                  <a:close/>
                </a:path>
                <a:path w="151765" h="328295">
                  <a:moveTo>
                    <a:pt x="26578" y="293317"/>
                  </a:moveTo>
                  <a:lnTo>
                    <a:pt x="13831" y="303241"/>
                  </a:lnTo>
                  <a:lnTo>
                    <a:pt x="28932" y="309312"/>
                  </a:lnTo>
                  <a:lnTo>
                    <a:pt x="26578" y="293317"/>
                  </a:lnTo>
                  <a:close/>
                </a:path>
                <a:path w="151765" h="328295">
                  <a:moveTo>
                    <a:pt x="41335" y="281828"/>
                  </a:moveTo>
                  <a:lnTo>
                    <a:pt x="26578" y="293317"/>
                  </a:lnTo>
                  <a:lnTo>
                    <a:pt x="28932" y="309312"/>
                  </a:lnTo>
                  <a:lnTo>
                    <a:pt x="30314" y="309312"/>
                  </a:lnTo>
                  <a:lnTo>
                    <a:pt x="41335" y="281828"/>
                  </a:lnTo>
                  <a:close/>
                </a:path>
                <a:path w="151765" h="328295">
                  <a:moveTo>
                    <a:pt x="134045" y="0"/>
                  </a:moveTo>
                  <a:lnTo>
                    <a:pt x="23853" y="274800"/>
                  </a:lnTo>
                  <a:lnTo>
                    <a:pt x="26578" y="293317"/>
                  </a:lnTo>
                  <a:lnTo>
                    <a:pt x="41335" y="281828"/>
                  </a:lnTo>
                  <a:lnTo>
                    <a:pt x="151527" y="7028"/>
                  </a:lnTo>
                  <a:lnTo>
                    <a:pt x="134045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4" name="object 6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63903" y="5664707"/>
              <a:ext cx="256031" cy="475488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294312" y="5681813"/>
              <a:ext cx="129539" cy="327025"/>
            </a:xfrm>
            <a:custGeom>
              <a:avLst/>
              <a:gdLst/>
              <a:ahLst/>
              <a:cxnLst/>
              <a:rect l="l" t="t" r="r" b="b"/>
              <a:pathLst>
                <a:path w="129540" h="327025">
                  <a:moveTo>
                    <a:pt x="58531" y="254317"/>
                  </a:moveTo>
                  <a:lnTo>
                    <a:pt x="52574" y="254584"/>
                  </a:lnTo>
                  <a:lnTo>
                    <a:pt x="45553" y="262274"/>
                  </a:lnTo>
                  <a:lnTo>
                    <a:pt x="45821" y="268239"/>
                  </a:lnTo>
                  <a:lnTo>
                    <a:pt x="109868" y="326861"/>
                  </a:lnTo>
                  <a:lnTo>
                    <a:pt x="113326" y="311798"/>
                  </a:lnTo>
                  <a:lnTo>
                    <a:pt x="95314" y="311798"/>
                  </a:lnTo>
                  <a:lnTo>
                    <a:pt x="84947" y="278495"/>
                  </a:lnTo>
                  <a:lnTo>
                    <a:pt x="58531" y="254317"/>
                  </a:lnTo>
                  <a:close/>
                </a:path>
                <a:path w="129540" h="327025">
                  <a:moveTo>
                    <a:pt x="84947" y="278495"/>
                  </a:moveTo>
                  <a:lnTo>
                    <a:pt x="95314" y="311798"/>
                  </a:lnTo>
                  <a:lnTo>
                    <a:pt x="111077" y="306880"/>
                  </a:lnTo>
                  <a:lnTo>
                    <a:pt x="95126" y="306880"/>
                  </a:lnTo>
                  <a:lnTo>
                    <a:pt x="98744" y="291123"/>
                  </a:lnTo>
                  <a:lnTo>
                    <a:pt x="84947" y="278495"/>
                  </a:lnTo>
                  <a:close/>
                </a:path>
                <a:path w="129540" h="327025">
                  <a:moveTo>
                    <a:pt x="116004" y="234789"/>
                  </a:moveTo>
                  <a:lnTo>
                    <a:pt x="110949" y="237959"/>
                  </a:lnTo>
                  <a:lnTo>
                    <a:pt x="102931" y="272883"/>
                  </a:lnTo>
                  <a:lnTo>
                    <a:pt x="113299" y="306186"/>
                  </a:lnTo>
                  <a:lnTo>
                    <a:pt x="95314" y="311798"/>
                  </a:lnTo>
                  <a:lnTo>
                    <a:pt x="113326" y="311798"/>
                  </a:lnTo>
                  <a:lnTo>
                    <a:pt x="129308" y="242185"/>
                  </a:lnTo>
                  <a:lnTo>
                    <a:pt x="126144" y="237124"/>
                  </a:lnTo>
                  <a:lnTo>
                    <a:pt x="116004" y="234789"/>
                  </a:lnTo>
                  <a:close/>
                </a:path>
                <a:path w="129540" h="327025">
                  <a:moveTo>
                    <a:pt x="98744" y="291123"/>
                  </a:moveTo>
                  <a:lnTo>
                    <a:pt x="95126" y="306880"/>
                  </a:lnTo>
                  <a:lnTo>
                    <a:pt x="110661" y="302031"/>
                  </a:lnTo>
                  <a:lnTo>
                    <a:pt x="98744" y="291123"/>
                  </a:lnTo>
                  <a:close/>
                </a:path>
                <a:path w="129540" h="327025">
                  <a:moveTo>
                    <a:pt x="102931" y="272883"/>
                  </a:moveTo>
                  <a:lnTo>
                    <a:pt x="98744" y="291123"/>
                  </a:lnTo>
                  <a:lnTo>
                    <a:pt x="110661" y="302031"/>
                  </a:lnTo>
                  <a:lnTo>
                    <a:pt x="95126" y="306880"/>
                  </a:lnTo>
                  <a:lnTo>
                    <a:pt x="111077" y="306880"/>
                  </a:lnTo>
                  <a:lnTo>
                    <a:pt x="113299" y="306186"/>
                  </a:lnTo>
                  <a:lnTo>
                    <a:pt x="102931" y="272883"/>
                  </a:lnTo>
                  <a:close/>
                </a:path>
                <a:path w="129540" h="327025">
                  <a:moveTo>
                    <a:pt x="17984" y="0"/>
                  </a:moveTo>
                  <a:lnTo>
                    <a:pt x="0" y="5613"/>
                  </a:lnTo>
                  <a:lnTo>
                    <a:pt x="84947" y="278495"/>
                  </a:lnTo>
                  <a:lnTo>
                    <a:pt x="98744" y="291123"/>
                  </a:lnTo>
                  <a:lnTo>
                    <a:pt x="102931" y="272883"/>
                  </a:lnTo>
                  <a:lnTo>
                    <a:pt x="17984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1677488" y="6004562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1677488" y="6004562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8" name="object 68"/>
            <p:cNvSpPr/>
            <p:nvPr/>
          </p:nvSpPr>
          <p:spPr>
            <a:xfrm>
              <a:off x="1908473" y="6004073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9" name="object 69"/>
            <p:cNvSpPr/>
            <p:nvPr/>
          </p:nvSpPr>
          <p:spPr>
            <a:xfrm>
              <a:off x="1908473" y="6004073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0" name="object 7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0999" y="5664707"/>
              <a:ext cx="271272" cy="469392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751102" y="5681465"/>
              <a:ext cx="139065" cy="323215"/>
            </a:xfrm>
            <a:custGeom>
              <a:avLst/>
              <a:gdLst/>
              <a:ahLst/>
              <a:cxnLst/>
              <a:rect l="l" t="t" r="r" b="b"/>
              <a:pathLst>
                <a:path w="139064" h="323214">
                  <a:moveTo>
                    <a:pt x="13583" y="230897"/>
                  </a:moveTo>
                  <a:lnTo>
                    <a:pt x="3360" y="232832"/>
                  </a:lnTo>
                  <a:lnTo>
                    <a:pt x="0" y="237766"/>
                  </a:lnTo>
                  <a:lnTo>
                    <a:pt x="16126" y="323138"/>
                  </a:lnTo>
                  <a:lnTo>
                    <a:pt x="33246" y="308654"/>
                  </a:lnTo>
                  <a:lnTo>
                    <a:pt x="31257" y="308654"/>
                  </a:lnTo>
                  <a:lnTo>
                    <a:pt x="13505" y="302343"/>
                  </a:lnTo>
                  <a:lnTo>
                    <a:pt x="25161" y="269471"/>
                  </a:lnTo>
                  <a:lnTo>
                    <a:pt x="18510" y="234261"/>
                  </a:lnTo>
                  <a:lnTo>
                    <a:pt x="13583" y="230897"/>
                  </a:lnTo>
                  <a:close/>
                </a:path>
                <a:path w="139064" h="323214">
                  <a:moveTo>
                    <a:pt x="25161" y="269471"/>
                  </a:moveTo>
                  <a:lnTo>
                    <a:pt x="13505" y="302343"/>
                  </a:lnTo>
                  <a:lnTo>
                    <a:pt x="31257" y="308654"/>
                  </a:lnTo>
                  <a:lnTo>
                    <a:pt x="32997" y="303747"/>
                  </a:lnTo>
                  <a:lnTo>
                    <a:pt x="31635" y="303747"/>
                  </a:lnTo>
                  <a:lnTo>
                    <a:pt x="16301" y="298296"/>
                  </a:lnTo>
                  <a:lnTo>
                    <a:pt x="28635" y="287862"/>
                  </a:lnTo>
                  <a:lnTo>
                    <a:pt x="25161" y="269471"/>
                  </a:lnTo>
                  <a:close/>
                </a:path>
                <a:path w="139064" h="323214">
                  <a:moveTo>
                    <a:pt x="70251" y="252653"/>
                  </a:moveTo>
                  <a:lnTo>
                    <a:pt x="42913" y="275782"/>
                  </a:lnTo>
                  <a:lnTo>
                    <a:pt x="31257" y="308654"/>
                  </a:lnTo>
                  <a:lnTo>
                    <a:pt x="33246" y="308654"/>
                  </a:lnTo>
                  <a:lnTo>
                    <a:pt x="82409" y="267060"/>
                  </a:lnTo>
                  <a:lnTo>
                    <a:pt x="82908" y="261110"/>
                  </a:lnTo>
                  <a:lnTo>
                    <a:pt x="76193" y="253154"/>
                  </a:lnTo>
                  <a:lnTo>
                    <a:pt x="70251" y="252653"/>
                  </a:lnTo>
                  <a:close/>
                </a:path>
                <a:path w="139064" h="323214">
                  <a:moveTo>
                    <a:pt x="28635" y="287862"/>
                  </a:moveTo>
                  <a:lnTo>
                    <a:pt x="16301" y="298296"/>
                  </a:lnTo>
                  <a:lnTo>
                    <a:pt x="31635" y="303747"/>
                  </a:lnTo>
                  <a:lnTo>
                    <a:pt x="28635" y="287862"/>
                  </a:lnTo>
                  <a:close/>
                </a:path>
                <a:path w="139064" h="323214">
                  <a:moveTo>
                    <a:pt x="42913" y="275782"/>
                  </a:moveTo>
                  <a:lnTo>
                    <a:pt x="28635" y="287862"/>
                  </a:lnTo>
                  <a:lnTo>
                    <a:pt x="31635" y="303747"/>
                  </a:lnTo>
                  <a:lnTo>
                    <a:pt x="32997" y="303747"/>
                  </a:lnTo>
                  <a:lnTo>
                    <a:pt x="42913" y="275782"/>
                  </a:lnTo>
                  <a:close/>
                </a:path>
                <a:path w="139064" h="323214">
                  <a:moveTo>
                    <a:pt x="120713" y="0"/>
                  </a:moveTo>
                  <a:lnTo>
                    <a:pt x="25161" y="269471"/>
                  </a:lnTo>
                  <a:lnTo>
                    <a:pt x="28635" y="287862"/>
                  </a:lnTo>
                  <a:lnTo>
                    <a:pt x="42913" y="275782"/>
                  </a:lnTo>
                  <a:lnTo>
                    <a:pt x="138466" y="6310"/>
                  </a:lnTo>
                  <a:lnTo>
                    <a:pt x="12071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2" name="object 7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39975" y="5664707"/>
              <a:ext cx="274319" cy="469392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871854" y="5681360"/>
              <a:ext cx="141605" cy="323215"/>
            </a:xfrm>
            <a:custGeom>
              <a:avLst/>
              <a:gdLst/>
              <a:ahLst/>
              <a:cxnLst/>
              <a:rect l="l" t="t" r="r" b="b"/>
              <a:pathLst>
                <a:path w="141605" h="323214">
                  <a:moveTo>
                    <a:pt x="71437" y="252915"/>
                  </a:moveTo>
                  <a:lnTo>
                    <a:pt x="65501" y="253485"/>
                  </a:lnTo>
                  <a:lnTo>
                    <a:pt x="58881" y="261520"/>
                  </a:lnTo>
                  <a:lnTo>
                    <a:pt x="59449" y="267464"/>
                  </a:lnTo>
                  <a:lnTo>
                    <a:pt x="126389" y="322755"/>
                  </a:lnTo>
                  <a:lnTo>
                    <a:pt x="128916" y="308451"/>
                  </a:lnTo>
                  <a:lnTo>
                    <a:pt x="111089" y="308451"/>
                  </a:lnTo>
                  <a:lnTo>
                    <a:pt x="99046" y="275718"/>
                  </a:lnTo>
                  <a:lnTo>
                    <a:pt x="71437" y="252915"/>
                  </a:lnTo>
                  <a:close/>
                </a:path>
                <a:path w="141605" h="323214">
                  <a:moveTo>
                    <a:pt x="99046" y="275718"/>
                  </a:moveTo>
                  <a:lnTo>
                    <a:pt x="111089" y="308451"/>
                  </a:lnTo>
                  <a:lnTo>
                    <a:pt x="124379" y="303549"/>
                  </a:lnTo>
                  <a:lnTo>
                    <a:pt x="110652" y="303549"/>
                  </a:lnTo>
                  <a:lnTo>
                    <a:pt x="113465" y="287628"/>
                  </a:lnTo>
                  <a:lnTo>
                    <a:pt x="99046" y="275718"/>
                  </a:lnTo>
                  <a:close/>
                </a:path>
                <a:path w="141605" h="323214">
                  <a:moveTo>
                    <a:pt x="127844" y="230489"/>
                  </a:moveTo>
                  <a:lnTo>
                    <a:pt x="122957" y="233912"/>
                  </a:lnTo>
                  <a:lnTo>
                    <a:pt x="116722" y="269198"/>
                  </a:lnTo>
                  <a:lnTo>
                    <a:pt x="128765" y="301931"/>
                  </a:lnTo>
                  <a:lnTo>
                    <a:pt x="111089" y="308451"/>
                  </a:lnTo>
                  <a:lnTo>
                    <a:pt x="128916" y="308451"/>
                  </a:lnTo>
                  <a:lnTo>
                    <a:pt x="141507" y="237197"/>
                  </a:lnTo>
                  <a:lnTo>
                    <a:pt x="138089" y="232304"/>
                  </a:lnTo>
                  <a:lnTo>
                    <a:pt x="127844" y="230489"/>
                  </a:lnTo>
                  <a:close/>
                </a:path>
                <a:path w="141605" h="323214">
                  <a:moveTo>
                    <a:pt x="113465" y="287628"/>
                  </a:moveTo>
                  <a:lnTo>
                    <a:pt x="110652" y="303549"/>
                  </a:lnTo>
                  <a:lnTo>
                    <a:pt x="125921" y="297916"/>
                  </a:lnTo>
                  <a:lnTo>
                    <a:pt x="113465" y="287628"/>
                  </a:lnTo>
                  <a:close/>
                </a:path>
                <a:path w="141605" h="323214">
                  <a:moveTo>
                    <a:pt x="116722" y="269198"/>
                  </a:moveTo>
                  <a:lnTo>
                    <a:pt x="113465" y="287628"/>
                  </a:lnTo>
                  <a:lnTo>
                    <a:pt x="125921" y="297916"/>
                  </a:lnTo>
                  <a:lnTo>
                    <a:pt x="110652" y="303549"/>
                  </a:lnTo>
                  <a:lnTo>
                    <a:pt x="124379" y="303549"/>
                  </a:lnTo>
                  <a:lnTo>
                    <a:pt x="128765" y="301931"/>
                  </a:lnTo>
                  <a:lnTo>
                    <a:pt x="116722" y="269198"/>
                  </a:lnTo>
                  <a:close/>
                </a:path>
                <a:path w="141605" h="323214">
                  <a:moveTo>
                    <a:pt x="17677" y="0"/>
                  </a:moveTo>
                  <a:lnTo>
                    <a:pt x="0" y="6520"/>
                  </a:lnTo>
                  <a:lnTo>
                    <a:pt x="99046" y="275718"/>
                  </a:lnTo>
                  <a:lnTo>
                    <a:pt x="113465" y="287628"/>
                  </a:lnTo>
                  <a:lnTo>
                    <a:pt x="116722" y="269198"/>
                  </a:lnTo>
                  <a:lnTo>
                    <a:pt x="17677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4" name="object 7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24023" y="5664707"/>
              <a:ext cx="246887" cy="475488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2318363" y="5682101"/>
              <a:ext cx="121285" cy="327025"/>
            </a:xfrm>
            <a:custGeom>
              <a:avLst/>
              <a:gdLst/>
              <a:ahLst/>
              <a:cxnLst/>
              <a:rect l="l" t="t" r="r" b="b"/>
              <a:pathLst>
                <a:path w="121285" h="327025">
                  <a:moveTo>
                    <a:pt x="13063" y="235070"/>
                  </a:moveTo>
                  <a:lnTo>
                    <a:pt x="3002" y="237726"/>
                  </a:lnTo>
                  <a:lnTo>
                    <a:pt x="0" y="242886"/>
                  </a:lnTo>
                  <a:lnTo>
                    <a:pt x="22122" y="326900"/>
                  </a:lnTo>
                  <a:lnTo>
                    <a:pt x="38029" y="311381"/>
                  </a:lnTo>
                  <a:lnTo>
                    <a:pt x="36191" y="311381"/>
                  </a:lnTo>
                  <a:lnTo>
                    <a:pt x="18036" y="306345"/>
                  </a:lnTo>
                  <a:lnTo>
                    <a:pt x="27339" y="272727"/>
                  </a:lnTo>
                  <a:lnTo>
                    <a:pt x="18215" y="238078"/>
                  </a:lnTo>
                  <a:lnTo>
                    <a:pt x="13063" y="235070"/>
                  </a:lnTo>
                  <a:close/>
                </a:path>
                <a:path w="121285" h="327025">
                  <a:moveTo>
                    <a:pt x="27339" y="272727"/>
                  </a:moveTo>
                  <a:lnTo>
                    <a:pt x="18036" y="306345"/>
                  </a:lnTo>
                  <a:lnTo>
                    <a:pt x="36191" y="311381"/>
                  </a:lnTo>
                  <a:lnTo>
                    <a:pt x="37553" y="306458"/>
                  </a:lnTo>
                  <a:lnTo>
                    <a:pt x="36221" y="306458"/>
                  </a:lnTo>
                  <a:lnTo>
                    <a:pt x="20539" y="302108"/>
                  </a:lnTo>
                  <a:lnTo>
                    <a:pt x="32105" y="290825"/>
                  </a:lnTo>
                  <a:lnTo>
                    <a:pt x="27339" y="272727"/>
                  </a:lnTo>
                  <a:close/>
                </a:path>
                <a:path w="121285" h="327025">
                  <a:moveTo>
                    <a:pt x="71126" y="252756"/>
                  </a:moveTo>
                  <a:lnTo>
                    <a:pt x="45494" y="277763"/>
                  </a:lnTo>
                  <a:lnTo>
                    <a:pt x="36191" y="311381"/>
                  </a:lnTo>
                  <a:lnTo>
                    <a:pt x="38029" y="311381"/>
                  </a:lnTo>
                  <a:lnTo>
                    <a:pt x="84273" y="266265"/>
                  </a:lnTo>
                  <a:lnTo>
                    <a:pt x="84350" y="260294"/>
                  </a:lnTo>
                  <a:lnTo>
                    <a:pt x="77090" y="252834"/>
                  </a:lnTo>
                  <a:lnTo>
                    <a:pt x="71126" y="252756"/>
                  </a:lnTo>
                  <a:close/>
                </a:path>
                <a:path w="121285" h="327025">
                  <a:moveTo>
                    <a:pt x="32105" y="290825"/>
                  </a:moveTo>
                  <a:lnTo>
                    <a:pt x="20539" y="302108"/>
                  </a:lnTo>
                  <a:lnTo>
                    <a:pt x="36221" y="306458"/>
                  </a:lnTo>
                  <a:lnTo>
                    <a:pt x="32105" y="290825"/>
                  </a:lnTo>
                  <a:close/>
                </a:path>
                <a:path w="121285" h="327025">
                  <a:moveTo>
                    <a:pt x="45494" y="277763"/>
                  </a:moveTo>
                  <a:lnTo>
                    <a:pt x="32105" y="290825"/>
                  </a:lnTo>
                  <a:lnTo>
                    <a:pt x="36221" y="306458"/>
                  </a:lnTo>
                  <a:lnTo>
                    <a:pt x="37553" y="306458"/>
                  </a:lnTo>
                  <a:lnTo>
                    <a:pt x="45494" y="277763"/>
                  </a:lnTo>
                  <a:close/>
                </a:path>
                <a:path w="121285" h="327025">
                  <a:moveTo>
                    <a:pt x="102811" y="0"/>
                  </a:moveTo>
                  <a:lnTo>
                    <a:pt x="27339" y="272727"/>
                  </a:lnTo>
                  <a:lnTo>
                    <a:pt x="32105" y="290825"/>
                  </a:lnTo>
                  <a:lnTo>
                    <a:pt x="45494" y="277763"/>
                  </a:lnTo>
                  <a:lnTo>
                    <a:pt x="120966" y="5036"/>
                  </a:lnTo>
                  <a:lnTo>
                    <a:pt x="102811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6" name="object 7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91663" y="5664707"/>
              <a:ext cx="316992" cy="475488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2421837" y="5680382"/>
              <a:ext cx="177165" cy="328295"/>
            </a:xfrm>
            <a:custGeom>
              <a:avLst/>
              <a:gdLst/>
              <a:ahLst/>
              <a:cxnLst/>
              <a:rect l="l" t="t" r="r" b="b"/>
              <a:pathLst>
                <a:path w="177164" h="328295">
                  <a:moveTo>
                    <a:pt x="108722" y="265103"/>
                  </a:moveTo>
                  <a:lnTo>
                    <a:pt x="102887" y="266340"/>
                  </a:lnTo>
                  <a:lnTo>
                    <a:pt x="97214" y="275073"/>
                  </a:lnTo>
                  <a:lnTo>
                    <a:pt x="98450" y="280913"/>
                  </a:lnTo>
                  <a:lnTo>
                    <a:pt x="171190" y="328291"/>
                  </a:lnTo>
                  <a:lnTo>
                    <a:pt x="171965" y="315807"/>
                  </a:lnTo>
                  <a:lnTo>
                    <a:pt x="154377" y="315807"/>
                  </a:lnTo>
                  <a:lnTo>
                    <a:pt x="138723" y="284643"/>
                  </a:lnTo>
                  <a:lnTo>
                    <a:pt x="108722" y="265103"/>
                  </a:lnTo>
                  <a:close/>
                </a:path>
                <a:path w="177164" h="328295">
                  <a:moveTo>
                    <a:pt x="138723" y="284643"/>
                  </a:moveTo>
                  <a:lnTo>
                    <a:pt x="154377" y="315807"/>
                  </a:lnTo>
                  <a:lnTo>
                    <a:pt x="163953" y="310984"/>
                  </a:lnTo>
                  <a:lnTo>
                    <a:pt x="153390" y="310984"/>
                  </a:lnTo>
                  <a:lnTo>
                    <a:pt x="154392" y="294848"/>
                  </a:lnTo>
                  <a:lnTo>
                    <a:pt x="138723" y="284643"/>
                  </a:lnTo>
                  <a:close/>
                </a:path>
                <a:path w="177164" h="328295">
                  <a:moveTo>
                    <a:pt x="162242" y="236451"/>
                  </a:moveTo>
                  <a:lnTo>
                    <a:pt x="157772" y="240403"/>
                  </a:lnTo>
                  <a:lnTo>
                    <a:pt x="155551" y="276168"/>
                  </a:lnTo>
                  <a:lnTo>
                    <a:pt x="171206" y="307332"/>
                  </a:lnTo>
                  <a:lnTo>
                    <a:pt x="154377" y="315807"/>
                  </a:lnTo>
                  <a:lnTo>
                    <a:pt x="171965" y="315807"/>
                  </a:lnTo>
                  <a:lnTo>
                    <a:pt x="176574" y="241573"/>
                  </a:lnTo>
                  <a:lnTo>
                    <a:pt x="172627" y="237097"/>
                  </a:lnTo>
                  <a:lnTo>
                    <a:pt x="162242" y="236451"/>
                  </a:lnTo>
                  <a:close/>
                </a:path>
                <a:path w="177164" h="328295">
                  <a:moveTo>
                    <a:pt x="154392" y="294848"/>
                  </a:moveTo>
                  <a:lnTo>
                    <a:pt x="153390" y="310984"/>
                  </a:lnTo>
                  <a:lnTo>
                    <a:pt x="167928" y="303664"/>
                  </a:lnTo>
                  <a:lnTo>
                    <a:pt x="154392" y="294848"/>
                  </a:lnTo>
                  <a:close/>
                </a:path>
                <a:path w="177164" h="328295">
                  <a:moveTo>
                    <a:pt x="155551" y="276168"/>
                  </a:moveTo>
                  <a:lnTo>
                    <a:pt x="154392" y="294848"/>
                  </a:lnTo>
                  <a:lnTo>
                    <a:pt x="167928" y="303664"/>
                  </a:lnTo>
                  <a:lnTo>
                    <a:pt x="153390" y="310984"/>
                  </a:lnTo>
                  <a:lnTo>
                    <a:pt x="163953" y="310984"/>
                  </a:lnTo>
                  <a:lnTo>
                    <a:pt x="171206" y="307332"/>
                  </a:lnTo>
                  <a:lnTo>
                    <a:pt x="155551" y="276168"/>
                  </a:lnTo>
                  <a:close/>
                </a:path>
                <a:path w="177164" h="328295">
                  <a:moveTo>
                    <a:pt x="16828" y="0"/>
                  </a:moveTo>
                  <a:lnTo>
                    <a:pt x="0" y="8475"/>
                  </a:lnTo>
                  <a:lnTo>
                    <a:pt x="138723" y="284643"/>
                  </a:lnTo>
                  <a:lnTo>
                    <a:pt x="154392" y="294848"/>
                  </a:lnTo>
                  <a:lnTo>
                    <a:pt x="155551" y="276168"/>
                  </a:lnTo>
                  <a:lnTo>
                    <a:pt x="16828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8" name="object 78"/>
            <p:cNvSpPr/>
            <p:nvPr/>
          </p:nvSpPr>
          <p:spPr>
            <a:xfrm>
              <a:off x="1083428" y="6009122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9" name="object 79"/>
            <p:cNvSpPr/>
            <p:nvPr/>
          </p:nvSpPr>
          <p:spPr>
            <a:xfrm>
              <a:off x="1083428" y="6009122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0" name="object 80"/>
            <p:cNvSpPr/>
            <p:nvPr/>
          </p:nvSpPr>
          <p:spPr>
            <a:xfrm>
              <a:off x="1314413" y="6008634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1" name="object 81"/>
            <p:cNvSpPr/>
            <p:nvPr/>
          </p:nvSpPr>
          <p:spPr>
            <a:xfrm>
              <a:off x="1314413" y="6008634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2" name="object 82"/>
            <p:cNvSpPr/>
            <p:nvPr/>
          </p:nvSpPr>
          <p:spPr>
            <a:xfrm>
              <a:off x="2250740" y="6008960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179511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1" y="90792"/>
                  </a:lnTo>
                  <a:lnTo>
                    <a:pt x="179511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3" name="object 83"/>
            <p:cNvSpPr/>
            <p:nvPr/>
          </p:nvSpPr>
          <p:spPr>
            <a:xfrm>
              <a:off x="2250740" y="6008960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2503253" y="6008634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5" name="object 85"/>
            <p:cNvSpPr/>
            <p:nvPr/>
          </p:nvSpPr>
          <p:spPr>
            <a:xfrm>
              <a:off x="2503253" y="6008634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6" name="object 86"/>
            <p:cNvSpPr/>
            <p:nvPr/>
          </p:nvSpPr>
          <p:spPr>
            <a:xfrm>
              <a:off x="1633783" y="5154298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30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7" name="object 87"/>
            <p:cNvSpPr/>
            <p:nvPr/>
          </p:nvSpPr>
          <p:spPr>
            <a:xfrm>
              <a:off x="1633783" y="5154298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30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84005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2779956" y="3206411"/>
            <a:ext cx="1455084" cy="877980"/>
            <a:chOff x="2998216" y="3633933"/>
            <a:chExt cx="1649095" cy="995044"/>
          </a:xfrm>
        </p:grpSpPr>
        <p:sp>
          <p:nvSpPr>
            <p:cNvPr id="89" name="object 89"/>
            <p:cNvSpPr/>
            <p:nvPr/>
          </p:nvSpPr>
          <p:spPr>
            <a:xfrm>
              <a:off x="3008580" y="4040761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5" h="133350">
                  <a:moveTo>
                    <a:pt x="234953" y="0"/>
                  </a:moveTo>
                  <a:lnTo>
                    <a:pt x="0" y="66461"/>
                  </a:lnTo>
                  <a:lnTo>
                    <a:pt x="234953" y="132923"/>
                  </a:lnTo>
                  <a:lnTo>
                    <a:pt x="469907" y="66461"/>
                  </a:lnTo>
                  <a:lnTo>
                    <a:pt x="234953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0" name="object 90"/>
            <p:cNvSpPr/>
            <p:nvPr/>
          </p:nvSpPr>
          <p:spPr>
            <a:xfrm>
              <a:off x="3008580" y="4040761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5" h="133350">
                  <a:moveTo>
                    <a:pt x="0" y="66461"/>
                  </a:moveTo>
                  <a:lnTo>
                    <a:pt x="234953" y="0"/>
                  </a:lnTo>
                  <a:lnTo>
                    <a:pt x="469907" y="66461"/>
                  </a:lnTo>
                  <a:lnTo>
                    <a:pt x="234953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84005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1" name="object 91"/>
            <p:cNvSpPr/>
            <p:nvPr/>
          </p:nvSpPr>
          <p:spPr>
            <a:xfrm>
              <a:off x="3574012" y="4040761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2" name="object 92"/>
            <p:cNvSpPr/>
            <p:nvPr/>
          </p:nvSpPr>
          <p:spPr>
            <a:xfrm>
              <a:off x="3574012" y="4040761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84005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3" name="object 93"/>
            <p:cNvSpPr/>
            <p:nvPr/>
          </p:nvSpPr>
          <p:spPr>
            <a:xfrm>
              <a:off x="4123571" y="4040761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4" name="object 94"/>
            <p:cNvSpPr/>
            <p:nvPr/>
          </p:nvSpPr>
          <p:spPr>
            <a:xfrm>
              <a:off x="4123571" y="4040761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5" name="object 9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29280" y="3750564"/>
              <a:ext cx="725423" cy="420624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3243494" y="3767710"/>
              <a:ext cx="581660" cy="281940"/>
            </a:xfrm>
            <a:custGeom>
              <a:avLst/>
              <a:gdLst/>
              <a:ahLst/>
              <a:cxnLst/>
              <a:rect l="l" t="t" r="r" b="b"/>
              <a:pathLst>
                <a:path w="581660" h="281939">
                  <a:moveTo>
                    <a:pt x="55848" y="201015"/>
                  </a:moveTo>
                  <a:lnTo>
                    <a:pt x="49971" y="202036"/>
                  </a:lnTo>
                  <a:lnTo>
                    <a:pt x="0" y="273069"/>
                  </a:lnTo>
                  <a:lnTo>
                    <a:pt x="86351" y="281658"/>
                  </a:lnTo>
                  <a:lnTo>
                    <a:pt x="90965" y="277873"/>
                  </a:lnTo>
                  <a:lnTo>
                    <a:pt x="91363" y="273858"/>
                  </a:lnTo>
                  <a:lnTo>
                    <a:pt x="20916" y="273858"/>
                  </a:lnTo>
                  <a:lnTo>
                    <a:pt x="13079" y="256706"/>
                  </a:lnTo>
                  <a:lnTo>
                    <a:pt x="44762" y="242193"/>
                  </a:lnTo>
                  <a:lnTo>
                    <a:pt x="65373" y="212897"/>
                  </a:lnTo>
                  <a:lnTo>
                    <a:pt x="64353" y="207015"/>
                  </a:lnTo>
                  <a:lnTo>
                    <a:pt x="55848" y="201015"/>
                  </a:lnTo>
                  <a:close/>
                </a:path>
                <a:path w="581660" h="281939">
                  <a:moveTo>
                    <a:pt x="44762" y="242193"/>
                  </a:moveTo>
                  <a:lnTo>
                    <a:pt x="13079" y="256706"/>
                  </a:lnTo>
                  <a:lnTo>
                    <a:pt x="20916" y="273858"/>
                  </a:lnTo>
                  <a:lnTo>
                    <a:pt x="27784" y="270713"/>
                  </a:lnTo>
                  <a:lnTo>
                    <a:pt x="24698" y="270713"/>
                  </a:lnTo>
                  <a:lnTo>
                    <a:pt x="17929" y="255897"/>
                  </a:lnTo>
                  <a:lnTo>
                    <a:pt x="35122" y="255897"/>
                  </a:lnTo>
                  <a:lnTo>
                    <a:pt x="44762" y="242193"/>
                  </a:lnTo>
                  <a:close/>
                </a:path>
                <a:path w="581660" h="281939">
                  <a:moveTo>
                    <a:pt x="52600" y="259346"/>
                  </a:moveTo>
                  <a:lnTo>
                    <a:pt x="20916" y="273858"/>
                  </a:lnTo>
                  <a:lnTo>
                    <a:pt x="91363" y="273858"/>
                  </a:lnTo>
                  <a:lnTo>
                    <a:pt x="91993" y="267507"/>
                  </a:lnTo>
                  <a:lnTo>
                    <a:pt x="88214" y="262888"/>
                  </a:lnTo>
                  <a:lnTo>
                    <a:pt x="52600" y="259346"/>
                  </a:lnTo>
                  <a:close/>
                </a:path>
                <a:path w="581660" h="281939">
                  <a:moveTo>
                    <a:pt x="17929" y="255897"/>
                  </a:moveTo>
                  <a:lnTo>
                    <a:pt x="24698" y="270713"/>
                  </a:lnTo>
                  <a:lnTo>
                    <a:pt x="33997" y="257495"/>
                  </a:lnTo>
                  <a:lnTo>
                    <a:pt x="17929" y="255897"/>
                  </a:lnTo>
                  <a:close/>
                </a:path>
                <a:path w="581660" h="281939">
                  <a:moveTo>
                    <a:pt x="33997" y="257495"/>
                  </a:moveTo>
                  <a:lnTo>
                    <a:pt x="24698" y="270713"/>
                  </a:lnTo>
                  <a:lnTo>
                    <a:pt x="27784" y="270713"/>
                  </a:lnTo>
                  <a:lnTo>
                    <a:pt x="52600" y="259346"/>
                  </a:lnTo>
                  <a:lnTo>
                    <a:pt x="33997" y="257495"/>
                  </a:lnTo>
                  <a:close/>
                </a:path>
                <a:path w="581660" h="281939">
                  <a:moveTo>
                    <a:pt x="573507" y="0"/>
                  </a:moveTo>
                  <a:lnTo>
                    <a:pt x="44762" y="242193"/>
                  </a:lnTo>
                  <a:lnTo>
                    <a:pt x="33997" y="257495"/>
                  </a:lnTo>
                  <a:lnTo>
                    <a:pt x="52600" y="259346"/>
                  </a:lnTo>
                  <a:lnTo>
                    <a:pt x="581345" y="17152"/>
                  </a:lnTo>
                  <a:lnTo>
                    <a:pt x="573507" y="0"/>
                  </a:lnTo>
                  <a:close/>
                </a:path>
                <a:path w="581660" h="281939">
                  <a:moveTo>
                    <a:pt x="35122" y="255897"/>
                  </a:moveTo>
                  <a:lnTo>
                    <a:pt x="17929" y="255897"/>
                  </a:lnTo>
                  <a:lnTo>
                    <a:pt x="33997" y="257495"/>
                  </a:lnTo>
                  <a:lnTo>
                    <a:pt x="35122" y="255897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7" name="object 9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784600" y="3750564"/>
              <a:ext cx="701039" cy="420624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3816841" y="3767786"/>
              <a:ext cx="553720" cy="280035"/>
            </a:xfrm>
            <a:custGeom>
              <a:avLst/>
              <a:gdLst/>
              <a:ahLst/>
              <a:cxnLst/>
              <a:rect l="l" t="t" r="r" b="b"/>
              <a:pathLst>
                <a:path w="553720" h="280035">
                  <a:moveTo>
                    <a:pt x="501348" y="258273"/>
                  </a:moveTo>
                  <a:lnTo>
                    <a:pt x="465673" y="261137"/>
                  </a:lnTo>
                  <a:lnTo>
                    <a:pt x="461807" y="265683"/>
                  </a:lnTo>
                  <a:lnTo>
                    <a:pt x="462639" y="276067"/>
                  </a:lnTo>
                  <a:lnTo>
                    <a:pt x="467179" y="279938"/>
                  </a:lnTo>
                  <a:lnTo>
                    <a:pt x="548792" y="273385"/>
                  </a:lnTo>
                  <a:lnTo>
                    <a:pt x="532751" y="273385"/>
                  </a:lnTo>
                  <a:lnTo>
                    <a:pt x="501348" y="258273"/>
                  </a:lnTo>
                  <a:close/>
                </a:path>
                <a:path w="553720" h="280035">
                  <a:moveTo>
                    <a:pt x="519982" y="256776"/>
                  </a:moveTo>
                  <a:lnTo>
                    <a:pt x="501348" y="258273"/>
                  </a:lnTo>
                  <a:lnTo>
                    <a:pt x="532751" y="273385"/>
                  </a:lnTo>
                  <a:lnTo>
                    <a:pt x="534295" y="270168"/>
                  </a:lnTo>
                  <a:lnTo>
                    <a:pt x="529028" y="270168"/>
                  </a:lnTo>
                  <a:lnTo>
                    <a:pt x="519982" y="256776"/>
                  </a:lnTo>
                  <a:close/>
                </a:path>
                <a:path w="553720" h="280035">
                  <a:moveTo>
                    <a:pt x="499207" y="199891"/>
                  </a:moveTo>
                  <a:lnTo>
                    <a:pt x="490589" y="205727"/>
                  </a:lnTo>
                  <a:lnTo>
                    <a:pt x="489459" y="211590"/>
                  </a:lnTo>
                  <a:lnTo>
                    <a:pt x="509509" y="241272"/>
                  </a:lnTo>
                  <a:lnTo>
                    <a:pt x="540912" y="256385"/>
                  </a:lnTo>
                  <a:lnTo>
                    <a:pt x="532751" y="273385"/>
                  </a:lnTo>
                  <a:lnTo>
                    <a:pt x="548792" y="273385"/>
                  </a:lnTo>
                  <a:lnTo>
                    <a:pt x="553679" y="272992"/>
                  </a:lnTo>
                  <a:lnTo>
                    <a:pt x="505063" y="201023"/>
                  </a:lnTo>
                  <a:lnTo>
                    <a:pt x="499207" y="199891"/>
                  </a:lnTo>
                  <a:close/>
                </a:path>
                <a:path w="553720" h="280035">
                  <a:moveTo>
                    <a:pt x="536077" y="255484"/>
                  </a:moveTo>
                  <a:lnTo>
                    <a:pt x="519982" y="256776"/>
                  </a:lnTo>
                  <a:lnTo>
                    <a:pt x="529028" y="270168"/>
                  </a:lnTo>
                  <a:lnTo>
                    <a:pt x="536077" y="255484"/>
                  </a:lnTo>
                  <a:close/>
                </a:path>
                <a:path w="553720" h="280035">
                  <a:moveTo>
                    <a:pt x="539041" y="255484"/>
                  </a:moveTo>
                  <a:lnTo>
                    <a:pt x="536077" y="255484"/>
                  </a:lnTo>
                  <a:lnTo>
                    <a:pt x="529028" y="270168"/>
                  </a:lnTo>
                  <a:lnTo>
                    <a:pt x="534295" y="270168"/>
                  </a:lnTo>
                  <a:lnTo>
                    <a:pt x="540912" y="256385"/>
                  </a:lnTo>
                  <a:lnTo>
                    <a:pt x="539041" y="255484"/>
                  </a:lnTo>
                  <a:close/>
                </a:path>
                <a:path w="553720" h="280035">
                  <a:moveTo>
                    <a:pt x="8161" y="0"/>
                  </a:moveTo>
                  <a:lnTo>
                    <a:pt x="0" y="17000"/>
                  </a:lnTo>
                  <a:lnTo>
                    <a:pt x="501348" y="258273"/>
                  </a:lnTo>
                  <a:lnTo>
                    <a:pt x="519982" y="256776"/>
                  </a:lnTo>
                  <a:lnTo>
                    <a:pt x="509509" y="241272"/>
                  </a:lnTo>
                  <a:lnTo>
                    <a:pt x="8161" y="0"/>
                  </a:lnTo>
                  <a:close/>
                </a:path>
                <a:path w="553720" h="280035">
                  <a:moveTo>
                    <a:pt x="509509" y="241272"/>
                  </a:moveTo>
                  <a:lnTo>
                    <a:pt x="519982" y="256776"/>
                  </a:lnTo>
                  <a:lnTo>
                    <a:pt x="536077" y="255484"/>
                  </a:lnTo>
                  <a:lnTo>
                    <a:pt x="539041" y="255484"/>
                  </a:lnTo>
                  <a:lnTo>
                    <a:pt x="509509" y="241272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99" name="object 9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05352" y="3759708"/>
              <a:ext cx="231648" cy="411479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3777198" y="3776286"/>
              <a:ext cx="87630" cy="264795"/>
            </a:xfrm>
            <a:custGeom>
              <a:avLst/>
              <a:gdLst/>
              <a:ahLst/>
              <a:cxnLst/>
              <a:rect l="l" t="t" r="r" b="b"/>
              <a:pathLst>
                <a:path w="87629" h="264795">
                  <a:moveTo>
                    <a:pt x="10504" y="178445"/>
                  </a:moveTo>
                  <a:lnTo>
                    <a:pt x="1517" y="183694"/>
                  </a:lnTo>
                  <a:lnTo>
                    <a:pt x="0" y="189468"/>
                  </a:lnTo>
                  <a:lnTo>
                    <a:pt x="43723" y="264518"/>
                  </a:lnTo>
                  <a:lnTo>
                    <a:pt x="54628" y="245800"/>
                  </a:lnTo>
                  <a:lnTo>
                    <a:pt x="34305" y="245800"/>
                  </a:lnTo>
                  <a:lnTo>
                    <a:pt x="34304" y="210916"/>
                  </a:lnTo>
                  <a:lnTo>
                    <a:pt x="16271" y="179964"/>
                  </a:lnTo>
                  <a:lnTo>
                    <a:pt x="10504" y="178445"/>
                  </a:lnTo>
                  <a:close/>
                </a:path>
                <a:path w="87629" h="264795">
                  <a:moveTo>
                    <a:pt x="34305" y="210916"/>
                  </a:moveTo>
                  <a:lnTo>
                    <a:pt x="34305" y="245800"/>
                  </a:lnTo>
                  <a:lnTo>
                    <a:pt x="53143" y="245800"/>
                  </a:lnTo>
                  <a:lnTo>
                    <a:pt x="53143" y="241048"/>
                  </a:lnTo>
                  <a:lnTo>
                    <a:pt x="35587" y="241048"/>
                  </a:lnTo>
                  <a:lnTo>
                    <a:pt x="43724" y="227083"/>
                  </a:lnTo>
                  <a:lnTo>
                    <a:pt x="34305" y="210916"/>
                  </a:lnTo>
                  <a:close/>
                </a:path>
                <a:path w="87629" h="264795">
                  <a:moveTo>
                    <a:pt x="76942" y="178445"/>
                  </a:moveTo>
                  <a:lnTo>
                    <a:pt x="71175" y="179964"/>
                  </a:lnTo>
                  <a:lnTo>
                    <a:pt x="53143" y="210916"/>
                  </a:lnTo>
                  <a:lnTo>
                    <a:pt x="53143" y="245800"/>
                  </a:lnTo>
                  <a:lnTo>
                    <a:pt x="54628" y="245800"/>
                  </a:lnTo>
                  <a:lnTo>
                    <a:pt x="87448" y="189468"/>
                  </a:lnTo>
                  <a:lnTo>
                    <a:pt x="85930" y="183694"/>
                  </a:lnTo>
                  <a:lnTo>
                    <a:pt x="76942" y="178445"/>
                  </a:lnTo>
                  <a:close/>
                </a:path>
                <a:path w="87629" h="264795">
                  <a:moveTo>
                    <a:pt x="43724" y="227083"/>
                  </a:moveTo>
                  <a:lnTo>
                    <a:pt x="35587" y="241048"/>
                  </a:lnTo>
                  <a:lnTo>
                    <a:pt x="51860" y="241048"/>
                  </a:lnTo>
                  <a:lnTo>
                    <a:pt x="43724" y="227083"/>
                  </a:lnTo>
                  <a:close/>
                </a:path>
                <a:path w="87629" h="264795">
                  <a:moveTo>
                    <a:pt x="53143" y="210916"/>
                  </a:moveTo>
                  <a:lnTo>
                    <a:pt x="43724" y="227083"/>
                  </a:lnTo>
                  <a:lnTo>
                    <a:pt x="51860" y="241048"/>
                  </a:lnTo>
                  <a:lnTo>
                    <a:pt x="53143" y="241048"/>
                  </a:lnTo>
                  <a:lnTo>
                    <a:pt x="53143" y="210916"/>
                  </a:lnTo>
                  <a:close/>
                </a:path>
                <a:path w="87629" h="264795">
                  <a:moveTo>
                    <a:pt x="53143" y="0"/>
                  </a:moveTo>
                  <a:lnTo>
                    <a:pt x="34303" y="0"/>
                  </a:lnTo>
                  <a:lnTo>
                    <a:pt x="34305" y="210916"/>
                  </a:lnTo>
                  <a:lnTo>
                    <a:pt x="43724" y="227083"/>
                  </a:lnTo>
                  <a:lnTo>
                    <a:pt x="53142" y="210916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1" name="object 10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998216" y="4152900"/>
              <a:ext cx="286511" cy="475488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3100746" y="4170170"/>
              <a:ext cx="151765" cy="328295"/>
            </a:xfrm>
            <a:custGeom>
              <a:avLst/>
              <a:gdLst/>
              <a:ahLst/>
              <a:cxnLst/>
              <a:rect l="l" t="t" r="r" b="b"/>
              <a:pathLst>
                <a:path w="151764" h="328295">
                  <a:moveTo>
                    <a:pt x="13850" y="235786"/>
                  </a:moveTo>
                  <a:lnTo>
                    <a:pt x="3558" y="237305"/>
                  </a:lnTo>
                  <a:lnTo>
                    <a:pt x="0" y="242098"/>
                  </a:lnTo>
                  <a:lnTo>
                    <a:pt x="12649" y="328056"/>
                  </a:lnTo>
                  <a:lnTo>
                    <a:pt x="30445" y="314200"/>
                  </a:lnTo>
                  <a:lnTo>
                    <a:pt x="28355" y="314200"/>
                  </a:lnTo>
                  <a:lnTo>
                    <a:pt x="10873" y="307172"/>
                  </a:lnTo>
                  <a:lnTo>
                    <a:pt x="23854" y="274800"/>
                  </a:lnTo>
                  <a:lnTo>
                    <a:pt x="18637" y="239349"/>
                  </a:lnTo>
                  <a:lnTo>
                    <a:pt x="13850" y="235786"/>
                  </a:lnTo>
                  <a:close/>
                </a:path>
                <a:path w="151764" h="328295">
                  <a:moveTo>
                    <a:pt x="23854" y="274800"/>
                  </a:moveTo>
                  <a:lnTo>
                    <a:pt x="10873" y="307172"/>
                  </a:lnTo>
                  <a:lnTo>
                    <a:pt x="28355" y="314200"/>
                  </a:lnTo>
                  <a:lnTo>
                    <a:pt x="30315" y="309312"/>
                  </a:lnTo>
                  <a:lnTo>
                    <a:pt x="28933" y="309312"/>
                  </a:lnTo>
                  <a:lnTo>
                    <a:pt x="13832" y="303241"/>
                  </a:lnTo>
                  <a:lnTo>
                    <a:pt x="26579" y="293317"/>
                  </a:lnTo>
                  <a:lnTo>
                    <a:pt x="23854" y="274800"/>
                  </a:lnTo>
                  <a:close/>
                </a:path>
                <a:path w="151764" h="328295">
                  <a:moveTo>
                    <a:pt x="69588" y="259830"/>
                  </a:moveTo>
                  <a:lnTo>
                    <a:pt x="41336" y="281827"/>
                  </a:lnTo>
                  <a:lnTo>
                    <a:pt x="28355" y="314200"/>
                  </a:lnTo>
                  <a:lnTo>
                    <a:pt x="30445" y="314200"/>
                  </a:lnTo>
                  <a:lnTo>
                    <a:pt x="81152" y="274721"/>
                  </a:lnTo>
                  <a:lnTo>
                    <a:pt x="81893" y="268795"/>
                  </a:lnTo>
                  <a:lnTo>
                    <a:pt x="75506" y="260572"/>
                  </a:lnTo>
                  <a:lnTo>
                    <a:pt x="69588" y="259830"/>
                  </a:lnTo>
                  <a:close/>
                </a:path>
                <a:path w="151764" h="328295">
                  <a:moveTo>
                    <a:pt x="26579" y="293317"/>
                  </a:moveTo>
                  <a:lnTo>
                    <a:pt x="13832" y="303241"/>
                  </a:lnTo>
                  <a:lnTo>
                    <a:pt x="28933" y="309312"/>
                  </a:lnTo>
                  <a:lnTo>
                    <a:pt x="26579" y="293317"/>
                  </a:lnTo>
                  <a:close/>
                </a:path>
                <a:path w="151764" h="328295">
                  <a:moveTo>
                    <a:pt x="41336" y="281827"/>
                  </a:moveTo>
                  <a:lnTo>
                    <a:pt x="26579" y="293317"/>
                  </a:lnTo>
                  <a:lnTo>
                    <a:pt x="28933" y="309312"/>
                  </a:lnTo>
                  <a:lnTo>
                    <a:pt x="30315" y="309312"/>
                  </a:lnTo>
                  <a:lnTo>
                    <a:pt x="41336" y="281827"/>
                  </a:lnTo>
                  <a:close/>
                </a:path>
                <a:path w="151764" h="328295">
                  <a:moveTo>
                    <a:pt x="134045" y="0"/>
                  </a:moveTo>
                  <a:lnTo>
                    <a:pt x="23854" y="274800"/>
                  </a:lnTo>
                  <a:lnTo>
                    <a:pt x="26579" y="293317"/>
                  </a:lnTo>
                  <a:lnTo>
                    <a:pt x="41336" y="281827"/>
                  </a:lnTo>
                  <a:lnTo>
                    <a:pt x="151528" y="7026"/>
                  </a:lnTo>
                  <a:lnTo>
                    <a:pt x="134045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3" name="object 10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02432" y="4155948"/>
              <a:ext cx="256031" cy="47243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3234541" y="4170878"/>
              <a:ext cx="129539" cy="327025"/>
            </a:xfrm>
            <a:custGeom>
              <a:avLst/>
              <a:gdLst/>
              <a:ahLst/>
              <a:cxnLst/>
              <a:rect l="l" t="t" r="r" b="b"/>
              <a:pathLst>
                <a:path w="129539" h="327025">
                  <a:moveTo>
                    <a:pt x="58531" y="254316"/>
                  </a:moveTo>
                  <a:lnTo>
                    <a:pt x="52574" y="254584"/>
                  </a:lnTo>
                  <a:lnTo>
                    <a:pt x="45554" y="262272"/>
                  </a:lnTo>
                  <a:lnTo>
                    <a:pt x="45821" y="268237"/>
                  </a:lnTo>
                  <a:lnTo>
                    <a:pt x="109870" y="326861"/>
                  </a:lnTo>
                  <a:lnTo>
                    <a:pt x="113328" y="311797"/>
                  </a:lnTo>
                  <a:lnTo>
                    <a:pt x="95314" y="311797"/>
                  </a:lnTo>
                  <a:lnTo>
                    <a:pt x="84947" y="278494"/>
                  </a:lnTo>
                  <a:lnTo>
                    <a:pt x="58531" y="254316"/>
                  </a:lnTo>
                  <a:close/>
                </a:path>
                <a:path w="129539" h="327025">
                  <a:moveTo>
                    <a:pt x="84947" y="278494"/>
                  </a:moveTo>
                  <a:lnTo>
                    <a:pt x="95314" y="311797"/>
                  </a:lnTo>
                  <a:lnTo>
                    <a:pt x="111077" y="306878"/>
                  </a:lnTo>
                  <a:lnTo>
                    <a:pt x="95126" y="306878"/>
                  </a:lnTo>
                  <a:lnTo>
                    <a:pt x="98744" y="291122"/>
                  </a:lnTo>
                  <a:lnTo>
                    <a:pt x="84947" y="278494"/>
                  </a:lnTo>
                  <a:close/>
                </a:path>
                <a:path w="129539" h="327025">
                  <a:moveTo>
                    <a:pt x="116004" y="234789"/>
                  </a:moveTo>
                  <a:lnTo>
                    <a:pt x="110949" y="237958"/>
                  </a:lnTo>
                  <a:lnTo>
                    <a:pt x="102931" y="272881"/>
                  </a:lnTo>
                  <a:lnTo>
                    <a:pt x="113299" y="306185"/>
                  </a:lnTo>
                  <a:lnTo>
                    <a:pt x="95314" y="311797"/>
                  </a:lnTo>
                  <a:lnTo>
                    <a:pt x="113328" y="311797"/>
                  </a:lnTo>
                  <a:lnTo>
                    <a:pt x="129308" y="242183"/>
                  </a:lnTo>
                  <a:lnTo>
                    <a:pt x="126144" y="237122"/>
                  </a:lnTo>
                  <a:lnTo>
                    <a:pt x="116004" y="234789"/>
                  </a:lnTo>
                  <a:close/>
                </a:path>
                <a:path w="129539" h="327025">
                  <a:moveTo>
                    <a:pt x="98744" y="291122"/>
                  </a:moveTo>
                  <a:lnTo>
                    <a:pt x="95126" y="306878"/>
                  </a:lnTo>
                  <a:lnTo>
                    <a:pt x="110662" y="302031"/>
                  </a:lnTo>
                  <a:lnTo>
                    <a:pt x="98744" y="291122"/>
                  </a:lnTo>
                  <a:close/>
                </a:path>
                <a:path w="129539" h="327025">
                  <a:moveTo>
                    <a:pt x="102931" y="272881"/>
                  </a:moveTo>
                  <a:lnTo>
                    <a:pt x="98744" y="291122"/>
                  </a:lnTo>
                  <a:lnTo>
                    <a:pt x="110662" y="302031"/>
                  </a:lnTo>
                  <a:lnTo>
                    <a:pt x="95126" y="306878"/>
                  </a:lnTo>
                  <a:lnTo>
                    <a:pt x="111077" y="306878"/>
                  </a:lnTo>
                  <a:lnTo>
                    <a:pt x="113299" y="306185"/>
                  </a:lnTo>
                  <a:lnTo>
                    <a:pt x="102931" y="272881"/>
                  </a:lnTo>
                  <a:close/>
                </a:path>
                <a:path w="129539" h="327025">
                  <a:moveTo>
                    <a:pt x="17985" y="0"/>
                  </a:moveTo>
                  <a:lnTo>
                    <a:pt x="0" y="5612"/>
                  </a:lnTo>
                  <a:lnTo>
                    <a:pt x="84947" y="278494"/>
                  </a:lnTo>
                  <a:lnTo>
                    <a:pt x="98744" y="291122"/>
                  </a:lnTo>
                  <a:lnTo>
                    <a:pt x="102931" y="272881"/>
                  </a:lnTo>
                  <a:lnTo>
                    <a:pt x="17985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617718" y="4493625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617718" y="4493625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48701" y="4493138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48701" y="4493138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9" name="object 10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592576" y="4152900"/>
              <a:ext cx="268224" cy="469392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3691332" y="4170528"/>
              <a:ext cx="139065" cy="323215"/>
            </a:xfrm>
            <a:custGeom>
              <a:avLst/>
              <a:gdLst/>
              <a:ahLst/>
              <a:cxnLst/>
              <a:rect l="l" t="t" r="r" b="b"/>
              <a:pathLst>
                <a:path w="139064" h="323214">
                  <a:moveTo>
                    <a:pt x="13582" y="230897"/>
                  </a:moveTo>
                  <a:lnTo>
                    <a:pt x="3359" y="232834"/>
                  </a:lnTo>
                  <a:lnTo>
                    <a:pt x="0" y="237766"/>
                  </a:lnTo>
                  <a:lnTo>
                    <a:pt x="16125" y="323138"/>
                  </a:lnTo>
                  <a:lnTo>
                    <a:pt x="33244" y="308655"/>
                  </a:lnTo>
                  <a:lnTo>
                    <a:pt x="31255" y="308655"/>
                  </a:lnTo>
                  <a:lnTo>
                    <a:pt x="13503" y="302345"/>
                  </a:lnTo>
                  <a:lnTo>
                    <a:pt x="25160" y="269470"/>
                  </a:lnTo>
                  <a:lnTo>
                    <a:pt x="18510" y="234261"/>
                  </a:lnTo>
                  <a:lnTo>
                    <a:pt x="13582" y="230897"/>
                  </a:lnTo>
                  <a:close/>
                </a:path>
                <a:path w="139064" h="323214">
                  <a:moveTo>
                    <a:pt x="25160" y="269470"/>
                  </a:moveTo>
                  <a:lnTo>
                    <a:pt x="13503" y="302345"/>
                  </a:lnTo>
                  <a:lnTo>
                    <a:pt x="31255" y="308655"/>
                  </a:lnTo>
                  <a:lnTo>
                    <a:pt x="32996" y="303748"/>
                  </a:lnTo>
                  <a:lnTo>
                    <a:pt x="31635" y="303748"/>
                  </a:lnTo>
                  <a:lnTo>
                    <a:pt x="16300" y="298296"/>
                  </a:lnTo>
                  <a:lnTo>
                    <a:pt x="28634" y="287861"/>
                  </a:lnTo>
                  <a:lnTo>
                    <a:pt x="25160" y="269470"/>
                  </a:lnTo>
                  <a:close/>
                </a:path>
                <a:path w="139064" h="323214">
                  <a:moveTo>
                    <a:pt x="70250" y="252653"/>
                  </a:moveTo>
                  <a:lnTo>
                    <a:pt x="42912" y="275781"/>
                  </a:lnTo>
                  <a:lnTo>
                    <a:pt x="31255" y="308655"/>
                  </a:lnTo>
                  <a:lnTo>
                    <a:pt x="33244" y="308655"/>
                  </a:lnTo>
                  <a:lnTo>
                    <a:pt x="82409" y="267061"/>
                  </a:lnTo>
                  <a:lnTo>
                    <a:pt x="82908" y="261110"/>
                  </a:lnTo>
                  <a:lnTo>
                    <a:pt x="76192" y="253154"/>
                  </a:lnTo>
                  <a:lnTo>
                    <a:pt x="70250" y="252653"/>
                  </a:lnTo>
                  <a:close/>
                </a:path>
                <a:path w="139064" h="323214">
                  <a:moveTo>
                    <a:pt x="28634" y="287861"/>
                  </a:moveTo>
                  <a:lnTo>
                    <a:pt x="16300" y="298296"/>
                  </a:lnTo>
                  <a:lnTo>
                    <a:pt x="31635" y="303748"/>
                  </a:lnTo>
                  <a:lnTo>
                    <a:pt x="28634" y="287861"/>
                  </a:lnTo>
                  <a:close/>
                </a:path>
                <a:path w="139064" h="323214">
                  <a:moveTo>
                    <a:pt x="42912" y="275781"/>
                  </a:moveTo>
                  <a:lnTo>
                    <a:pt x="28634" y="287861"/>
                  </a:lnTo>
                  <a:lnTo>
                    <a:pt x="31635" y="303748"/>
                  </a:lnTo>
                  <a:lnTo>
                    <a:pt x="32996" y="303748"/>
                  </a:lnTo>
                  <a:lnTo>
                    <a:pt x="42912" y="275781"/>
                  </a:lnTo>
                  <a:close/>
                </a:path>
                <a:path w="139064" h="323214">
                  <a:moveTo>
                    <a:pt x="120713" y="0"/>
                  </a:moveTo>
                  <a:lnTo>
                    <a:pt x="25160" y="269470"/>
                  </a:lnTo>
                  <a:lnTo>
                    <a:pt x="28634" y="287861"/>
                  </a:lnTo>
                  <a:lnTo>
                    <a:pt x="42912" y="275781"/>
                  </a:lnTo>
                  <a:lnTo>
                    <a:pt x="138465" y="6310"/>
                  </a:lnTo>
                  <a:lnTo>
                    <a:pt x="12071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1" name="object 11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781552" y="4152900"/>
              <a:ext cx="271272" cy="469392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3812082" y="4170424"/>
              <a:ext cx="141605" cy="323215"/>
            </a:xfrm>
            <a:custGeom>
              <a:avLst/>
              <a:gdLst/>
              <a:ahLst/>
              <a:cxnLst/>
              <a:rect l="l" t="t" r="r" b="b"/>
              <a:pathLst>
                <a:path w="141604" h="323214">
                  <a:moveTo>
                    <a:pt x="71438" y="252914"/>
                  </a:moveTo>
                  <a:lnTo>
                    <a:pt x="65501" y="253484"/>
                  </a:lnTo>
                  <a:lnTo>
                    <a:pt x="58881" y="261520"/>
                  </a:lnTo>
                  <a:lnTo>
                    <a:pt x="59449" y="267464"/>
                  </a:lnTo>
                  <a:lnTo>
                    <a:pt x="126389" y="322753"/>
                  </a:lnTo>
                  <a:lnTo>
                    <a:pt x="128916" y="308451"/>
                  </a:lnTo>
                  <a:lnTo>
                    <a:pt x="111089" y="308451"/>
                  </a:lnTo>
                  <a:lnTo>
                    <a:pt x="99045" y="275717"/>
                  </a:lnTo>
                  <a:lnTo>
                    <a:pt x="71438" y="252914"/>
                  </a:lnTo>
                  <a:close/>
                </a:path>
                <a:path w="141604" h="323214">
                  <a:moveTo>
                    <a:pt x="99045" y="275717"/>
                  </a:moveTo>
                  <a:lnTo>
                    <a:pt x="111089" y="308451"/>
                  </a:lnTo>
                  <a:lnTo>
                    <a:pt x="124383" y="303547"/>
                  </a:lnTo>
                  <a:lnTo>
                    <a:pt x="110652" y="303547"/>
                  </a:lnTo>
                  <a:lnTo>
                    <a:pt x="113465" y="287627"/>
                  </a:lnTo>
                  <a:lnTo>
                    <a:pt x="99045" y="275717"/>
                  </a:lnTo>
                  <a:close/>
                </a:path>
                <a:path w="141604" h="323214">
                  <a:moveTo>
                    <a:pt x="127844" y="230489"/>
                  </a:moveTo>
                  <a:lnTo>
                    <a:pt x="122957" y="233911"/>
                  </a:lnTo>
                  <a:lnTo>
                    <a:pt x="116722" y="269196"/>
                  </a:lnTo>
                  <a:lnTo>
                    <a:pt x="128766" y="301931"/>
                  </a:lnTo>
                  <a:lnTo>
                    <a:pt x="111089" y="308451"/>
                  </a:lnTo>
                  <a:lnTo>
                    <a:pt x="128916" y="308451"/>
                  </a:lnTo>
                  <a:lnTo>
                    <a:pt x="141508" y="237197"/>
                  </a:lnTo>
                  <a:lnTo>
                    <a:pt x="138089" y="232304"/>
                  </a:lnTo>
                  <a:lnTo>
                    <a:pt x="127844" y="230489"/>
                  </a:lnTo>
                  <a:close/>
                </a:path>
                <a:path w="141604" h="323214">
                  <a:moveTo>
                    <a:pt x="113465" y="287627"/>
                  </a:moveTo>
                  <a:lnTo>
                    <a:pt x="110652" y="303547"/>
                  </a:lnTo>
                  <a:lnTo>
                    <a:pt x="125921" y="297916"/>
                  </a:lnTo>
                  <a:lnTo>
                    <a:pt x="113465" y="287627"/>
                  </a:lnTo>
                  <a:close/>
                </a:path>
                <a:path w="141604" h="323214">
                  <a:moveTo>
                    <a:pt x="116722" y="269196"/>
                  </a:moveTo>
                  <a:lnTo>
                    <a:pt x="113465" y="287627"/>
                  </a:lnTo>
                  <a:lnTo>
                    <a:pt x="125921" y="297916"/>
                  </a:lnTo>
                  <a:lnTo>
                    <a:pt x="110652" y="303547"/>
                  </a:lnTo>
                  <a:lnTo>
                    <a:pt x="124383" y="303547"/>
                  </a:lnTo>
                  <a:lnTo>
                    <a:pt x="128766" y="301931"/>
                  </a:lnTo>
                  <a:lnTo>
                    <a:pt x="116722" y="269196"/>
                  </a:lnTo>
                  <a:close/>
                </a:path>
                <a:path w="141604" h="323214">
                  <a:moveTo>
                    <a:pt x="17677" y="0"/>
                  </a:moveTo>
                  <a:lnTo>
                    <a:pt x="0" y="6518"/>
                  </a:lnTo>
                  <a:lnTo>
                    <a:pt x="99045" y="275717"/>
                  </a:lnTo>
                  <a:lnTo>
                    <a:pt x="113465" y="287627"/>
                  </a:lnTo>
                  <a:lnTo>
                    <a:pt x="116722" y="269196"/>
                  </a:lnTo>
                  <a:lnTo>
                    <a:pt x="17677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3" name="object 11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165600" y="4155948"/>
              <a:ext cx="243839" cy="472439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4258591" y="4171166"/>
              <a:ext cx="121285" cy="327025"/>
            </a:xfrm>
            <a:custGeom>
              <a:avLst/>
              <a:gdLst/>
              <a:ahLst/>
              <a:cxnLst/>
              <a:rect l="l" t="t" r="r" b="b"/>
              <a:pathLst>
                <a:path w="121285" h="327025">
                  <a:moveTo>
                    <a:pt x="13063" y="235070"/>
                  </a:moveTo>
                  <a:lnTo>
                    <a:pt x="3003" y="237726"/>
                  </a:lnTo>
                  <a:lnTo>
                    <a:pt x="0" y="242884"/>
                  </a:lnTo>
                  <a:lnTo>
                    <a:pt x="22122" y="326899"/>
                  </a:lnTo>
                  <a:lnTo>
                    <a:pt x="38028" y="311381"/>
                  </a:lnTo>
                  <a:lnTo>
                    <a:pt x="36191" y="311381"/>
                  </a:lnTo>
                  <a:lnTo>
                    <a:pt x="18036" y="306344"/>
                  </a:lnTo>
                  <a:lnTo>
                    <a:pt x="27339" y="272726"/>
                  </a:lnTo>
                  <a:lnTo>
                    <a:pt x="18215" y="238076"/>
                  </a:lnTo>
                  <a:lnTo>
                    <a:pt x="13063" y="235070"/>
                  </a:lnTo>
                  <a:close/>
                </a:path>
                <a:path w="121285" h="327025">
                  <a:moveTo>
                    <a:pt x="27339" y="272726"/>
                  </a:moveTo>
                  <a:lnTo>
                    <a:pt x="18036" y="306344"/>
                  </a:lnTo>
                  <a:lnTo>
                    <a:pt x="36191" y="311381"/>
                  </a:lnTo>
                  <a:lnTo>
                    <a:pt x="37553" y="306458"/>
                  </a:lnTo>
                  <a:lnTo>
                    <a:pt x="36221" y="306458"/>
                  </a:lnTo>
                  <a:lnTo>
                    <a:pt x="20540" y="302107"/>
                  </a:lnTo>
                  <a:lnTo>
                    <a:pt x="32105" y="290825"/>
                  </a:lnTo>
                  <a:lnTo>
                    <a:pt x="27339" y="272726"/>
                  </a:lnTo>
                  <a:close/>
                </a:path>
                <a:path w="121285" h="327025">
                  <a:moveTo>
                    <a:pt x="71127" y="252755"/>
                  </a:moveTo>
                  <a:lnTo>
                    <a:pt x="45494" y="277763"/>
                  </a:lnTo>
                  <a:lnTo>
                    <a:pt x="36191" y="311381"/>
                  </a:lnTo>
                  <a:lnTo>
                    <a:pt x="38028" y="311381"/>
                  </a:lnTo>
                  <a:lnTo>
                    <a:pt x="84273" y="266264"/>
                  </a:lnTo>
                  <a:lnTo>
                    <a:pt x="84350" y="260294"/>
                  </a:lnTo>
                  <a:lnTo>
                    <a:pt x="77090" y="252832"/>
                  </a:lnTo>
                  <a:lnTo>
                    <a:pt x="71127" y="252755"/>
                  </a:lnTo>
                  <a:close/>
                </a:path>
                <a:path w="121285" h="327025">
                  <a:moveTo>
                    <a:pt x="32105" y="290825"/>
                  </a:moveTo>
                  <a:lnTo>
                    <a:pt x="20540" y="302107"/>
                  </a:lnTo>
                  <a:lnTo>
                    <a:pt x="36221" y="306458"/>
                  </a:lnTo>
                  <a:lnTo>
                    <a:pt x="32105" y="290825"/>
                  </a:lnTo>
                  <a:close/>
                </a:path>
                <a:path w="121285" h="327025">
                  <a:moveTo>
                    <a:pt x="45494" y="277763"/>
                  </a:moveTo>
                  <a:lnTo>
                    <a:pt x="32105" y="290825"/>
                  </a:lnTo>
                  <a:lnTo>
                    <a:pt x="36221" y="306458"/>
                  </a:lnTo>
                  <a:lnTo>
                    <a:pt x="37553" y="306458"/>
                  </a:lnTo>
                  <a:lnTo>
                    <a:pt x="45494" y="277763"/>
                  </a:lnTo>
                  <a:close/>
                </a:path>
                <a:path w="121285" h="327025">
                  <a:moveTo>
                    <a:pt x="102811" y="0"/>
                  </a:moveTo>
                  <a:lnTo>
                    <a:pt x="27339" y="272726"/>
                  </a:lnTo>
                  <a:lnTo>
                    <a:pt x="32105" y="290825"/>
                  </a:lnTo>
                  <a:lnTo>
                    <a:pt x="45494" y="277763"/>
                  </a:lnTo>
                  <a:lnTo>
                    <a:pt x="120966" y="5035"/>
                  </a:lnTo>
                  <a:lnTo>
                    <a:pt x="102811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5" name="object 11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330191" y="4152900"/>
              <a:ext cx="316991" cy="475488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4362066" y="4169446"/>
              <a:ext cx="177165" cy="328295"/>
            </a:xfrm>
            <a:custGeom>
              <a:avLst/>
              <a:gdLst/>
              <a:ahLst/>
              <a:cxnLst/>
              <a:rect l="l" t="t" r="r" b="b"/>
              <a:pathLst>
                <a:path w="177164" h="328295">
                  <a:moveTo>
                    <a:pt x="108722" y="265102"/>
                  </a:moveTo>
                  <a:lnTo>
                    <a:pt x="102887" y="266339"/>
                  </a:lnTo>
                  <a:lnTo>
                    <a:pt x="97214" y="275071"/>
                  </a:lnTo>
                  <a:lnTo>
                    <a:pt x="98450" y="280913"/>
                  </a:lnTo>
                  <a:lnTo>
                    <a:pt x="171192" y="328289"/>
                  </a:lnTo>
                  <a:lnTo>
                    <a:pt x="171967" y="315805"/>
                  </a:lnTo>
                  <a:lnTo>
                    <a:pt x="154377" y="315805"/>
                  </a:lnTo>
                  <a:lnTo>
                    <a:pt x="138723" y="284642"/>
                  </a:lnTo>
                  <a:lnTo>
                    <a:pt x="108722" y="265102"/>
                  </a:lnTo>
                  <a:close/>
                </a:path>
                <a:path w="177164" h="328295">
                  <a:moveTo>
                    <a:pt x="138723" y="284642"/>
                  </a:moveTo>
                  <a:lnTo>
                    <a:pt x="154377" y="315805"/>
                  </a:lnTo>
                  <a:lnTo>
                    <a:pt x="163953" y="310983"/>
                  </a:lnTo>
                  <a:lnTo>
                    <a:pt x="153391" y="310983"/>
                  </a:lnTo>
                  <a:lnTo>
                    <a:pt x="154393" y="294848"/>
                  </a:lnTo>
                  <a:lnTo>
                    <a:pt x="138723" y="284642"/>
                  </a:lnTo>
                  <a:close/>
                </a:path>
                <a:path w="177164" h="328295">
                  <a:moveTo>
                    <a:pt x="162243" y="236449"/>
                  </a:moveTo>
                  <a:lnTo>
                    <a:pt x="157773" y="240402"/>
                  </a:lnTo>
                  <a:lnTo>
                    <a:pt x="155553" y="276166"/>
                  </a:lnTo>
                  <a:lnTo>
                    <a:pt x="171207" y="307331"/>
                  </a:lnTo>
                  <a:lnTo>
                    <a:pt x="154377" y="315805"/>
                  </a:lnTo>
                  <a:lnTo>
                    <a:pt x="171967" y="315805"/>
                  </a:lnTo>
                  <a:lnTo>
                    <a:pt x="176574" y="241573"/>
                  </a:lnTo>
                  <a:lnTo>
                    <a:pt x="172627" y="237096"/>
                  </a:lnTo>
                  <a:lnTo>
                    <a:pt x="162243" y="236449"/>
                  </a:lnTo>
                  <a:close/>
                </a:path>
                <a:path w="177164" h="328295">
                  <a:moveTo>
                    <a:pt x="154393" y="294848"/>
                  </a:moveTo>
                  <a:lnTo>
                    <a:pt x="153391" y="310983"/>
                  </a:lnTo>
                  <a:lnTo>
                    <a:pt x="167928" y="303663"/>
                  </a:lnTo>
                  <a:lnTo>
                    <a:pt x="154393" y="294848"/>
                  </a:lnTo>
                  <a:close/>
                </a:path>
                <a:path w="177164" h="328295">
                  <a:moveTo>
                    <a:pt x="155553" y="276166"/>
                  </a:moveTo>
                  <a:lnTo>
                    <a:pt x="154393" y="294848"/>
                  </a:lnTo>
                  <a:lnTo>
                    <a:pt x="167928" y="303663"/>
                  </a:lnTo>
                  <a:lnTo>
                    <a:pt x="153391" y="310983"/>
                  </a:lnTo>
                  <a:lnTo>
                    <a:pt x="163953" y="310983"/>
                  </a:lnTo>
                  <a:lnTo>
                    <a:pt x="171207" y="307331"/>
                  </a:lnTo>
                  <a:lnTo>
                    <a:pt x="155553" y="276166"/>
                  </a:lnTo>
                  <a:close/>
                </a:path>
                <a:path w="177164" h="328295">
                  <a:moveTo>
                    <a:pt x="16830" y="0"/>
                  </a:moveTo>
                  <a:lnTo>
                    <a:pt x="0" y="8474"/>
                  </a:lnTo>
                  <a:lnTo>
                    <a:pt x="138723" y="284642"/>
                  </a:lnTo>
                  <a:lnTo>
                    <a:pt x="154393" y="294848"/>
                  </a:lnTo>
                  <a:lnTo>
                    <a:pt x="155553" y="276166"/>
                  </a:lnTo>
                  <a:lnTo>
                    <a:pt x="1683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023657" y="4498186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023657" y="4498186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254641" y="4497698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1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1" y="90792"/>
                  </a:lnTo>
                  <a:lnTo>
                    <a:pt x="179511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254641" y="4497698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190970" y="4498023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190970" y="4498023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443482" y="4497698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443482" y="4497698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574012" y="3643363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574012" y="3643363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27" name="object 127"/>
          <p:cNvGrpSpPr/>
          <p:nvPr/>
        </p:nvGrpSpPr>
        <p:grpSpPr>
          <a:xfrm>
            <a:off x="2822549" y="4530931"/>
            <a:ext cx="1455644" cy="876300"/>
            <a:chOff x="3046489" y="5135055"/>
            <a:chExt cx="1649730" cy="993140"/>
          </a:xfrm>
        </p:grpSpPr>
        <p:sp>
          <p:nvSpPr>
            <p:cNvPr id="128" name="object 128"/>
            <p:cNvSpPr/>
            <p:nvPr/>
          </p:nvSpPr>
          <p:spPr>
            <a:xfrm>
              <a:off x="3055919" y="5541883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5" h="133350">
                  <a:moveTo>
                    <a:pt x="234953" y="0"/>
                  </a:moveTo>
                  <a:lnTo>
                    <a:pt x="0" y="66461"/>
                  </a:lnTo>
                  <a:lnTo>
                    <a:pt x="234953" y="132923"/>
                  </a:lnTo>
                  <a:lnTo>
                    <a:pt x="469907" y="66461"/>
                  </a:lnTo>
                  <a:lnTo>
                    <a:pt x="234953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055919" y="5541883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5" h="133350">
                  <a:moveTo>
                    <a:pt x="0" y="66461"/>
                  </a:moveTo>
                  <a:lnTo>
                    <a:pt x="234953" y="0"/>
                  </a:lnTo>
                  <a:lnTo>
                    <a:pt x="469907" y="66461"/>
                  </a:lnTo>
                  <a:lnTo>
                    <a:pt x="234953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84005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621351" y="5541883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621351" y="5541883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170909" y="5541883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10" y="0"/>
                  </a:moveTo>
                  <a:lnTo>
                    <a:pt x="0" y="66461"/>
                  </a:lnTo>
                  <a:lnTo>
                    <a:pt x="246910" y="132923"/>
                  </a:lnTo>
                  <a:lnTo>
                    <a:pt x="493820" y="66461"/>
                  </a:lnTo>
                  <a:lnTo>
                    <a:pt x="24691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170909" y="5541883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4" name="object 1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174999" y="5253228"/>
              <a:ext cx="728472" cy="417575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3290834" y="5268832"/>
              <a:ext cx="581660" cy="281940"/>
            </a:xfrm>
            <a:custGeom>
              <a:avLst/>
              <a:gdLst/>
              <a:ahLst/>
              <a:cxnLst/>
              <a:rect l="l" t="t" r="r" b="b"/>
              <a:pathLst>
                <a:path w="581660" h="281939">
                  <a:moveTo>
                    <a:pt x="55848" y="201016"/>
                  </a:moveTo>
                  <a:lnTo>
                    <a:pt x="49971" y="202036"/>
                  </a:lnTo>
                  <a:lnTo>
                    <a:pt x="0" y="273069"/>
                  </a:lnTo>
                  <a:lnTo>
                    <a:pt x="86351" y="281658"/>
                  </a:lnTo>
                  <a:lnTo>
                    <a:pt x="90965" y="277873"/>
                  </a:lnTo>
                  <a:lnTo>
                    <a:pt x="91363" y="273858"/>
                  </a:lnTo>
                  <a:lnTo>
                    <a:pt x="20916" y="273858"/>
                  </a:lnTo>
                  <a:lnTo>
                    <a:pt x="13079" y="256706"/>
                  </a:lnTo>
                  <a:lnTo>
                    <a:pt x="44763" y="242193"/>
                  </a:lnTo>
                  <a:lnTo>
                    <a:pt x="65373" y="212898"/>
                  </a:lnTo>
                  <a:lnTo>
                    <a:pt x="64353" y="207015"/>
                  </a:lnTo>
                  <a:lnTo>
                    <a:pt x="55848" y="201016"/>
                  </a:lnTo>
                  <a:close/>
                </a:path>
                <a:path w="581660" h="281939">
                  <a:moveTo>
                    <a:pt x="44763" y="242193"/>
                  </a:moveTo>
                  <a:lnTo>
                    <a:pt x="13079" y="256706"/>
                  </a:lnTo>
                  <a:lnTo>
                    <a:pt x="20916" y="273858"/>
                  </a:lnTo>
                  <a:lnTo>
                    <a:pt x="27784" y="270713"/>
                  </a:lnTo>
                  <a:lnTo>
                    <a:pt x="24698" y="270713"/>
                  </a:lnTo>
                  <a:lnTo>
                    <a:pt x="17929" y="255897"/>
                  </a:lnTo>
                  <a:lnTo>
                    <a:pt x="35122" y="255897"/>
                  </a:lnTo>
                  <a:lnTo>
                    <a:pt x="44763" y="242193"/>
                  </a:lnTo>
                  <a:close/>
                </a:path>
                <a:path w="581660" h="281939">
                  <a:moveTo>
                    <a:pt x="52600" y="259346"/>
                  </a:moveTo>
                  <a:lnTo>
                    <a:pt x="20916" y="273858"/>
                  </a:lnTo>
                  <a:lnTo>
                    <a:pt x="91363" y="273858"/>
                  </a:lnTo>
                  <a:lnTo>
                    <a:pt x="91993" y="267507"/>
                  </a:lnTo>
                  <a:lnTo>
                    <a:pt x="88214" y="262888"/>
                  </a:lnTo>
                  <a:lnTo>
                    <a:pt x="52600" y="259346"/>
                  </a:lnTo>
                  <a:close/>
                </a:path>
                <a:path w="581660" h="281939">
                  <a:moveTo>
                    <a:pt x="17929" y="255897"/>
                  </a:moveTo>
                  <a:lnTo>
                    <a:pt x="24698" y="270713"/>
                  </a:lnTo>
                  <a:lnTo>
                    <a:pt x="33997" y="257495"/>
                  </a:lnTo>
                  <a:lnTo>
                    <a:pt x="17929" y="255897"/>
                  </a:lnTo>
                  <a:close/>
                </a:path>
                <a:path w="581660" h="281939">
                  <a:moveTo>
                    <a:pt x="33997" y="257495"/>
                  </a:moveTo>
                  <a:lnTo>
                    <a:pt x="24698" y="270713"/>
                  </a:lnTo>
                  <a:lnTo>
                    <a:pt x="27784" y="270713"/>
                  </a:lnTo>
                  <a:lnTo>
                    <a:pt x="52600" y="259346"/>
                  </a:lnTo>
                  <a:lnTo>
                    <a:pt x="33997" y="257495"/>
                  </a:lnTo>
                  <a:close/>
                </a:path>
                <a:path w="581660" h="281939">
                  <a:moveTo>
                    <a:pt x="573507" y="0"/>
                  </a:moveTo>
                  <a:lnTo>
                    <a:pt x="44763" y="242193"/>
                  </a:lnTo>
                  <a:lnTo>
                    <a:pt x="33997" y="257495"/>
                  </a:lnTo>
                  <a:lnTo>
                    <a:pt x="52600" y="259346"/>
                  </a:lnTo>
                  <a:lnTo>
                    <a:pt x="581345" y="17152"/>
                  </a:lnTo>
                  <a:lnTo>
                    <a:pt x="573507" y="0"/>
                  </a:lnTo>
                  <a:close/>
                </a:path>
                <a:path w="581660" h="281939">
                  <a:moveTo>
                    <a:pt x="35122" y="255897"/>
                  </a:moveTo>
                  <a:lnTo>
                    <a:pt x="17929" y="255897"/>
                  </a:lnTo>
                  <a:lnTo>
                    <a:pt x="33997" y="257495"/>
                  </a:lnTo>
                  <a:lnTo>
                    <a:pt x="35122" y="255897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6" name="object 13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33367" y="5253228"/>
              <a:ext cx="701039" cy="417575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3864180" y="5268908"/>
              <a:ext cx="553720" cy="280035"/>
            </a:xfrm>
            <a:custGeom>
              <a:avLst/>
              <a:gdLst/>
              <a:ahLst/>
              <a:cxnLst/>
              <a:rect l="l" t="t" r="r" b="b"/>
              <a:pathLst>
                <a:path w="553720" h="280035">
                  <a:moveTo>
                    <a:pt x="501348" y="258273"/>
                  </a:moveTo>
                  <a:lnTo>
                    <a:pt x="465673" y="261137"/>
                  </a:lnTo>
                  <a:lnTo>
                    <a:pt x="461807" y="265684"/>
                  </a:lnTo>
                  <a:lnTo>
                    <a:pt x="462639" y="276068"/>
                  </a:lnTo>
                  <a:lnTo>
                    <a:pt x="467179" y="279939"/>
                  </a:lnTo>
                  <a:lnTo>
                    <a:pt x="548807" y="273385"/>
                  </a:lnTo>
                  <a:lnTo>
                    <a:pt x="532751" y="273385"/>
                  </a:lnTo>
                  <a:lnTo>
                    <a:pt x="501348" y="258273"/>
                  </a:lnTo>
                  <a:close/>
                </a:path>
                <a:path w="553720" h="280035">
                  <a:moveTo>
                    <a:pt x="519982" y="256776"/>
                  </a:moveTo>
                  <a:lnTo>
                    <a:pt x="501348" y="258273"/>
                  </a:lnTo>
                  <a:lnTo>
                    <a:pt x="532751" y="273385"/>
                  </a:lnTo>
                  <a:lnTo>
                    <a:pt x="534295" y="270168"/>
                  </a:lnTo>
                  <a:lnTo>
                    <a:pt x="529028" y="270168"/>
                  </a:lnTo>
                  <a:lnTo>
                    <a:pt x="519982" y="256776"/>
                  </a:lnTo>
                  <a:close/>
                </a:path>
                <a:path w="553720" h="280035">
                  <a:moveTo>
                    <a:pt x="499207" y="199891"/>
                  </a:moveTo>
                  <a:lnTo>
                    <a:pt x="490589" y="205728"/>
                  </a:lnTo>
                  <a:lnTo>
                    <a:pt x="489459" y="211590"/>
                  </a:lnTo>
                  <a:lnTo>
                    <a:pt x="509509" y="241272"/>
                  </a:lnTo>
                  <a:lnTo>
                    <a:pt x="540912" y="256385"/>
                  </a:lnTo>
                  <a:lnTo>
                    <a:pt x="532751" y="273385"/>
                  </a:lnTo>
                  <a:lnTo>
                    <a:pt x="548807" y="273385"/>
                  </a:lnTo>
                  <a:lnTo>
                    <a:pt x="553679" y="272994"/>
                  </a:lnTo>
                  <a:lnTo>
                    <a:pt x="505063" y="201024"/>
                  </a:lnTo>
                  <a:lnTo>
                    <a:pt x="499207" y="199891"/>
                  </a:lnTo>
                  <a:close/>
                </a:path>
                <a:path w="553720" h="280035">
                  <a:moveTo>
                    <a:pt x="536077" y="255484"/>
                  </a:moveTo>
                  <a:lnTo>
                    <a:pt x="519982" y="256776"/>
                  </a:lnTo>
                  <a:lnTo>
                    <a:pt x="529028" y="270168"/>
                  </a:lnTo>
                  <a:lnTo>
                    <a:pt x="536077" y="255484"/>
                  </a:lnTo>
                  <a:close/>
                </a:path>
                <a:path w="553720" h="280035">
                  <a:moveTo>
                    <a:pt x="539041" y="255484"/>
                  </a:moveTo>
                  <a:lnTo>
                    <a:pt x="536077" y="255484"/>
                  </a:lnTo>
                  <a:lnTo>
                    <a:pt x="529028" y="270168"/>
                  </a:lnTo>
                  <a:lnTo>
                    <a:pt x="534295" y="270168"/>
                  </a:lnTo>
                  <a:lnTo>
                    <a:pt x="540912" y="256385"/>
                  </a:lnTo>
                  <a:lnTo>
                    <a:pt x="539041" y="255484"/>
                  </a:lnTo>
                  <a:close/>
                </a:path>
                <a:path w="553720" h="280035">
                  <a:moveTo>
                    <a:pt x="8161" y="0"/>
                  </a:moveTo>
                  <a:lnTo>
                    <a:pt x="0" y="17000"/>
                  </a:lnTo>
                  <a:lnTo>
                    <a:pt x="501348" y="258273"/>
                  </a:lnTo>
                  <a:lnTo>
                    <a:pt x="519982" y="256776"/>
                  </a:lnTo>
                  <a:lnTo>
                    <a:pt x="509509" y="241272"/>
                  </a:lnTo>
                  <a:lnTo>
                    <a:pt x="8161" y="0"/>
                  </a:lnTo>
                  <a:close/>
                </a:path>
                <a:path w="553720" h="280035">
                  <a:moveTo>
                    <a:pt x="509509" y="241272"/>
                  </a:moveTo>
                  <a:lnTo>
                    <a:pt x="519982" y="256776"/>
                  </a:lnTo>
                  <a:lnTo>
                    <a:pt x="536077" y="255484"/>
                  </a:lnTo>
                  <a:lnTo>
                    <a:pt x="539041" y="255484"/>
                  </a:lnTo>
                  <a:lnTo>
                    <a:pt x="509509" y="241272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8" name="object 13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754119" y="5262372"/>
              <a:ext cx="228600" cy="408431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3824537" y="5277408"/>
              <a:ext cx="87630" cy="264795"/>
            </a:xfrm>
            <a:custGeom>
              <a:avLst/>
              <a:gdLst/>
              <a:ahLst/>
              <a:cxnLst/>
              <a:rect l="l" t="t" r="r" b="b"/>
              <a:pathLst>
                <a:path w="87629" h="264795">
                  <a:moveTo>
                    <a:pt x="10504" y="178445"/>
                  </a:moveTo>
                  <a:lnTo>
                    <a:pt x="1517" y="183694"/>
                  </a:lnTo>
                  <a:lnTo>
                    <a:pt x="0" y="189468"/>
                  </a:lnTo>
                  <a:lnTo>
                    <a:pt x="43723" y="264518"/>
                  </a:lnTo>
                  <a:lnTo>
                    <a:pt x="54628" y="245800"/>
                  </a:lnTo>
                  <a:lnTo>
                    <a:pt x="34305" y="245800"/>
                  </a:lnTo>
                  <a:lnTo>
                    <a:pt x="34304" y="210917"/>
                  </a:lnTo>
                  <a:lnTo>
                    <a:pt x="16271" y="179965"/>
                  </a:lnTo>
                  <a:lnTo>
                    <a:pt x="10504" y="178445"/>
                  </a:lnTo>
                  <a:close/>
                </a:path>
                <a:path w="87629" h="264795">
                  <a:moveTo>
                    <a:pt x="34305" y="210918"/>
                  </a:moveTo>
                  <a:lnTo>
                    <a:pt x="34305" y="245800"/>
                  </a:lnTo>
                  <a:lnTo>
                    <a:pt x="53143" y="245800"/>
                  </a:lnTo>
                  <a:lnTo>
                    <a:pt x="53143" y="241049"/>
                  </a:lnTo>
                  <a:lnTo>
                    <a:pt x="35587" y="241049"/>
                  </a:lnTo>
                  <a:lnTo>
                    <a:pt x="43724" y="227084"/>
                  </a:lnTo>
                  <a:lnTo>
                    <a:pt x="34305" y="210918"/>
                  </a:lnTo>
                  <a:close/>
                </a:path>
                <a:path w="87629" h="264795">
                  <a:moveTo>
                    <a:pt x="76942" y="178445"/>
                  </a:moveTo>
                  <a:lnTo>
                    <a:pt x="71175" y="179965"/>
                  </a:lnTo>
                  <a:lnTo>
                    <a:pt x="53143" y="210917"/>
                  </a:lnTo>
                  <a:lnTo>
                    <a:pt x="53143" y="245800"/>
                  </a:lnTo>
                  <a:lnTo>
                    <a:pt x="54628" y="245800"/>
                  </a:lnTo>
                  <a:lnTo>
                    <a:pt x="87448" y="189468"/>
                  </a:lnTo>
                  <a:lnTo>
                    <a:pt x="85930" y="183694"/>
                  </a:lnTo>
                  <a:lnTo>
                    <a:pt x="76942" y="178445"/>
                  </a:lnTo>
                  <a:close/>
                </a:path>
                <a:path w="87629" h="264795">
                  <a:moveTo>
                    <a:pt x="43724" y="227084"/>
                  </a:moveTo>
                  <a:lnTo>
                    <a:pt x="35587" y="241049"/>
                  </a:lnTo>
                  <a:lnTo>
                    <a:pt x="51860" y="241049"/>
                  </a:lnTo>
                  <a:lnTo>
                    <a:pt x="43724" y="227084"/>
                  </a:lnTo>
                  <a:close/>
                </a:path>
                <a:path w="87629" h="264795">
                  <a:moveTo>
                    <a:pt x="53143" y="210917"/>
                  </a:moveTo>
                  <a:lnTo>
                    <a:pt x="43724" y="227084"/>
                  </a:lnTo>
                  <a:lnTo>
                    <a:pt x="51860" y="241049"/>
                  </a:lnTo>
                  <a:lnTo>
                    <a:pt x="53143" y="241049"/>
                  </a:lnTo>
                  <a:lnTo>
                    <a:pt x="53143" y="210917"/>
                  </a:lnTo>
                  <a:close/>
                </a:path>
                <a:path w="87629" h="264795">
                  <a:moveTo>
                    <a:pt x="53143" y="0"/>
                  </a:moveTo>
                  <a:lnTo>
                    <a:pt x="34303" y="0"/>
                  </a:lnTo>
                  <a:lnTo>
                    <a:pt x="34305" y="210918"/>
                  </a:lnTo>
                  <a:lnTo>
                    <a:pt x="43724" y="227084"/>
                  </a:lnTo>
                  <a:lnTo>
                    <a:pt x="53142" y="210918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0" name="object 1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046983" y="5655564"/>
              <a:ext cx="283464" cy="472440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3148086" y="5671293"/>
              <a:ext cx="151765" cy="328295"/>
            </a:xfrm>
            <a:custGeom>
              <a:avLst/>
              <a:gdLst/>
              <a:ahLst/>
              <a:cxnLst/>
              <a:rect l="l" t="t" r="r" b="b"/>
              <a:pathLst>
                <a:path w="151764" h="328295">
                  <a:moveTo>
                    <a:pt x="13850" y="235788"/>
                  </a:moveTo>
                  <a:lnTo>
                    <a:pt x="3557" y="237307"/>
                  </a:lnTo>
                  <a:lnTo>
                    <a:pt x="0" y="242098"/>
                  </a:lnTo>
                  <a:lnTo>
                    <a:pt x="12649" y="328056"/>
                  </a:lnTo>
                  <a:lnTo>
                    <a:pt x="30445" y="314200"/>
                  </a:lnTo>
                  <a:lnTo>
                    <a:pt x="28355" y="314200"/>
                  </a:lnTo>
                  <a:lnTo>
                    <a:pt x="10873" y="307173"/>
                  </a:lnTo>
                  <a:lnTo>
                    <a:pt x="23854" y="274801"/>
                  </a:lnTo>
                  <a:lnTo>
                    <a:pt x="18637" y="239349"/>
                  </a:lnTo>
                  <a:lnTo>
                    <a:pt x="13850" y="235788"/>
                  </a:lnTo>
                  <a:close/>
                </a:path>
                <a:path w="151764" h="328295">
                  <a:moveTo>
                    <a:pt x="23854" y="274801"/>
                  </a:moveTo>
                  <a:lnTo>
                    <a:pt x="10873" y="307173"/>
                  </a:lnTo>
                  <a:lnTo>
                    <a:pt x="28355" y="314200"/>
                  </a:lnTo>
                  <a:lnTo>
                    <a:pt x="30315" y="309312"/>
                  </a:lnTo>
                  <a:lnTo>
                    <a:pt x="28933" y="309312"/>
                  </a:lnTo>
                  <a:lnTo>
                    <a:pt x="13831" y="303241"/>
                  </a:lnTo>
                  <a:lnTo>
                    <a:pt x="26579" y="293316"/>
                  </a:lnTo>
                  <a:lnTo>
                    <a:pt x="23854" y="274801"/>
                  </a:lnTo>
                  <a:close/>
                </a:path>
                <a:path w="151764" h="328295">
                  <a:moveTo>
                    <a:pt x="69588" y="259831"/>
                  </a:moveTo>
                  <a:lnTo>
                    <a:pt x="41336" y="281827"/>
                  </a:lnTo>
                  <a:lnTo>
                    <a:pt x="28355" y="314200"/>
                  </a:lnTo>
                  <a:lnTo>
                    <a:pt x="30445" y="314200"/>
                  </a:lnTo>
                  <a:lnTo>
                    <a:pt x="81153" y="274721"/>
                  </a:lnTo>
                  <a:lnTo>
                    <a:pt x="81893" y="268796"/>
                  </a:lnTo>
                  <a:lnTo>
                    <a:pt x="75506" y="260573"/>
                  </a:lnTo>
                  <a:lnTo>
                    <a:pt x="69588" y="259831"/>
                  </a:lnTo>
                  <a:close/>
                </a:path>
                <a:path w="151764" h="328295">
                  <a:moveTo>
                    <a:pt x="26579" y="293316"/>
                  </a:moveTo>
                  <a:lnTo>
                    <a:pt x="13831" y="303241"/>
                  </a:lnTo>
                  <a:lnTo>
                    <a:pt x="28933" y="309312"/>
                  </a:lnTo>
                  <a:lnTo>
                    <a:pt x="26579" y="293316"/>
                  </a:lnTo>
                  <a:close/>
                </a:path>
                <a:path w="151764" h="328295">
                  <a:moveTo>
                    <a:pt x="41336" y="281827"/>
                  </a:moveTo>
                  <a:lnTo>
                    <a:pt x="26579" y="293316"/>
                  </a:lnTo>
                  <a:lnTo>
                    <a:pt x="28933" y="309312"/>
                  </a:lnTo>
                  <a:lnTo>
                    <a:pt x="30315" y="309312"/>
                  </a:lnTo>
                  <a:lnTo>
                    <a:pt x="41336" y="281827"/>
                  </a:lnTo>
                  <a:close/>
                </a:path>
                <a:path w="151764" h="328295">
                  <a:moveTo>
                    <a:pt x="134045" y="0"/>
                  </a:moveTo>
                  <a:lnTo>
                    <a:pt x="23854" y="274801"/>
                  </a:lnTo>
                  <a:lnTo>
                    <a:pt x="26579" y="293316"/>
                  </a:lnTo>
                  <a:lnTo>
                    <a:pt x="41336" y="281827"/>
                  </a:lnTo>
                  <a:lnTo>
                    <a:pt x="151528" y="7028"/>
                  </a:lnTo>
                  <a:lnTo>
                    <a:pt x="134045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2" name="object 14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251199" y="5655564"/>
              <a:ext cx="256032" cy="472440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3281880" y="5672000"/>
              <a:ext cx="129539" cy="327025"/>
            </a:xfrm>
            <a:custGeom>
              <a:avLst/>
              <a:gdLst/>
              <a:ahLst/>
              <a:cxnLst/>
              <a:rect l="l" t="t" r="r" b="b"/>
              <a:pathLst>
                <a:path w="129539" h="327025">
                  <a:moveTo>
                    <a:pt x="58531" y="254317"/>
                  </a:moveTo>
                  <a:lnTo>
                    <a:pt x="52574" y="254584"/>
                  </a:lnTo>
                  <a:lnTo>
                    <a:pt x="45554" y="262272"/>
                  </a:lnTo>
                  <a:lnTo>
                    <a:pt x="45821" y="268239"/>
                  </a:lnTo>
                  <a:lnTo>
                    <a:pt x="109868" y="326861"/>
                  </a:lnTo>
                  <a:lnTo>
                    <a:pt x="113326" y="311798"/>
                  </a:lnTo>
                  <a:lnTo>
                    <a:pt x="95314" y="311798"/>
                  </a:lnTo>
                  <a:lnTo>
                    <a:pt x="84947" y="278494"/>
                  </a:lnTo>
                  <a:lnTo>
                    <a:pt x="58531" y="254317"/>
                  </a:lnTo>
                  <a:close/>
                </a:path>
                <a:path w="129539" h="327025">
                  <a:moveTo>
                    <a:pt x="84947" y="278494"/>
                  </a:moveTo>
                  <a:lnTo>
                    <a:pt x="95314" y="311798"/>
                  </a:lnTo>
                  <a:lnTo>
                    <a:pt x="111077" y="306880"/>
                  </a:lnTo>
                  <a:lnTo>
                    <a:pt x="95126" y="306880"/>
                  </a:lnTo>
                  <a:lnTo>
                    <a:pt x="98744" y="291122"/>
                  </a:lnTo>
                  <a:lnTo>
                    <a:pt x="84947" y="278494"/>
                  </a:lnTo>
                  <a:close/>
                </a:path>
                <a:path w="129539" h="327025">
                  <a:moveTo>
                    <a:pt x="116004" y="234789"/>
                  </a:moveTo>
                  <a:lnTo>
                    <a:pt x="110949" y="237958"/>
                  </a:lnTo>
                  <a:lnTo>
                    <a:pt x="102931" y="272882"/>
                  </a:lnTo>
                  <a:lnTo>
                    <a:pt x="113299" y="306186"/>
                  </a:lnTo>
                  <a:lnTo>
                    <a:pt x="95314" y="311798"/>
                  </a:lnTo>
                  <a:lnTo>
                    <a:pt x="113326" y="311798"/>
                  </a:lnTo>
                  <a:lnTo>
                    <a:pt x="129308" y="242185"/>
                  </a:lnTo>
                  <a:lnTo>
                    <a:pt x="126144" y="237124"/>
                  </a:lnTo>
                  <a:lnTo>
                    <a:pt x="116004" y="234789"/>
                  </a:lnTo>
                  <a:close/>
                </a:path>
                <a:path w="129539" h="327025">
                  <a:moveTo>
                    <a:pt x="98744" y="291122"/>
                  </a:moveTo>
                  <a:lnTo>
                    <a:pt x="95126" y="306880"/>
                  </a:lnTo>
                  <a:lnTo>
                    <a:pt x="110662" y="302031"/>
                  </a:lnTo>
                  <a:lnTo>
                    <a:pt x="98744" y="291122"/>
                  </a:lnTo>
                  <a:close/>
                </a:path>
                <a:path w="129539" h="327025">
                  <a:moveTo>
                    <a:pt x="102931" y="272882"/>
                  </a:moveTo>
                  <a:lnTo>
                    <a:pt x="98744" y="291122"/>
                  </a:lnTo>
                  <a:lnTo>
                    <a:pt x="110662" y="302031"/>
                  </a:lnTo>
                  <a:lnTo>
                    <a:pt x="95126" y="306880"/>
                  </a:lnTo>
                  <a:lnTo>
                    <a:pt x="111077" y="306880"/>
                  </a:lnTo>
                  <a:lnTo>
                    <a:pt x="113299" y="306186"/>
                  </a:lnTo>
                  <a:lnTo>
                    <a:pt x="102931" y="272882"/>
                  </a:lnTo>
                  <a:close/>
                </a:path>
                <a:path w="129539" h="327025">
                  <a:moveTo>
                    <a:pt x="17985" y="0"/>
                  </a:moveTo>
                  <a:lnTo>
                    <a:pt x="0" y="5613"/>
                  </a:lnTo>
                  <a:lnTo>
                    <a:pt x="84947" y="278494"/>
                  </a:lnTo>
                  <a:lnTo>
                    <a:pt x="98744" y="291122"/>
                  </a:lnTo>
                  <a:lnTo>
                    <a:pt x="102931" y="272882"/>
                  </a:lnTo>
                  <a:lnTo>
                    <a:pt x="17985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665056" y="5994749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665056" y="5994749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896041" y="5994260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7" name="object 147"/>
            <p:cNvSpPr/>
            <p:nvPr/>
          </p:nvSpPr>
          <p:spPr>
            <a:xfrm>
              <a:off x="3896041" y="5994260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8" name="object 14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638295" y="5655564"/>
              <a:ext cx="271272" cy="469392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3738671" y="5671651"/>
              <a:ext cx="139065" cy="323215"/>
            </a:xfrm>
            <a:custGeom>
              <a:avLst/>
              <a:gdLst/>
              <a:ahLst/>
              <a:cxnLst/>
              <a:rect l="l" t="t" r="r" b="b"/>
              <a:pathLst>
                <a:path w="139064" h="323214">
                  <a:moveTo>
                    <a:pt x="13582" y="230898"/>
                  </a:moveTo>
                  <a:lnTo>
                    <a:pt x="3359" y="232834"/>
                  </a:lnTo>
                  <a:lnTo>
                    <a:pt x="0" y="237768"/>
                  </a:lnTo>
                  <a:lnTo>
                    <a:pt x="16125" y="323138"/>
                  </a:lnTo>
                  <a:lnTo>
                    <a:pt x="33244" y="308655"/>
                  </a:lnTo>
                  <a:lnTo>
                    <a:pt x="31255" y="308655"/>
                  </a:lnTo>
                  <a:lnTo>
                    <a:pt x="13503" y="302345"/>
                  </a:lnTo>
                  <a:lnTo>
                    <a:pt x="25160" y="269470"/>
                  </a:lnTo>
                  <a:lnTo>
                    <a:pt x="18510" y="234262"/>
                  </a:lnTo>
                  <a:lnTo>
                    <a:pt x="13582" y="230898"/>
                  </a:lnTo>
                  <a:close/>
                </a:path>
                <a:path w="139064" h="323214">
                  <a:moveTo>
                    <a:pt x="25160" y="269470"/>
                  </a:moveTo>
                  <a:lnTo>
                    <a:pt x="13503" y="302345"/>
                  </a:lnTo>
                  <a:lnTo>
                    <a:pt x="31255" y="308655"/>
                  </a:lnTo>
                  <a:lnTo>
                    <a:pt x="32996" y="303748"/>
                  </a:lnTo>
                  <a:lnTo>
                    <a:pt x="31635" y="303748"/>
                  </a:lnTo>
                  <a:lnTo>
                    <a:pt x="16300" y="298297"/>
                  </a:lnTo>
                  <a:lnTo>
                    <a:pt x="28634" y="287862"/>
                  </a:lnTo>
                  <a:lnTo>
                    <a:pt x="25160" y="269470"/>
                  </a:lnTo>
                  <a:close/>
                </a:path>
                <a:path w="139064" h="323214">
                  <a:moveTo>
                    <a:pt x="70250" y="252655"/>
                  </a:moveTo>
                  <a:lnTo>
                    <a:pt x="42912" y="275783"/>
                  </a:lnTo>
                  <a:lnTo>
                    <a:pt x="31255" y="308655"/>
                  </a:lnTo>
                  <a:lnTo>
                    <a:pt x="33244" y="308655"/>
                  </a:lnTo>
                  <a:lnTo>
                    <a:pt x="82409" y="267061"/>
                  </a:lnTo>
                  <a:lnTo>
                    <a:pt x="82908" y="261112"/>
                  </a:lnTo>
                  <a:lnTo>
                    <a:pt x="76192" y="253155"/>
                  </a:lnTo>
                  <a:lnTo>
                    <a:pt x="70250" y="252655"/>
                  </a:lnTo>
                  <a:close/>
                </a:path>
                <a:path w="139064" h="323214">
                  <a:moveTo>
                    <a:pt x="28634" y="287862"/>
                  </a:moveTo>
                  <a:lnTo>
                    <a:pt x="16300" y="298297"/>
                  </a:lnTo>
                  <a:lnTo>
                    <a:pt x="31635" y="303748"/>
                  </a:lnTo>
                  <a:lnTo>
                    <a:pt x="28634" y="287862"/>
                  </a:lnTo>
                  <a:close/>
                </a:path>
                <a:path w="139064" h="323214">
                  <a:moveTo>
                    <a:pt x="42912" y="275783"/>
                  </a:moveTo>
                  <a:lnTo>
                    <a:pt x="28634" y="287862"/>
                  </a:lnTo>
                  <a:lnTo>
                    <a:pt x="31635" y="303748"/>
                  </a:lnTo>
                  <a:lnTo>
                    <a:pt x="32996" y="303748"/>
                  </a:lnTo>
                  <a:lnTo>
                    <a:pt x="42912" y="275783"/>
                  </a:lnTo>
                  <a:close/>
                </a:path>
                <a:path w="139064" h="323214">
                  <a:moveTo>
                    <a:pt x="120713" y="0"/>
                  </a:moveTo>
                  <a:lnTo>
                    <a:pt x="25160" y="269470"/>
                  </a:lnTo>
                  <a:lnTo>
                    <a:pt x="28634" y="287862"/>
                  </a:lnTo>
                  <a:lnTo>
                    <a:pt x="42912" y="275783"/>
                  </a:lnTo>
                  <a:lnTo>
                    <a:pt x="138465" y="6310"/>
                  </a:lnTo>
                  <a:lnTo>
                    <a:pt x="12071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0" name="object 15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827271" y="5655564"/>
              <a:ext cx="274320" cy="469392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3859421" y="5671547"/>
              <a:ext cx="141605" cy="323215"/>
            </a:xfrm>
            <a:custGeom>
              <a:avLst/>
              <a:gdLst/>
              <a:ahLst/>
              <a:cxnLst/>
              <a:rect l="l" t="t" r="r" b="b"/>
              <a:pathLst>
                <a:path w="141604" h="323214">
                  <a:moveTo>
                    <a:pt x="71438" y="252915"/>
                  </a:moveTo>
                  <a:lnTo>
                    <a:pt x="65501" y="253485"/>
                  </a:lnTo>
                  <a:lnTo>
                    <a:pt x="58881" y="261520"/>
                  </a:lnTo>
                  <a:lnTo>
                    <a:pt x="59449" y="267464"/>
                  </a:lnTo>
                  <a:lnTo>
                    <a:pt x="126389" y="322755"/>
                  </a:lnTo>
                  <a:lnTo>
                    <a:pt x="128916" y="308451"/>
                  </a:lnTo>
                  <a:lnTo>
                    <a:pt x="111089" y="308451"/>
                  </a:lnTo>
                  <a:lnTo>
                    <a:pt x="99045" y="275718"/>
                  </a:lnTo>
                  <a:lnTo>
                    <a:pt x="71438" y="252915"/>
                  </a:lnTo>
                  <a:close/>
                </a:path>
                <a:path w="141604" h="323214">
                  <a:moveTo>
                    <a:pt x="99045" y="275718"/>
                  </a:moveTo>
                  <a:lnTo>
                    <a:pt x="111089" y="308451"/>
                  </a:lnTo>
                  <a:lnTo>
                    <a:pt x="124379" y="303549"/>
                  </a:lnTo>
                  <a:lnTo>
                    <a:pt x="110652" y="303549"/>
                  </a:lnTo>
                  <a:lnTo>
                    <a:pt x="113465" y="287628"/>
                  </a:lnTo>
                  <a:lnTo>
                    <a:pt x="99045" y="275718"/>
                  </a:lnTo>
                  <a:close/>
                </a:path>
                <a:path w="141604" h="323214">
                  <a:moveTo>
                    <a:pt x="127844" y="230489"/>
                  </a:moveTo>
                  <a:lnTo>
                    <a:pt x="122957" y="233912"/>
                  </a:lnTo>
                  <a:lnTo>
                    <a:pt x="116722" y="269196"/>
                  </a:lnTo>
                  <a:lnTo>
                    <a:pt x="128766" y="301931"/>
                  </a:lnTo>
                  <a:lnTo>
                    <a:pt x="111089" y="308451"/>
                  </a:lnTo>
                  <a:lnTo>
                    <a:pt x="128916" y="308451"/>
                  </a:lnTo>
                  <a:lnTo>
                    <a:pt x="141508" y="237197"/>
                  </a:lnTo>
                  <a:lnTo>
                    <a:pt x="138089" y="232304"/>
                  </a:lnTo>
                  <a:lnTo>
                    <a:pt x="127844" y="230489"/>
                  </a:lnTo>
                  <a:close/>
                </a:path>
                <a:path w="141604" h="323214">
                  <a:moveTo>
                    <a:pt x="113465" y="287628"/>
                  </a:moveTo>
                  <a:lnTo>
                    <a:pt x="110652" y="303549"/>
                  </a:lnTo>
                  <a:lnTo>
                    <a:pt x="125921" y="297916"/>
                  </a:lnTo>
                  <a:lnTo>
                    <a:pt x="113465" y="287628"/>
                  </a:lnTo>
                  <a:close/>
                </a:path>
                <a:path w="141604" h="323214">
                  <a:moveTo>
                    <a:pt x="116722" y="269196"/>
                  </a:moveTo>
                  <a:lnTo>
                    <a:pt x="113465" y="287628"/>
                  </a:lnTo>
                  <a:lnTo>
                    <a:pt x="125921" y="297916"/>
                  </a:lnTo>
                  <a:lnTo>
                    <a:pt x="110652" y="303549"/>
                  </a:lnTo>
                  <a:lnTo>
                    <a:pt x="124379" y="303549"/>
                  </a:lnTo>
                  <a:lnTo>
                    <a:pt x="128766" y="301931"/>
                  </a:lnTo>
                  <a:lnTo>
                    <a:pt x="116722" y="269196"/>
                  </a:lnTo>
                  <a:close/>
                </a:path>
                <a:path w="141604" h="323214">
                  <a:moveTo>
                    <a:pt x="17677" y="0"/>
                  </a:moveTo>
                  <a:lnTo>
                    <a:pt x="0" y="6520"/>
                  </a:lnTo>
                  <a:lnTo>
                    <a:pt x="99045" y="275718"/>
                  </a:lnTo>
                  <a:lnTo>
                    <a:pt x="113465" y="287628"/>
                  </a:lnTo>
                  <a:lnTo>
                    <a:pt x="116722" y="269196"/>
                  </a:lnTo>
                  <a:lnTo>
                    <a:pt x="17677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2" name="object 15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214367" y="5655564"/>
              <a:ext cx="243839" cy="472440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4305931" y="5672288"/>
              <a:ext cx="121285" cy="327025"/>
            </a:xfrm>
            <a:custGeom>
              <a:avLst/>
              <a:gdLst/>
              <a:ahLst/>
              <a:cxnLst/>
              <a:rect l="l" t="t" r="r" b="b"/>
              <a:pathLst>
                <a:path w="121285" h="327025">
                  <a:moveTo>
                    <a:pt x="13063" y="235070"/>
                  </a:moveTo>
                  <a:lnTo>
                    <a:pt x="3003" y="237726"/>
                  </a:lnTo>
                  <a:lnTo>
                    <a:pt x="0" y="242886"/>
                  </a:lnTo>
                  <a:lnTo>
                    <a:pt x="22122" y="326900"/>
                  </a:lnTo>
                  <a:lnTo>
                    <a:pt x="38029" y="311381"/>
                  </a:lnTo>
                  <a:lnTo>
                    <a:pt x="36191" y="311381"/>
                  </a:lnTo>
                  <a:lnTo>
                    <a:pt x="18036" y="306345"/>
                  </a:lnTo>
                  <a:lnTo>
                    <a:pt x="27339" y="272727"/>
                  </a:lnTo>
                  <a:lnTo>
                    <a:pt x="18215" y="238078"/>
                  </a:lnTo>
                  <a:lnTo>
                    <a:pt x="13063" y="235070"/>
                  </a:lnTo>
                  <a:close/>
                </a:path>
                <a:path w="121285" h="327025">
                  <a:moveTo>
                    <a:pt x="27339" y="272727"/>
                  </a:moveTo>
                  <a:lnTo>
                    <a:pt x="18036" y="306345"/>
                  </a:lnTo>
                  <a:lnTo>
                    <a:pt x="36191" y="311381"/>
                  </a:lnTo>
                  <a:lnTo>
                    <a:pt x="37553" y="306458"/>
                  </a:lnTo>
                  <a:lnTo>
                    <a:pt x="36221" y="306458"/>
                  </a:lnTo>
                  <a:lnTo>
                    <a:pt x="20540" y="302108"/>
                  </a:lnTo>
                  <a:lnTo>
                    <a:pt x="32105" y="290826"/>
                  </a:lnTo>
                  <a:lnTo>
                    <a:pt x="27339" y="272727"/>
                  </a:lnTo>
                  <a:close/>
                </a:path>
                <a:path w="121285" h="327025">
                  <a:moveTo>
                    <a:pt x="71127" y="252756"/>
                  </a:moveTo>
                  <a:lnTo>
                    <a:pt x="45493" y="277764"/>
                  </a:lnTo>
                  <a:lnTo>
                    <a:pt x="36191" y="311381"/>
                  </a:lnTo>
                  <a:lnTo>
                    <a:pt x="38029" y="311381"/>
                  </a:lnTo>
                  <a:lnTo>
                    <a:pt x="84273" y="266265"/>
                  </a:lnTo>
                  <a:lnTo>
                    <a:pt x="84350" y="260294"/>
                  </a:lnTo>
                  <a:lnTo>
                    <a:pt x="77090" y="252834"/>
                  </a:lnTo>
                  <a:lnTo>
                    <a:pt x="71127" y="252756"/>
                  </a:lnTo>
                  <a:close/>
                </a:path>
                <a:path w="121285" h="327025">
                  <a:moveTo>
                    <a:pt x="32105" y="290826"/>
                  </a:moveTo>
                  <a:lnTo>
                    <a:pt x="20540" y="302108"/>
                  </a:lnTo>
                  <a:lnTo>
                    <a:pt x="36221" y="306458"/>
                  </a:lnTo>
                  <a:lnTo>
                    <a:pt x="32105" y="290826"/>
                  </a:lnTo>
                  <a:close/>
                </a:path>
                <a:path w="121285" h="327025">
                  <a:moveTo>
                    <a:pt x="45493" y="277764"/>
                  </a:moveTo>
                  <a:lnTo>
                    <a:pt x="32105" y="290826"/>
                  </a:lnTo>
                  <a:lnTo>
                    <a:pt x="36221" y="306458"/>
                  </a:lnTo>
                  <a:lnTo>
                    <a:pt x="37553" y="306458"/>
                  </a:lnTo>
                  <a:lnTo>
                    <a:pt x="45493" y="277764"/>
                  </a:lnTo>
                  <a:close/>
                </a:path>
                <a:path w="121285" h="327025">
                  <a:moveTo>
                    <a:pt x="102811" y="0"/>
                  </a:moveTo>
                  <a:lnTo>
                    <a:pt x="27339" y="272727"/>
                  </a:lnTo>
                  <a:lnTo>
                    <a:pt x="32105" y="290826"/>
                  </a:lnTo>
                  <a:lnTo>
                    <a:pt x="45493" y="277764"/>
                  </a:lnTo>
                  <a:lnTo>
                    <a:pt x="120966" y="5036"/>
                  </a:lnTo>
                  <a:lnTo>
                    <a:pt x="102811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54" name="object 15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378959" y="5655564"/>
              <a:ext cx="316991" cy="472440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4409405" y="5670569"/>
              <a:ext cx="177165" cy="328295"/>
            </a:xfrm>
            <a:custGeom>
              <a:avLst/>
              <a:gdLst/>
              <a:ahLst/>
              <a:cxnLst/>
              <a:rect l="l" t="t" r="r" b="b"/>
              <a:pathLst>
                <a:path w="177164" h="328295">
                  <a:moveTo>
                    <a:pt x="108722" y="265103"/>
                  </a:moveTo>
                  <a:lnTo>
                    <a:pt x="102887" y="266340"/>
                  </a:lnTo>
                  <a:lnTo>
                    <a:pt x="97214" y="275071"/>
                  </a:lnTo>
                  <a:lnTo>
                    <a:pt x="98450" y="280913"/>
                  </a:lnTo>
                  <a:lnTo>
                    <a:pt x="171192" y="328291"/>
                  </a:lnTo>
                  <a:lnTo>
                    <a:pt x="171967" y="315807"/>
                  </a:lnTo>
                  <a:lnTo>
                    <a:pt x="154377" y="315807"/>
                  </a:lnTo>
                  <a:lnTo>
                    <a:pt x="138723" y="284643"/>
                  </a:lnTo>
                  <a:lnTo>
                    <a:pt x="108722" y="265103"/>
                  </a:lnTo>
                  <a:close/>
                </a:path>
                <a:path w="177164" h="328295">
                  <a:moveTo>
                    <a:pt x="138723" y="284643"/>
                  </a:moveTo>
                  <a:lnTo>
                    <a:pt x="154377" y="315807"/>
                  </a:lnTo>
                  <a:lnTo>
                    <a:pt x="163953" y="310984"/>
                  </a:lnTo>
                  <a:lnTo>
                    <a:pt x="153391" y="310984"/>
                  </a:lnTo>
                  <a:lnTo>
                    <a:pt x="154393" y="294849"/>
                  </a:lnTo>
                  <a:lnTo>
                    <a:pt x="138723" y="284643"/>
                  </a:lnTo>
                  <a:close/>
                </a:path>
                <a:path w="177164" h="328295">
                  <a:moveTo>
                    <a:pt x="162243" y="236451"/>
                  </a:moveTo>
                  <a:lnTo>
                    <a:pt x="157773" y="240403"/>
                  </a:lnTo>
                  <a:lnTo>
                    <a:pt x="155553" y="276168"/>
                  </a:lnTo>
                  <a:lnTo>
                    <a:pt x="171207" y="307332"/>
                  </a:lnTo>
                  <a:lnTo>
                    <a:pt x="154377" y="315807"/>
                  </a:lnTo>
                  <a:lnTo>
                    <a:pt x="171967" y="315807"/>
                  </a:lnTo>
                  <a:lnTo>
                    <a:pt x="176574" y="241573"/>
                  </a:lnTo>
                  <a:lnTo>
                    <a:pt x="172627" y="237096"/>
                  </a:lnTo>
                  <a:lnTo>
                    <a:pt x="162243" y="236451"/>
                  </a:lnTo>
                  <a:close/>
                </a:path>
                <a:path w="177164" h="328295">
                  <a:moveTo>
                    <a:pt x="154393" y="294849"/>
                  </a:moveTo>
                  <a:lnTo>
                    <a:pt x="153391" y="310984"/>
                  </a:lnTo>
                  <a:lnTo>
                    <a:pt x="167928" y="303664"/>
                  </a:lnTo>
                  <a:lnTo>
                    <a:pt x="154393" y="294849"/>
                  </a:lnTo>
                  <a:close/>
                </a:path>
                <a:path w="177164" h="328295">
                  <a:moveTo>
                    <a:pt x="155553" y="276168"/>
                  </a:moveTo>
                  <a:lnTo>
                    <a:pt x="154393" y="294849"/>
                  </a:lnTo>
                  <a:lnTo>
                    <a:pt x="167928" y="303664"/>
                  </a:lnTo>
                  <a:lnTo>
                    <a:pt x="153391" y="310984"/>
                  </a:lnTo>
                  <a:lnTo>
                    <a:pt x="163953" y="310984"/>
                  </a:lnTo>
                  <a:lnTo>
                    <a:pt x="171207" y="307332"/>
                  </a:lnTo>
                  <a:lnTo>
                    <a:pt x="155553" y="276168"/>
                  </a:lnTo>
                  <a:close/>
                </a:path>
                <a:path w="177164" h="328295">
                  <a:moveTo>
                    <a:pt x="16830" y="0"/>
                  </a:moveTo>
                  <a:lnTo>
                    <a:pt x="0" y="8475"/>
                  </a:lnTo>
                  <a:lnTo>
                    <a:pt x="138723" y="284643"/>
                  </a:lnTo>
                  <a:lnTo>
                    <a:pt x="154393" y="294849"/>
                  </a:lnTo>
                  <a:lnTo>
                    <a:pt x="155553" y="276168"/>
                  </a:lnTo>
                  <a:lnTo>
                    <a:pt x="1683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6" name="object 156"/>
            <p:cNvSpPr/>
            <p:nvPr/>
          </p:nvSpPr>
          <p:spPr>
            <a:xfrm>
              <a:off x="3070997" y="5999309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7" name="object 157"/>
            <p:cNvSpPr/>
            <p:nvPr/>
          </p:nvSpPr>
          <p:spPr>
            <a:xfrm>
              <a:off x="3070997" y="5999309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5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301980" y="5998821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301980" y="5998821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0" name="object 160"/>
            <p:cNvSpPr/>
            <p:nvPr/>
          </p:nvSpPr>
          <p:spPr>
            <a:xfrm>
              <a:off x="4238309" y="5999147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1" name="object 161"/>
            <p:cNvSpPr/>
            <p:nvPr/>
          </p:nvSpPr>
          <p:spPr>
            <a:xfrm>
              <a:off x="4238309" y="5999147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2" name="object 162"/>
            <p:cNvSpPr/>
            <p:nvPr/>
          </p:nvSpPr>
          <p:spPr>
            <a:xfrm>
              <a:off x="4490821" y="5998821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3" name="object 163"/>
            <p:cNvSpPr/>
            <p:nvPr/>
          </p:nvSpPr>
          <p:spPr>
            <a:xfrm>
              <a:off x="4490821" y="5998821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621351" y="5144485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5" name="object 165"/>
            <p:cNvSpPr/>
            <p:nvPr/>
          </p:nvSpPr>
          <p:spPr>
            <a:xfrm>
              <a:off x="3621351" y="5144485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66" name="object 166"/>
          <p:cNvGrpSpPr/>
          <p:nvPr/>
        </p:nvGrpSpPr>
        <p:grpSpPr>
          <a:xfrm>
            <a:off x="4382844" y="4530501"/>
            <a:ext cx="1457885" cy="876860"/>
            <a:chOff x="4814823" y="5134567"/>
            <a:chExt cx="1652270" cy="993775"/>
          </a:xfrm>
        </p:grpSpPr>
        <p:sp>
          <p:nvSpPr>
            <p:cNvPr id="167" name="object 167"/>
            <p:cNvSpPr/>
            <p:nvPr/>
          </p:nvSpPr>
          <p:spPr>
            <a:xfrm>
              <a:off x="4825701" y="5541394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5" h="133350">
                  <a:moveTo>
                    <a:pt x="234953" y="0"/>
                  </a:moveTo>
                  <a:lnTo>
                    <a:pt x="0" y="66461"/>
                  </a:lnTo>
                  <a:lnTo>
                    <a:pt x="234953" y="132923"/>
                  </a:lnTo>
                  <a:lnTo>
                    <a:pt x="469907" y="66461"/>
                  </a:lnTo>
                  <a:lnTo>
                    <a:pt x="234953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8" name="object 168"/>
            <p:cNvSpPr/>
            <p:nvPr/>
          </p:nvSpPr>
          <p:spPr>
            <a:xfrm>
              <a:off x="4825701" y="5541394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5" h="133350">
                  <a:moveTo>
                    <a:pt x="0" y="66461"/>
                  </a:moveTo>
                  <a:lnTo>
                    <a:pt x="234953" y="0"/>
                  </a:lnTo>
                  <a:lnTo>
                    <a:pt x="469907" y="66461"/>
                  </a:lnTo>
                  <a:lnTo>
                    <a:pt x="234953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84005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9" name="object 169"/>
            <p:cNvSpPr/>
            <p:nvPr/>
          </p:nvSpPr>
          <p:spPr>
            <a:xfrm>
              <a:off x="5391133" y="5541394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0" name="object 170"/>
            <p:cNvSpPr/>
            <p:nvPr/>
          </p:nvSpPr>
          <p:spPr>
            <a:xfrm>
              <a:off x="5391133" y="5541394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1" name="object 171"/>
            <p:cNvSpPr/>
            <p:nvPr/>
          </p:nvSpPr>
          <p:spPr>
            <a:xfrm>
              <a:off x="5940692" y="5541394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2" name="object 172"/>
            <p:cNvSpPr/>
            <p:nvPr/>
          </p:nvSpPr>
          <p:spPr>
            <a:xfrm>
              <a:off x="5940692" y="5541394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3" name="object 17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945887" y="5253227"/>
              <a:ext cx="728472" cy="417575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5060615" y="5268344"/>
              <a:ext cx="581660" cy="281940"/>
            </a:xfrm>
            <a:custGeom>
              <a:avLst/>
              <a:gdLst/>
              <a:ahLst/>
              <a:cxnLst/>
              <a:rect l="l" t="t" r="r" b="b"/>
              <a:pathLst>
                <a:path w="581660" h="281939">
                  <a:moveTo>
                    <a:pt x="55848" y="201015"/>
                  </a:moveTo>
                  <a:lnTo>
                    <a:pt x="49971" y="202035"/>
                  </a:lnTo>
                  <a:lnTo>
                    <a:pt x="0" y="273067"/>
                  </a:lnTo>
                  <a:lnTo>
                    <a:pt x="86351" y="281656"/>
                  </a:lnTo>
                  <a:lnTo>
                    <a:pt x="90965" y="277873"/>
                  </a:lnTo>
                  <a:lnTo>
                    <a:pt x="91363" y="273857"/>
                  </a:lnTo>
                  <a:lnTo>
                    <a:pt x="20916" y="273857"/>
                  </a:lnTo>
                  <a:lnTo>
                    <a:pt x="13079" y="256706"/>
                  </a:lnTo>
                  <a:lnTo>
                    <a:pt x="44762" y="242193"/>
                  </a:lnTo>
                  <a:lnTo>
                    <a:pt x="65373" y="212897"/>
                  </a:lnTo>
                  <a:lnTo>
                    <a:pt x="64353" y="207013"/>
                  </a:lnTo>
                  <a:lnTo>
                    <a:pt x="55848" y="201015"/>
                  </a:lnTo>
                  <a:close/>
                </a:path>
                <a:path w="581660" h="281939">
                  <a:moveTo>
                    <a:pt x="44762" y="242193"/>
                  </a:moveTo>
                  <a:lnTo>
                    <a:pt x="13079" y="256706"/>
                  </a:lnTo>
                  <a:lnTo>
                    <a:pt x="20916" y="273857"/>
                  </a:lnTo>
                  <a:lnTo>
                    <a:pt x="27781" y="270713"/>
                  </a:lnTo>
                  <a:lnTo>
                    <a:pt x="24698" y="270713"/>
                  </a:lnTo>
                  <a:lnTo>
                    <a:pt x="17929" y="255897"/>
                  </a:lnTo>
                  <a:lnTo>
                    <a:pt x="35122" y="255897"/>
                  </a:lnTo>
                  <a:lnTo>
                    <a:pt x="44762" y="242193"/>
                  </a:lnTo>
                  <a:close/>
                </a:path>
                <a:path w="581660" h="281939">
                  <a:moveTo>
                    <a:pt x="52599" y="259345"/>
                  </a:moveTo>
                  <a:lnTo>
                    <a:pt x="20916" y="273857"/>
                  </a:lnTo>
                  <a:lnTo>
                    <a:pt x="91363" y="273857"/>
                  </a:lnTo>
                  <a:lnTo>
                    <a:pt x="91993" y="267506"/>
                  </a:lnTo>
                  <a:lnTo>
                    <a:pt x="88214" y="262887"/>
                  </a:lnTo>
                  <a:lnTo>
                    <a:pt x="52599" y="259345"/>
                  </a:lnTo>
                  <a:close/>
                </a:path>
                <a:path w="581660" h="281939">
                  <a:moveTo>
                    <a:pt x="17929" y="255897"/>
                  </a:moveTo>
                  <a:lnTo>
                    <a:pt x="24698" y="270713"/>
                  </a:lnTo>
                  <a:lnTo>
                    <a:pt x="33997" y="257495"/>
                  </a:lnTo>
                  <a:lnTo>
                    <a:pt x="17929" y="255897"/>
                  </a:lnTo>
                  <a:close/>
                </a:path>
                <a:path w="581660" h="281939">
                  <a:moveTo>
                    <a:pt x="33997" y="257495"/>
                  </a:moveTo>
                  <a:lnTo>
                    <a:pt x="24698" y="270713"/>
                  </a:lnTo>
                  <a:lnTo>
                    <a:pt x="27781" y="270713"/>
                  </a:lnTo>
                  <a:lnTo>
                    <a:pt x="52599" y="259345"/>
                  </a:lnTo>
                  <a:lnTo>
                    <a:pt x="33997" y="257495"/>
                  </a:lnTo>
                  <a:close/>
                </a:path>
                <a:path w="581660" h="281939">
                  <a:moveTo>
                    <a:pt x="573507" y="0"/>
                  </a:moveTo>
                  <a:lnTo>
                    <a:pt x="44762" y="242193"/>
                  </a:lnTo>
                  <a:lnTo>
                    <a:pt x="33997" y="257495"/>
                  </a:lnTo>
                  <a:lnTo>
                    <a:pt x="52599" y="259345"/>
                  </a:lnTo>
                  <a:lnTo>
                    <a:pt x="581345" y="17151"/>
                  </a:lnTo>
                  <a:lnTo>
                    <a:pt x="573507" y="0"/>
                  </a:lnTo>
                  <a:close/>
                </a:path>
                <a:path w="581660" h="281939">
                  <a:moveTo>
                    <a:pt x="35122" y="255897"/>
                  </a:moveTo>
                  <a:lnTo>
                    <a:pt x="17929" y="255897"/>
                  </a:lnTo>
                  <a:lnTo>
                    <a:pt x="33997" y="257495"/>
                  </a:lnTo>
                  <a:lnTo>
                    <a:pt x="35122" y="255897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5" name="object 17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604255" y="5253227"/>
              <a:ext cx="697991" cy="417575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5633962" y="5268420"/>
              <a:ext cx="553720" cy="280035"/>
            </a:xfrm>
            <a:custGeom>
              <a:avLst/>
              <a:gdLst/>
              <a:ahLst/>
              <a:cxnLst/>
              <a:rect l="l" t="t" r="r" b="b"/>
              <a:pathLst>
                <a:path w="553720" h="280035">
                  <a:moveTo>
                    <a:pt x="501347" y="258272"/>
                  </a:moveTo>
                  <a:lnTo>
                    <a:pt x="465673" y="261137"/>
                  </a:lnTo>
                  <a:lnTo>
                    <a:pt x="461807" y="265684"/>
                  </a:lnTo>
                  <a:lnTo>
                    <a:pt x="462639" y="276067"/>
                  </a:lnTo>
                  <a:lnTo>
                    <a:pt x="467179" y="279938"/>
                  </a:lnTo>
                  <a:lnTo>
                    <a:pt x="548792" y="273385"/>
                  </a:lnTo>
                  <a:lnTo>
                    <a:pt x="532751" y="273385"/>
                  </a:lnTo>
                  <a:lnTo>
                    <a:pt x="501347" y="258272"/>
                  </a:lnTo>
                  <a:close/>
                </a:path>
                <a:path w="553720" h="280035">
                  <a:moveTo>
                    <a:pt x="519982" y="256775"/>
                  </a:moveTo>
                  <a:lnTo>
                    <a:pt x="501347" y="258272"/>
                  </a:lnTo>
                  <a:lnTo>
                    <a:pt x="532751" y="273385"/>
                  </a:lnTo>
                  <a:lnTo>
                    <a:pt x="534295" y="270168"/>
                  </a:lnTo>
                  <a:lnTo>
                    <a:pt x="529028" y="270168"/>
                  </a:lnTo>
                  <a:lnTo>
                    <a:pt x="519982" y="256775"/>
                  </a:lnTo>
                  <a:close/>
                </a:path>
                <a:path w="553720" h="280035">
                  <a:moveTo>
                    <a:pt x="499207" y="199891"/>
                  </a:moveTo>
                  <a:lnTo>
                    <a:pt x="490589" y="205727"/>
                  </a:lnTo>
                  <a:lnTo>
                    <a:pt x="489459" y="211590"/>
                  </a:lnTo>
                  <a:lnTo>
                    <a:pt x="509509" y="241272"/>
                  </a:lnTo>
                  <a:lnTo>
                    <a:pt x="540912" y="256385"/>
                  </a:lnTo>
                  <a:lnTo>
                    <a:pt x="532751" y="273385"/>
                  </a:lnTo>
                  <a:lnTo>
                    <a:pt x="548792" y="273385"/>
                  </a:lnTo>
                  <a:lnTo>
                    <a:pt x="553679" y="272992"/>
                  </a:lnTo>
                  <a:lnTo>
                    <a:pt x="505063" y="201023"/>
                  </a:lnTo>
                  <a:lnTo>
                    <a:pt x="499207" y="199891"/>
                  </a:lnTo>
                  <a:close/>
                </a:path>
                <a:path w="553720" h="280035">
                  <a:moveTo>
                    <a:pt x="536077" y="255483"/>
                  </a:moveTo>
                  <a:lnTo>
                    <a:pt x="519982" y="256775"/>
                  </a:lnTo>
                  <a:lnTo>
                    <a:pt x="529028" y="270168"/>
                  </a:lnTo>
                  <a:lnTo>
                    <a:pt x="536077" y="255483"/>
                  </a:lnTo>
                  <a:close/>
                </a:path>
                <a:path w="553720" h="280035">
                  <a:moveTo>
                    <a:pt x="539038" y="255483"/>
                  </a:moveTo>
                  <a:lnTo>
                    <a:pt x="536077" y="255483"/>
                  </a:lnTo>
                  <a:lnTo>
                    <a:pt x="529028" y="270168"/>
                  </a:lnTo>
                  <a:lnTo>
                    <a:pt x="534295" y="270168"/>
                  </a:lnTo>
                  <a:lnTo>
                    <a:pt x="540912" y="256385"/>
                  </a:lnTo>
                  <a:lnTo>
                    <a:pt x="539038" y="255483"/>
                  </a:lnTo>
                  <a:close/>
                </a:path>
                <a:path w="553720" h="280035">
                  <a:moveTo>
                    <a:pt x="8161" y="0"/>
                  </a:moveTo>
                  <a:lnTo>
                    <a:pt x="0" y="17000"/>
                  </a:lnTo>
                  <a:lnTo>
                    <a:pt x="501347" y="258272"/>
                  </a:lnTo>
                  <a:lnTo>
                    <a:pt x="519982" y="256775"/>
                  </a:lnTo>
                  <a:lnTo>
                    <a:pt x="509509" y="241272"/>
                  </a:lnTo>
                  <a:lnTo>
                    <a:pt x="8161" y="0"/>
                  </a:lnTo>
                  <a:close/>
                </a:path>
                <a:path w="553720" h="280035">
                  <a:moveTo>
                    <a:pt x="509509" y="241272"/>
                  </a:moveTo>
                  <a:lnTo>
                    <a:pt x="519982" y="256775"/>
                  </a:lnTo>
                  <a:lnTo>
                    <a:pt x="536077" y="255483"/>
                  </a:lnTo>
                  <a:lnTo>
                    <a:pt x="539038" y="255483"/>
                  </a:lnTo>
                  <a:lnTo>
                    <a:pt x="509509" y="241272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7" name="object 17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521959" y="5259323"/>
              <a:ext cx="231648" cy="411480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5594319" y="5276921"/>
              <a:ext cx="87630" cy="264795"/>
            </a:xfrm>
            <a:custGeom>
              <a:avLst/>
              <a:gdLst/>
              <a:ahLst/>
              <a:cxnLst/>
              <a:rect l="l" t="t" r="r" b="b"/>
              <a:pathLst>
                <a:path w="87629" h="264795">
                  <a:moveTo>
                    <a:pt x="10504" y="178443"/>
                  </a:moveTo>
                  <a:lnTo>
                    <a:pt x="1517" y="183692"/>
                  </a:lnTo>
                  <a:lnTo>
                    <a:pt x="0" y="189467"/>
                  </a:lnTo>
                  <a:lnTo>
                    <a:pt x="43723" y="264518"/>
                  </a:lnTo>
                  <a:lnTo>
                    <a:pt x="54628" y="245800"/>
                  </a:lnTo>
                  <a:lnTo>
                    <a:pt x="34305" y="245800"/>
                  </a:lnTo>
                  <a:lnTo>
                    <a:pt x="34304" y="210916"/>
                  </a:lnTo>
                  <a:lnTo>
                    <a:pt x="16271" y="179964"/>
                  </a:lnTo>
                  <a:lnTo>
                    <a:pt x="10504" y="178443"/>
                  </a:lnTo>
                  <a:close/>
                </a:path>
                <a:path w="87629" h="264795">
                  <a:moveTo>
                    <a:pt x="34305" y="210916"/>
                  </a:moveTo>
                  <a:lnTo>
                    <a:pt x="34305" y="245800"/>
                  </a:lnTo>
                  <a:lnTo>
                    <a:pt x="53143" y="245800"/>
                  </a:lnTo>
                  <a:lnTo>
                    <a:pt x="53143" y="241048"/>
                  </a:lnTo>
                  <a:lnTo>
                    <a:pt x="35587" y="241048"/>
                  </a:lnTo>
                  <a:lnTo>
                    <a:pt x="43724" y="227083"/>
                  </a:lnTo>
                  <a:lnTo>
                    <a:pt x="34305" y="210916"/>
                  </a:lnTo>
                  <a:close/>
                </a:path>
                <a:path w="87629" h="264795">
                  <a:moveTo>
                    <a:pt x="76942" y="178443"/>
                  </a:moveTo>
                  <a:lnTo>
                    <a:pt x="71175" y="179964"/>
                  </a:lnTo>
                  <a:lnTo>
                    <a:pt x="53142" y="210916"/>
                  </a:lnTo>
                  <a:lnTo>
                    <a:pt x="53143" y="245800"/>
                  </a:lnTo>
                  <a:lnTo>
                    <a:pt x="54628" y="245800"/>
                  </a:lnTo>
                  <a:lnTo>
                    <a:pt x="87448" y="189467"/>
                  </a:lnTo>
                  <a:lnTo>
                    <a:pt x="85930" y="183692"/>
                  </a:lnTo>
                  <a:lnTo>
                    <a:pt x="76942" y="178443"/>
                  </a:lnTo>
                  <a:close/>
                </a:path>
                <a:path w="87629" h="264795">
                  <a:moveTo>
                    <a:pt x="43724" y="227083"/>
                  </a:moveTo>
                  <a:lnTo>
                    <a:pt x="35587" y="241048"/>
                  </a:lnTo>
                  <a:lnTo>
                    <a:pt x="51860" y="241048"/>
                  </a:lnTo>
                  <a:lnTo>
                    <a:pt x="43724" y="227083"/>
                  </a:lnTo>
                  <a:close/>
                </a:path>
                <a:path w="87629" h="264795">
                  <a:moveTo>
                    <a:pt x="53142" y="210916"/>
                  </a:moveTo>
                  <a:lnTo>
                    <a:pt x="43724" y="227083"/>
                  </a:lnTo>
                  <a:lnTo>
                    <a:pt x="51860" y="241048"/>
                  </a:lnTo>
                  <a:lnTo>
                    <a:pt x="53143" y="241048"/>
                  </a:lnTo>
                  <a:lnTo>
                    <a:pt x="53142" y="210916"/>
                  </a:lnTo>
                  <a:close/>
                </a:path>
                <a:path w="87629" h="264795">
                  <a:moveTo>
                    <a:pt x="53141" y="0"/>
                  </a:moveTo>
                  <a:lnTo>
                    <a:pt x="34303" y="0"/>
                  </a:lnTo>
                  <a:lnTo>
                    <a:pt x="34305" y="210916"/>
                  </a:lnTo>
                  <a:lnTo>
                    <a:pt x="43724" y="227083"/>
                  </a:lnTo>
                  <a:lnTo>
                    <a:pt x="53142" y="210916"/>
                  </a:lnTo>
                  <a:lnTo>
                    <a:pt x="53141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9" name="object 17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814823" y="5655563"/>
              <a:ext cx="286512" cy="472440"/>
            </a:xfrm>
            <a:prstGeom prst="rect">
              <a:avLst/>
            </a:prstGeom>
          </p:spPr>
        </p:pic>
        <p:sp>
          <p:nvSpPr>
            <p:cNvPr id="180" name="object 180"/>
            <p:cNvSpPr/>
            <p:nvPr/>
          </p:nvSpPr>
          <p:spPr>
            <a:xfrm>
              <a:off x="4917869" y="5670803"/>
              <a:ext cx="151765" cy="328295"/>
            </a:xfrm>
            <a:custGeom>
              <a:avLst/>
              <a:gdLst/>
              <a:ahLst/>
              <a:cxnLst/>
              <a:rect l="l" t="t" r="r" b="b"/>
              <a:pathLst>
                <a:path w="151764" h="328295">
                  <a:moveTo>
                    <a:pt x="13849" y="235788"/>
                  </a:moveTo>
                  <a:lnTo>
                    <a:pt x="3557" y="237307"/>
                  </a:lnTo>
                  <a:lnTo>
                    <a:pt x="0" y="242098"/>
                  </a:lnTo>
                  <a:lnTo>
                    <a:pt x="12647" y="328056"/>
                  </a:lnTo>
                  <a:lnTo>
                    <a:pt x="30444" y="314200"/>
                  </a:lnTo>
                  <a:lnTo>
                    <a:pt x="28354" y="314200"/>
                  </a:lnTo>
                  <a:lnTo>
                    <a:pt x="10872" y="307173"/>
                  </a:lnTo>
                  <a:lnTo>
                    <a:pt x="23853" y="274801"/>
                  </a:lnTo>
                  <a:lnTo>
                    <a:pt x="18635" y="239350"/>
                  </a:lnTo>
                  <a:lnTo>
                    <a:pt x="13849" y="235788"/>
                  </a:lnTo>
                  <a:close/>
                </a:path>
                <a:path w="151764" h="328295">
                  <a:moveTo>
                    <a:pt x="23853" y="274801"/>
                  </a:moveTo>
                  <a:lnTo>
                    <a:pt x="10872" y="307173"/>
                  </a:lnTo>
                  <a:lnTo>
                    <a:pt x="28354" y="314200"/>
                  </a:lnTo>
                  <a:lnTo>
                    <a:pt x="30314" y="309312"/>
                  </a:lnTo>
                  <a:lnTo>
                    <a:pt x="28931" y="309312"/>
                  </a:lnTo>
                  <a:lnTo>
                    <a:pt x="13831" y="303241"/>
                  </a:lnTo>
                  <a:lnTo>
                    <a:pt x="26578" y="293317"/>
                  </a:lnTo>
                  <a:lnTo>
                    <a:pt x="23853" y="274801"/>
                  </a:lnTo>
                  <a:close/>
                </a:path>
                <a:path w="151764" h="328295">
                  <a:moveTo>
                    <a:pt x="69588" y="259831"/>
                  </a:moveTo>
                  <a:lnTo>
                    <a:pt x="41334" y="281828"/>
                  </a:lnTo>
                  <a:lnTo>
                    <a:pt x="28354" y="314200"/>
                  </a:lnTo>
                  <a:lnTo>
                    <a:pt x="30444" y="314200"/>
                  </a:lnTo>
                  <a:lnTo>
                    <a:pt x="81151" y="274721"/>
                  </a:lnTo>
                  <a:lnTo>
                    <a:pt x="81892" y="268796"/>
                  </a:lnTo>
                  <a:lnTo>
                    <a:pt x="75505" y="260573"/>
                  </a:lnTo>
                  <a:lnTo>
                    <a:pt x="69588" y="259831"/>
                  </a:lnTo>
                  <a:close/>
                </a:path>
                <a:path w="151764" h="328295">
                  <a:moveTo>
                    <a:pt x="26578" y="293317"/>
                  </a:moveTo>
                  <a:lnTo>
                    <a:pt x="13831" y="303241"/>
                  </a:lnTo>
                  <a:lnTo>
                    <a:pt x="28931" y="309312"/>
                  </a:lnTo>
                  <a:lnTo>
                    <a:pt x="26578" y="293317"/>
                  </a:lnTo>
                  <a:close/>
                </a:path>
                <a:path w="151764" h="328295">
                  <a:moveTo>
                    <a:pt x="41334" y="281828"/>
                  </a:moveTo>
                  <a:lnTo>
                    <a:pt x="26578" y="293317"/>
                  </a:lnTo>
                  <a:lnTo>
                    <a:pt x="28931" y="309312"/>
                  </a:lnTo>
                  <a:lnTo>
                    <a:pt x="30314" y="309312"/>
                  </a:lnTo>
                  <a:lnTo>
                    <a:pt x="41334" y="281828"/>
                  </a:lnTo>
                  <a:close/>
                </a:path>
                <a:path w="151764" h="328295">
                  <a:moveTo>
                    <a:pt x="134045" y="0"/>
                  </a:moveTo>
                  <a:lnTo>
                    <a:pt x="23853" y="274801"/>
                  </a:lnTo>
                  <a:lnTo>
                    <a:pt x="26578" y="293317"/>
                  </a:lnTo>
                  <a:lnTo>
                    <a:pt x="41334" y="281828"/>
                  </a:lnTo>
                  <a:lnTo>
                    <a:pt x="151527" y="7028"/>
                  </a:lnTo>
                  <a:lnTo>
                    <a:pt x="134045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1" name="object 18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019039" y="5655563"/>
              <a:ext cx="259079" cy="472440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5051662" y="5671511"/>
              <a:ext cx="129539" cy="327025"/>
            </a:xfrm>
            <a:custGeom>
              <a:avLst/>
              <a:gdLst/>
              <a:ahLst/>
              <a:cxnLst/>
              <a:rect l="l" t="t" r="r" b="b"/>
              <a:pathLst>
                <a:path w="129539" h="327025">
                  <a:moveTo>
                    <a:pt x="58533" y="254317"/>
                  </a:moveTo>
                  <a:lnTo>
                    <a:pt x="52574" y="254584"/>
                  </a:lnTo>
                  <a:lnTo>
                    <a:pt x="45554" y="262272"/>
                  </a:lnTo>
                  <a:lnTo>
                    <a:pt x="45821" y="268239"/>
                  </a:lnTo>
                  <a:lnTo>
                    <a:pt x="109870" y="326861"/>
                  </a:lnTo>
                  <a:lnTo>
                    <a:pt x="113328" y="311798"/>
                  </a:lnTo>
                  <a:lnTo>
                    <a:pt x="95314" y="311798"/>
                  </a:lnTo>
                  <a:lnTo>
                    <a:pt x="84947" y="278494"/>
                  </a:lnTo>
                  <a:lnTo>
                    <a:pt x="58533" y="254317"/>
                  </a:lnTo>
                  <a:close/>
                </a:path>
                <a:path w="129539" h="327025">
                  <a:moveTo>
                    <a:pt x="84947" y="278494"/>
                  </a:moveTo>
                  <a:lnTo>
                    <a:pt x="95314" y="311798"/>
                  </a:lnTo>
                  <a:lnTo>
                    <a:pt x="111077" y="306880"/>
                  </a:lnTo>
                  <a:lnTo>
                    <a:pt x="95128" y="306880"/>
                  </a:lnTo>
                  <a:lnTo>
                    <a:pt x="98745" y="291123"/>
                  </a:lnTo>
                  <a:lnTo>
                    <a:pt x="84947" y="278494"/>
                  </a:lnTo>
                  <a:close/>
                </a:path>
                <a:path w="129539" h="327025">
                  <a:moveTo>
                    <a:pt x="116004" y="234789"/>
                  </a:moveTo>
                  <a:lnTo>
                    <a:pt x="110949" y="237958"/>
                  </a:lnTo>
                  <a:lnTo>
                    <a:pt x="102932" y="272883"/>
                  </a:lnTo>
                  <a:lnTo>
                    <a:pt x="113299" y="306186"/>
                  </a:lnTo>
                  <a:lnTo>
                    <a:pt x="95314" y="311798"/>
                  </a:lnTo>
                  <a:lnTo>
                    <a:pt x="113328" y="311798"/>
                  </a:lnTo>
                  <a:lnTo>
                    <a:pt x="129308" y="242185"/>
                  </a:lnTo>
                  <a:lnTo>
                    <a:pt x="126144" y="237124"/>
                  </a:lnTo>
                  <a:lnTo>
                    <a:pt x="116004" y="234789"/>
                  </a:lnTo>
                  <a:close/>
                </a:path>
                <a:path w="129539" h="327025">
                  <a:moveTo>
                    <a:pt x="98745" y="291123"/>
                  </a:moveTo>
                  <a:lnTo>
                    <a:pt x="95128" y="306880"/>
                  </a:lnTo>
                  <a:lnTo>
                    <a:pt x="110662" y="302031"/>
                  </a:lnTo>
                  <a:lnTo>
                    <a:pt x="98745" y="291123"/>
                  </a:lnTo>
                  <a:close/>
                </a:path>
                <a:path w="129539" h="327025">
                  <a:moveTo>
                    <a:pt x="102932" y="272883"/>
                  </a:moveTo>
                  <a:lnTo>
                    <a:pt x="98745" y="291123"/>
                  </a:lnTo>
                  <a:lnTo>
                    <a:pt x="110662" y="302031"/>
                  </a:lnTo>
                  <a:lnTo>
                    <a:pt x="95128" y="306880"/>
                  </a:lnTo>
                  <a:lnTo>
                    <a:pt x="111077" y="306880"/>
                  </a:lnTo>
                  <a:lnTo>
                    <a:pt x="113299" y="306186"/>
                  </a:lnTo>
                  <a:lnTo>
                    <a:pt x="102932" y="272883"/>
                  </a:lnTo>
                  <a:close/>
                </a:path>
                <a:path w="129539" h="327025">
                  <a:moveTo>
                    <a:pt x="17985" y="0"/>
                  </a:moveTo>
                  <a:lnTo>
                    <a:pt x="0" y="5613"/>
                  </a:lnTo>
                  <a:lnTo>
                    <a:pt x="84947" y="278494"/>
                  </a:lnTo>
                  <a:lnTo>
                    <a:pt x="98745" y="291123"/>
                  </a:lnTo>
                  <a:lnTo>
                    <a:pt x="102932" y="272883"/>
                  </a:lnTo>
                  <a:lnTo>
                    <a:pt x="17985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3" name="object 183"/>
            <p:cNvSpPr/>
            <p:nvPr/>
          </p:nvSpPr>
          <p:spPr>
            <a:xfrm>
              <a:off x="5434839" y="5994260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4" name="object 184"/>
            <p:cNvSpPr/>
            <p:nvPr/>
          </p:nvSpPr>
          <p:spPr>
            <a:xfrm>
              <a:off x="5434839" y="5994260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5" name="object 185"/>
            <p:cNvSpPr/>
            <p:nvPr/>
          </p:nvSpPr>
          <p:spPr>
            <a:xfrm>
              <a:off x="5665822" y="5993771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6" name="object 186"/>
            <p:cNvSpPr/>
            <p:nvPr/>
          </p:nvSpPr>
          <p:spPr>
            <a:xfrm>
              <a:off x="5665822" y="5993771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7" name="object 18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409183" y="5655563"/>
              <a:ext cx="268224" cy="469392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5508453" y="5671162"/>
              <a:ext cx="139065" cy="323215"/>
            </a:xfrm>
            <a:custGeom>
              <a:avLst/>
              <a:gdLst/>
              <a:ahLst/>
              <a:cxnLst/>
              <a:rect l="l" t="t" r="r" b="b"/>
              <a:pathLst>
                <a:path w="139064" h="323214">
                  <a:moveTo>
                    <a:pt x="13582" y="230898"/>
                  </a:moveTo>
                  <a:lnTo>
                    <a:pt x="3359" y="232834"/>
                  </a:lnTo>
                  <a:lnTo>
                    <a:pt x="0" y="237768"/>
                  </a:lnTo>
                  <a:lnTo>
                    <a:pt x="16125" y="323140"/>
                  </a:lnTo>
                  <a:lnTo>
                    <a:pt x="33245" y="308655"/>
                  </a:lnTo>
                  <a:lnTo>
                    <a:pt x="31255" y="308655"/>
                  </a:lnTo>
                  <a:lnTo>
                    <a:pt x="13503" y="302345"/>
                  </a:lnTo>
                  <a:lnTo>
                    <a:pt x="25160" y="269470"/>
                  </a:lnTo>
                  <a:lnTo>
                    <a:pt x="18510" y="234262"/>
                  </a:lnTo>
                  <a:lnTo>
                    <a:pt x="13582" y="230898"/>
                  </a:lnTo>
                  <a:close/>
                </a:path>
                <a:path w="139064" h="323214">
                  <a:moveTo>
                    <a:pt x="25160" y="269470"/>
                  </a:moveTo>
                  <a:lnTo>
                    <a:pt x="13503" y="302345"/>
                  </a:lnTo>
                  <a:lnTo>
                    <a:pt x="31255" y="308655"/>
                  </a:lnTo>
                  <a:lnTo>
                    <a:pt x="32996" y="303748"/>
                  </a:lnTo>
                  <a:lnTo>
                    <a:pt x="31635" y="303748"/>
                  </a:lnTo>
                  <a:lnTo>
                    <a:pt x="16300" y="298297"/>
                  </a:lnTo>
                  <a:lnTo>
                    <a:pt x="28634" y="287862"/>
                  </a:lnTo>
                  <a:lnTo>
                    <a:pt x="25160" y="269470"/>
                  </a:lnTo>
                  <a:close/>
                </a:path>
                <a:path w="139064" h="323214">
                  <a:moveTo>
                    <a:pt x="70250" y="252655"/>
                  </a:moveTo>
                  <a:lnTo>
                    <a:pt x="42912" y="275783"/>
                  </a:lnTo>
                  <a:lnTo>
                    <a:pt x="31255" y="308655"/>
                  </a:lnTo>
                  <a:lnTo>
                    <a:pt x="33245" y="308655"/>
                  </a:lnTo>
                  <a:lnTo>
                    <a:pt x="82409" y="267061"/>
                  </a:lnTo>
                  <a:lnTo>
                    <a:pt x="82908" y="261112"/>
                  </a:lnTo>
                  <a:lnTo>
                    <a:pt x="76192" y="253155"/>
                  </a:lnTo>
                  <a:lnTo>
                    <a:pt x="70250" y="252655"/>
                  </a:lnTo>
                  <a:close/>
                </a:path>
                <a:path w="139064" h="323214">
                  <a:moveTo>
                    <a:pt x="28634" y="287862"/>
                  </a:moveTo>
                  <a:lnTo>
                    <a:pt x="16300" y="298297"/>
                  </a:lnTo>
                  <a:lnTo>
                    <a:pt x="31635" y="303748"/>
                  </a:lnTo>
                  <a:lnTo>
                    <a:pt x="28634" y="287862"/>
                  </a:lnTo>
                  <a:close/>
                </a:path>
                <a:path w="139064" h="323214">
                  <a:moveTo>
                    <a:pt x="42912" y="275783"/>
                  </a:moveTo>
                  <a:lnTo>
                    <a:pt x="28634" y="287862"/>
                  </a:lnTo>
                  <a:lnTo>
                    <a:pt x="31635" y="303748"/>
                  </a:lnTo>
                  <a:lnTo>
                    <a:pt x="32996" y="303748"/>
                  </a:lnTo>
                  <a:lnTo>
                    <a:pt x="42912" y="275783"/>
                  </a:lnTo>
                  <a:close/>
                </a:path>
                <a:path w="139064" h="323214">
                  <a:moveTo>
                    <a:pt x="120713" y="0"/>
                  </a:moveTo>
                  <a:lnTo>
                    <a:pt x="25160" y="269470"/>
                  </a:lnTo>
                  <a:lnTo>
                    <a:pt x="28634" y="287862"/>
                  </a:lnTo>
                  <a:lnTo>
                    <a:pt x="42912" y="275783"/>
                  </a:lnTo>
                  <a:lnTo>
                    <a:pt x="138465" y="6311"/>
                  </a:lnTo>
                  <a:lnTo>
                    <a:pt x="12071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89" name="object 18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598159" y="5655563"/>
              <a:ext cx="271272" cy="469392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5629203" y="5671057"/>
              <a:ext cx="141605" cy="323215"/>
            </a:xfrm>
            <a:custGeom>
              <a:avLst/>
              <a:gdLst/>
              <a:ahLst/>
              <a:cxnLst/>
              <a:rect l="l" t="t" r="r" b="b"/>
              <a:pathLst>
                <a:path w="141604" h="323214">
                  <a:moveTo>
                    <a:pt x="71437" y="252915"/>
                  </a:moveTo>
                  <a:lnTo>
                    <a:pt x="65501" y="253485"/>
                  </a:lnTo>
                  <a:lnTo>
                    <a:pt x="58881" y="261520"/>
                  </a:lnTo>
                  <a:lnTo>
                    <a:pt x="59449" y="267464"/>
                  </a:lnTo>
                  <a:lnTo>
                    <a:pt x="126389" y="322755"/>
                  </a:lnTo>
                  <a:lnTo>
                    <a:pt x="128916" y="308451"/>
                  </a:lnTo>
                  <a:lnTo>
                    <a:pt x="111089" y="308451"/>
                  </a:lnTo>
                  <a:lnTo>
                    <a:pt x="99046" y="275718"/>
                  </a:lnTo>
                  <a:lnTo>
                    <a:pt x="71437" y="252915"/>
                  </a:lnTo>
                  <a:close/>
                </a:path>
                <a:path w="141604" h="323214">
                  <a:moveTo>
                    <a:pt x="99046" y="275718"/>
                  </a:moveTo>
                  <a:lnTo>
                    <a:pt x="111089" y="308451"/>
                  </a:lnTo>
                  <a:lnTo>
                    <a:pt x="124379" y="303549"/>
                  </a:lnTo>
                  <a:lnTo>
                    <a:pt x="110652" y="303549"/>
                  </a:lnTo>
                  <a:lnTo>
                    <a:pt x="113465" y="287628"/>
                  </a:lnTo>
                  <a:lnTo>
                    <a:pt x="99046" y="275718"/>
                  </a:lnTo>
                  <a:close/>
                </a:path>
                <a:path w="141604" h="323214">
                  <a:moveTo>
                    <a:pt x="127844" y="230489"/>
                  </a:moveTo>
                  <a:lnTo>
                    <a:pt x="122957" y="233912"/>
                  </a:lnTo>
                  <a:lnTo>
                    <a:pt x="116722" y="269196"/>
                  </a:lnTo>
                  <a:lnTo>
                    <a:pt x="128766" y="301931"/>
                  </a:lnTo>
                  <a:lnTo>
                    <a:pt x="111089" y="308451"/>
                  </a:lnTo>
                  <a:lnTo>
                    <a:pt x="128916" y="308451"/>
                  </a:lnTo>
                  <a:lnTo>
                    <a:pt x="141508" y="237197"/>
                  </a:lnTo>
                  <a:lnTo>
                    <a:pt x="138089" y="232304"/>
                  </a:lnTo>
                  <a:lnTo>
                    <a:pt x="127844" y="230489"/>
                  </a:lnTo>
                  <a:close/>
                </a:path>
                <a:path w="141604" h="323214">
                  <a:moveTo>
                    <a:pt x="113465" y="287628"/>
                  </a:moveTo>
                  <a:lnTo>
                    <a:pt x="110652" y="303549"/>
                  </a:lnTo>
                  <a:lnTo>
                    <a:pt x="125921" y="297916"/>
                  </a:lnTo>
                  <a:lnTo>
                    <a:pt x="113465" y="287628"/>
                  </a:lnTo>
                  <a:close/>
                </a:path>
                <a:path w="141604" h="323214">
                  <a:moveTo>
                    <a:pt x="116722" y="269196"/>
                  </a:moveTo>
                  <a:lnTo>
                    <a:pt x="113465" y="287628"/>
                  </a:lnTo>
                  <a:lnTo>
                    <a:pt x="125921" y="297916"/>
                  </a:lnTo>
                  <a:lnTo>
                    <a:pt x="110652" y="303549"/>
                  </a:lnTo>
                  <a:lnTo>
                    <a:pt x="124379" y="303549"/>
                  </a:lnTo>
                  <a:lnTo>
                    <a:pt x="128766" y="301931"/>
                  </a:lnTo>
                  <a:lnTo>
                    <a:pt x="116722" y="269196"/>
                  </a:lnTo>
                  <a:close/>
                </a:path>
                <a:path w="141604" h="323214">
                  <a:moveTo>
                    <a:pt x="17677" y="0"/>
                  </a:moveTo>
                  <a:lnTo>
                    <a:pt x="0" y="6520"/>
                  </a:lnTo>
                  <a:lnTo>
                    <a:pt x="99046" y="275718"/>
                  </a:lnTo>
                  <a:lnTo>
                    <a:pt x="113465" y="287628"/>
                  </a:lnTo>
                  <a:lnTo>
                    <a:pt x="116722" y="269196"/>
                  </a:lnTo>
                  <a:lnTo>
                    <a:pt x="17677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1" name="object 19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982207" y="5655563"/>
              <a:ext cx="246887" cy="472440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6075712" y="5671799"/>
              <a:ext cx="121285" cy="327025"/>
            </a:xfrm>
            <a:custGeom>
              <a:avLst/>
              <a:gdLst/>
              <a:ahLst/>
              <a:cxnLst/>
              <a:rect l="l" t="t" r="r" b="b"/>
              <a:pathLst>
                <a:path w="121285" h="327025">
                  <a:moveTo>
                    <a:pt x="13063" y="235070"/>
                  </a:moveTo>
                  <a:lnTo>
                    <a:pt x="3003" y="237726"/>
                  </a:lnTo>
                  <a:lnTo>
                    <a:pt x="0" y="242886"/>
                  </a:lnTo>
                  <a:lnTo>
                    <a:pt x="22122" y="326900"/>
                  </a:lnTo>
                  <a:lnTo>
                    <a:pt x="38029" y="311381"/>
                  </a:lnTo>
                  <a:lnTo>
                    <a:pt x="36191" y="311381"/>
                  </a:lnTo>
                  <a:lnTo>
                    <a:pt x="18036" y="306345"/>
                  </a:lnTo>
                  <a:lnTo>
                    <a:pt x="27339" y="272727"/>
                  </a:lnTo>
                  <a:lnTo>
                    <a:pt x="18215" y="238078"/>
                  </a:lnTo>
                  <a:lnTo>
                    <a:pt x="13063" y="235070"/>
                  </a:lnTo>
                  <a:close/>
                </a:path>
                <a:path w="121285" h="327025">
                  <a:moveTo>
                    <a:pt x="27339" y="272727"/>
                  </a:moveTo>
                  <a:lnTo>
                    <a:pt x="18036" y="306345"/>
                  </a:lnTo>
                  <a:lnTo>
                    <a:pt x="36191" y="311381"/>
                  </a:lnTo>
                  <a:lnTo>
                    <a:pt x="37553" y="306458"/>
                  </a:lnTo>
                  <a:lnTo>
                    <a:pt x="36221" y="306458"/>
                  </a:lnTo>
                  <a:lnTo>
                    <a:pt x="20540" y="302108"/>
                  </a:lnTo>
                  <a:lnTo>
                    <a:pt x="32105" y="290826"/>
                  </a:lnTo>
                  <a:lnTo>
                    <a:pt x="27339" y="272727"/>
                  </a:lnTo>
                  <a:close/>
                </a:path>
                <a:path w="121285" h="327025">
                  <a:moveTo>
                    <a:pt x="71127" y="252756"/>
                  </a:moveTo>
                  <a:lnTo>
                    <a:pt x="45493" y="277764"/>
                  </a:lnTo>
                  <a:lnTo>
                    <a:pt x="36191" y="311381"/>
                  </a:lnTo>
                  <a:lnTo>
                    <a:pt x="38029" y="311381"/>
                  </a:lnTo>
                  <a:lnTo>
                    <a:pt x="84273" y="266265"/>
                  </a:lnTo>
                  <a:lnTo>
                    <a:pt x="84350" y="260294"/>
                  </a:lnTo>
                  <a:lnTo>
                    <a:pt x="77090" y="252834"/>
                  </a:lnTo>
                  <a:lnTo>
                    <a:pt x="71127" y="252756"/>
                  </a:lnTo>
                  <a:close/>
                </a:path>
                <a:path w="121285" h="327025">
                  <a:moveTo>
                    <a:pt x="32105" y="290826"/>
                  </a:moveTo>
                  <a:lnTo>
                    <a:pt x="20540" y="302108"/>
                  </a:lnTo>
                  <a:lnTo>
                    <a:pt x="36221" y="306458"/>
                  </a:lnTo>
                  <a:lnTo>
                    <a:pt x="32105" y="290826"/>
                  </a:lnTo>
                  <a:close/>
                </a:path>
                <a:path w="121285" h="327025">
                  <a:moveTo>
                    <a:pt x="45493" y="277764"/>
                  </a:moveTo>
                  <a:lnTo>
                    <a:pt x="32105" y="290826"/>
                  </a:lnTo>
                  <a:lnTo>
                    <a:pt x="36221" y="306458"/>
                  </a:lnTo>
                  <a:lnTo>
                    <a:pt x="37553" y="306458"/>
                  </a:lnTo>
                  <a:lnTo>
                    <a:pt x="45493" y="277764"/>
                  </a:lnTo>
                  <a:close/>
                </a:path>
                <a:path w="121285" h="327025">
                  <a:moveTo>
                    <a:pt x="102811" y="0"/>
                  </a:moveTo>
                  <a:lnTo>
                    <a:pt x="27339" y="272727"/>
                  </a:lnTo>
                  <a:lnTo>
                    <a:pt x="32105" y="290826"/>
                  </a:lnTo>
                  <a:lnTo>
                    <a:pt x="45493" y="277764"/>
                  </a:lnTo>
                  <a:lnTo>
                    <a:pt x="120966" y="5036"/>
                  </a:lnTo>
                  <a:lnTo>
                    <a:pt x="102811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93" name="object 19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146799" y="5652515"/>
              <a:ext cx="320039" cy="475488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6179187" y="5670079"/>
              <a:ext cx="177165" cy="328295"/>
            </a:xfrm>
            <a:custGeom>
              <a:avLst/>
              <a:gdLst/>
              <a:ahLst/>
              <a:cxnLst/>
              <a:rect l="l" t="t" r="r" b="b"/>
              <a:pathLst>
                <a:path w="177164" h="328295">
                  <a:moveTo>
                    <a:pt x="108722" y="265103"/>
                  </a:moveTo>
                  <a:lnTo>
                    <a:pt x="102887" y="266340"/>
                  </a:lnTo>
                  <a:lnTo>
                    <a:pt x="97214" y="275071"/>
                  </a:lnTo>
                  <a:lnTo>
                    <a:pt x="98450" y="280913"/>
                  </a:lnTo>
                  <a:lnTo>
                    <a:pt x="171192" y="328291"/>
                  </a:lnTo>
                  <a:lnTo>
                    <a:pt x="171967" y="315807"/>
                  </a:lnTo>
                  <a:lnTo>
                    <a:pt x="154377" y="315807"/>
                  </a:lnTo>
                  <a:lnTo>
                    <a:pt x="138723" y="284643"/>
                  </a:lnTo>
                  <a:lnTo>
                    <a:pt x="108722" y="265103"/>
                  </a:lnTo>
                  <a:close/>
                </a:path>
                <a:path w="177164" h="328295">
                  <a:moveTo>
                    <a:pt x="138723" y="284643"/>
                  </a:moveTo>
                  <a:lnTo>
                    <a:pt x="154377" y="315807"/>
                  </a:lnTo>
                  <a:lnTo>
                    <a:pt x="163953" y="310984"/>
                  </a:lnTo>
                  <a:lnTo>
                    <a:pt x="153390" y="310984"/>
                  </a:lnTo>
                  <a:lnTo>
                    <a:pt x="154392" y="294848"/>
                  </a:lnTo>
                  <a:lnTo>
                    <a:pt x="138723" y="284643"/>
                  </a:lnTo>
                  <a:close/>
                </a:path>
                <a:path w="177164" h="328295">
                  <a:moveTo>
                    <a:pt x="162243" y="236451"/>
                  </a:moveTo>
                  <a:lnTo>
                    <a:pt x="157773" y="240403"/>
                  </a:lnTo>
                  <a:lnTo>
                    <a:pt x="155552" y="276167"/>
                  </a:lnTo>
                  <a:lnTo>
                    <a:pt x="171207" y="307332"/>
                  </a:lnTo>
                  <a:lnTo>
                    <a:pt x="154377" y="315807"/>
                  </a:lnTo>
                  <a:lnTo>
                    <a:pt x="171967" y="315807"/>
                  </a:lnTo>
                  <a:lnTo>
                    <a:pt x="176574" y="241573"/>
                  </a:lnTo>
                  <a:lnTo>
                    <a:pt x="172627" y="237097"/>
                  </a:lnTo>
                  <a:lnTo>
                    <a:pt x="162243" y="236451"/>
                  </a:lnTo>
                  <a:close/>
                </a:path>
                <a:path w="177164" h="328295">
                  <a:moveTo>
                    <a:pt x="154392" y="294848"/>
                  </a:moveTo>
                  <a:lnTo>
                    <a:pt x="153390" y="310984"/>
                  </a:lnTo>
                  <a:lnTo>
                    <a:pt x="167928" y="303664"/>
                  </a:lnTo>
                  <a:lnTo>
                    <a:pt x="154392" y="294848"/>
                  </a:lnTo>
                  <a:close/>
                </a:path>
                <a:path w="177164" h="328295">
                  <a:moveTo>
                    <a:pt x="155552" y="276167"/>
                  </a:moveTo>
                  <a:lnTo>
                    <a:pt x="154392" y="294848"/>
                  </a:lnTo>
                  <a:lnTo>
                    <a:pt x="167928" y="303664"/>
                  </a:lnTo>
                  <a:lnTo>
                    <a:pt x="153390" y="310984"/>
                  </a:lnTo>
                  <a:lnTo>
                    <a:pt x="163953" y="310984"/>
                  </a:lnTo>
                  <a:lnTo>
                    <a:pt x="171207" y="307332"/>
                  </a:lnTo>
                  <a:lnTo>
                    <a:pt x="155552" y="276167"/>
                  </a:lnTo>
                  <a:close/>
                </a:path>
                <a:path w="177164" h="328295">
                  <a:moveTo>
                    <a:pt x="16830" y="0"/>
                  </a:moveTo>
                  <a:lnTo>
                    <a:pt x="0" y="8475"/>
                  </a:lnTo>
                  <a:lnTo>
                    <a:pt x="138723" y="284643"/>
                  </a:lnTo>
                  <a:lnTo>
                    <a:pt x="154392" y="294848"/>
                  </a:lnTo>
                  <a:lnTo>
                    <a:pt x="155552" y="276167"/>
                  </a:lnTo>
                  <a:lnTo>
                    <a:pt x="1683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5" name="object 195"/>
            <p:cNvSpPr/>
            <p:nvPr/>
          </p:nvSpPr>
          <p:spPr>
            <a:xfrm>
              <a:off x="4840778" y="5998820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6" name="object 196"/>
            <p:cNvSpPr/>
            <p:nvPr/>
          </p:nvSpPr>
          <p:spPr>
            <a:xfrm>
              <a:off x="4840778" y="5998820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7" name="object 197"/>
            <p:cNvSpPr/>
            <p:nvPr/>
          </p:nvSpPr>
          <p:spPr>
            <a:xfrm>
              <a:off x="5071762" y="5998331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1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1" y="90792"/>
                  </a:lnTo>
                  <a:lnTo>
                    <a:pt x="179511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8" name="object 198"/>
            <p:cNvSpPr/>
            <p:nvPr/>
          </p:nvSpPr>
          <p:spPr>
            <a:xfrm>
              <a:off x="5071762" y="5998331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9" name="object 199"/>
            <p:cNvSpPr/>
            <p:nvPr/>
          </p:nvSpPr>
          <p:spPr>
            <a:xfrm>
              <a:off x="6008091" y="5998658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0" name="object 200"/>
            <p:cNvSpPr/>
            <p:nvPr/>
          </p:nvSpPr>
          <p:spPr>
            <a:xfrm>
              <a:off x="6008091" y="5998658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1" name="object 201"/>
            <p:cNvSpPr/>
            <p:nvPr/>
          </p:nvSpPr>
          <p:spPr>
            <a:xfrm>
              <a:off x="6260603" y="5998331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2" name="object 202"/>
            <p:cNvSpPr/>
            <p:nvPr/>
          </p:nvSpPr>
          <p:spPr>
            <a:xfrm>
              <a:off x="6260603" y="5998331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3" name="object 203"/>
            <p:cNvSpPr/>
            <p:nvPr/>
          </p:nvSpPr>
          <p:spPr>
            <a:xfrm>
              <a:off x="5391133" y="5143997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4" name="object 204"/>
            <p:cNvSpPr/>
            <p:nvPr/>
          </p:nvSpPr>
          <p:spPr>
            <a:xfrm>
              <a:off x="5391133" y="5143997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05" name="object 205"/>
          <p:cNvGrpSpPr/>
          <p:nvPr/>
        </p:nvGrpSpPr>
        <p:grpSpPr>
          <a:xfrm>
            <a:off x="4398980" y="3280610"/>
            <a:ext cx="1457885" cy="879101"/>
            <a:chOff x="4833111" y="3718024"/>
            <a:chExt cx="1652270" cy="996315"/>
          </a:xfrm>
        </p:grpSpPr>
        <p:sp>
          <p:nvSpPr>
            <p:cNvPr id="206" name="object 206"/>
            <p:cNvSpPr/>
            <p:nvPr/>
          </p:nvSpPr>
          <p:spPr>
            <a:xfrm>
              <a:off x="4844261" y="4124853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5" h="133350">
                  <a:moveTo>
                    <a:pt x="234953" y="0"/>
                  </a:moveTo>
                  <a:lnTo>
                    <a:pt x="0" y="66461"/>
                  </a:lnTo>
                  <a:lnTo>
                    <a:pt x="234953" y="132923"/>
                  </a:lnTo>
                  <a:lnTo>
                    <a:pt x="469907" y="66461"/>
                  </a:lnTo>
                  <a:lnTo>
                    <a:pt x="234953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7" name="object 207"/>
            <p:cNvSpPr/>
            <p:nvPr/>
          </p:nvSpPr>
          <p:spPr>
            <a:xfrm>
              <a:off x="4844261" y="4124853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5" h="133350">
                  <a:moveTo>
                    <a:pt x="0" y="66461"/>
                  </a:moveTo>
                  <a:lnTo>
                    <a:pt x="234953" y="0"/>
                  </a:lnTo>
                  <a:lnTo>
                    <a:pt x="469907" y="66461"/>
                  </a:lnTo>
                  <a:lnTo>
                    <a:pt x="234953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8" name="object 208"/>
            <p:cNvSpPr/>
            <p:nvPr/>
          </p:nvSpPr>
          <p:spPr>
            <a:xfrm>
              <a:off x="5409691" y="4124853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9" name="object 209"/>
            <p:cNvSpPr/>
            <p:nvPr/>
          </p:nvSpPr>
          <p:spPr>
            <a:xfrm>
              <a:off x="5409691" y="4124853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0" name="object 210"/>
            <p:cNvSpPr/>
            <p:nvPr/>
          </p:nvSpPr>
          <p:spPr>
            <a:xfrm>
              <a:off x="5959251" y="4124853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1" name="object 211"/>
            <p:cNvSpPr/>
            <p:nvPr/>
          </p:nvSpPr>
          <p:spPr>
            <a:xfrm>
              <a:off x="5959251" y="4124853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84005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2" name="object 21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964175" y="3835908"/>
              <a:ext cx="728472" cy="417575"/>
            </a:xfrm>
            <a:prstGeom prst="rect">
              <a:avLst/>
            </a:prstGeom>
          </p:spPr>
        </p:pic>
        <p:sp>
          <p:nvSpPr>
            <p:cNvPr id="213" name="object 213"/>
            <p:cNvSpPr/>
            <p:nvPr/>
          </p:nvSpPr>
          <p:spPr>
            <a:xfrm>
              <a:off x="5079174" y="3851802"/>
              <a:ext cx="581660" cy="281940"/>
            </a:xfrm>
            <a:custGeom>
              <a:avLst/>
              <a:gdLst/>
              <a:ahLst/>
              <a:cxnLst/>
              <a:rect l="l" t="t" r="r" b="b"/>
              <a:pathLst>
                <a:path w="581660" h="281939">
                  <a:moveTo>
                    <a:pt x="55848" y="201015"/>
                  </a:moveTo>
                  <a:lnTo>
                    <a:pt x="49971" y="202036"/>
                  </a:lnTo>
                  <a:lnTo>
                    <a:pt x="0" y="273069"/>
                  </a:lnTo>
                  <a:lnTo>
                    <a:pt x="86352" y="281658"/>
                  </a:lnTo>
                  <a:lnTo>
                    <a:pt x="90965" y="277873"/>
                  </a:lnTo>
                  <a:lnTo>
                    <a:pt x="91363" y="273858"/>
                  </a:lnTo>
                  <a:lnTo>
                    <a:pt x="20916" y="273858"/>
                  </a:lnTo>
                  <a:lnTo>
                    <a:pt x="13079" y="256706"/>
                  </a:lnTo>
                  <a:lnTo>
                    <a:pt x="44764" y="242193"/>
                  </a:lnTo>
                  <a:lnTo>
                    <a:pt x="65373" y="212898"/>
                  </a:lnTo>
                  <a:lnTo>
                    <a:pt x="64353" y="207015"/>
                  </a:lnTo>
                  <a:lnTo>
                    <a:pt x="55848" y="201015"/>
                  </a:lnTo>
                  <a:close/>
                </a:path>
                <a:path w="581660" h="281939">
                  <a:moveTo>
                    <a:pt x="44764" y="242193"/>
                  </a:moveTo>
                  <a:lnTo>
                    <a:pt x="13079" y="256706"/>
                  </a:lnTo>
                  <a:lnTo>
                    <a:pt x="20916" y="273858"/>
                  </a:lnTo>
                  <a:lnTo>
                    <a:pt x="27784" y="270713"/>
                  </a:lnTo>
                  <a:lnTo>
                    <a:pt x="24700" y="270713"/>
                  </a:lnTo>
                  <a:lnTo>
                    <a:pt x="17929" y="255897"/>
                  </a:lnTo>
                  <a:lnTo>
                    <a:pt x="35123" y="255897"/>
                  </a:lnTo>
                  <a:lnTo>
                    <a:pt x="44764" y="242193"/>
                  </a:lnTo>
                  <a:close/>
                </a:path>
                <a:path w="581660" h="281939">
                  <a:moveTo>
                    <a:pt x="52600" y="259346"/>
                  </a:moveTo>
                  <a:lnTo>
                    <a:pt x="20916" y="273858"/>
                  </a:lnTo>
                  <a:lnTo>
                    <a:pt x="91363" y="273858"/>
                  </a:lnTo>
                  <a:lnTo>
                    <a:pt x="91993" y="267507"/>
                  </a:lnTo>
                  <a:lnTo>
                    <a:pt x="88214" y="262888"/>
                  </a:lnTo>
                  <a:lnTo>
                    <a:pt x="52600" y="259346"/>
                  </a:lnTo>
                  <a:close/>
                </a:path>
                <a:path w="581660" h="281939">
                  <a:moveTo>
                    <a:pt x="17929" y="255897"/>
                  </a:moveTo>
                  <a:lnTo>
                    <a:pt x="24700" y="270713"/>
                  </a:lnTo>
                  <a:lnTo>
                    <a:pt x="33998" y="257495"/>
                  </a:lnTo>
                  <a:lnTo>
                    <a:pt x="17929" y="255897"/>
                  </a:lnTo>
                  <a:close/>
                </a:path>
                <a:path w="581660" h="281939">
                  <a:moveTo>
                    <a:pt x="33998" y="257495"/>
                  </a:moveTo>
                  <a:lnTo>
                    <a:pt x="24700" y="270713"/>
                  </a:lnTo>
                  <a:lnTo>
                    <a:pt x="27784" y="270713"/>
                  </a:lnTo>
                  <a:lnTo>
                    <a:pt x="52600" y="259346"/>
                  </a:lnTo>
                  <a:lnTo>
                    <a:pt x="33998" y="257495"/>
                  </a:lnTo>
                  <a:close/>
                </a:path>
                <a:path w="581660" h="281939">
                  <a:moveTo>
                    <a:pt x="573509" y="0"/>
                  </a:moveTo>
                  <a:lnTo>
                    <a:pt x="44764" y="242193"/>
                  </a:lnTo>
                  <a:lnTo>
                    <a:pt x="33998" y="257495"/>
                  </a:lnTo>
                  <a:lnTo>
                    <a:pt x="52600" y="259346"/>
                  </a:lnTo>
                  <a:lnTo>
                    <a:pt x="581346" y="17152"/>
                  </a:lnTo>
                  <a:lnTo>
                    <a:pt x="573509" y="0"/>
                  </a:lnTo>
                  <a:close/>
                </a:path>
                <a:path w="581660" h="281939">
                  <a:moveTo>
                    <a:pt x="35123" y="255897"/>
                  </a:moveTo>
                  <a:lnTo>
                    <a:pt x="17929" y="255897"/>
                  </a:lnTo>
                  <a:lnTo>
                    <a:pt x="33998" y="257495"/>
                  </a:lnTo>
                  <a:lnTo>
                    <a:pt x="35123" y="255897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4" name="object 214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622543" y="3835908"/>
              <a:ext cx="697991" cy="417575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5652521" y="3851878"/>
              <a:ext cx="553720" cy="280035"/>
            </a:xfrm>
            <a:custGeom>
              <a:avLst/>
              <a:gdLst/>
              <a:ahLst/>
              <a:cxnLst/>
              <a:rect l="l" t="t" r="r" b="b"/>
              <a:pathLst>
                <a:path w="553720" h="280035">
                  <a:moveTo>
                    <a:pt x="501348" y="258273"/>
                  </a:moveTo>
                  <a:lnTo>
                    <a:pt x="465674" y="261137"/>
                  </a:lnTo>
                  <a:lnTo>
                    <a:pt x="461807" y="265683"/>
                  </a:lnTo>
                  <a:lnTo>
                    <a:pt x="462639" y="276067"/>
                  </a:lnTo>
                  <a:lnTo>
                    <a:pt x="467180" y="279939"/>
                  </a:lnTo>
                  <a:lnTo>
                    <a:pt x="548793" y="273385"/>
                  </a:lnTo>
                  <a:lnTo>
                    <a:pt x="532751" y="273385"/>
                  </a:lnTo>
                  <a:lnTo>
                    <a:pt x="501348" y="258273"/>
                  </a:lnTo>
                  <a:close/>
                </a:path>
                <a:path w="553720" h="280035">
                  <a:moveTo>
                    <a:pt x="519982" y="256776"/>
                  </a:moveTo>
                  <a:lnTo>
                    <a:pt x="501348" y="258273"/>
                  </a:lnTo>
                  <a:lnTo>
                    <a:pt x="532751" y="273385"/>
                  </a:lnTo>
                  <a:lnTo>
                    <a:pt x="534295" y="270168"/>
                  </a:lnTo>
                  <a:lnTo>
                    <a:pt x="529028" y="270168"/>
                  </a:lnTo>
                  <a:lnTo>
                    <a:pt x="519982" y="256776"/>
                  </a:lnTo>
                  <a:close/>
                </a:path>
                <a:path w="553720" h="280035">
                  <a:moveTo>
                    <a:pt x="499207" y="199891"/>
                  </a:moveTo>
                  <a:lnTo>
                    <a:pt x="490589" y="205727"/>
                  </a:lnTo>
                  <a:lnTo>
                    <a:pt x="489459" y="211590"/>
                  </a:lnTo>
                  <a:lnTo>
                    <a:pt x="509509" y="241272"/>
                  </a:lnTo>
                  <a:lnTo>
                    <a:pt x="540912" y="256385"/>
                  </a:lnTo>
                  <a:lnTo>
                    <a:pt x="532751" y="273385"/>
                  </a:lnTo>
                  <a:lnTo>
                    <a:pt x="548793" y="273385"/>
                  </a:lnTo>
                  <a:lnTo>
                    <a:pt x="553679" y="272992"/>
                  </a:lnTo>
                  <a:lnTo>
                    <a:pt x="505063" y="201023"/>
                  </a:lnTo>
                  <a:lnTo>
                    <a:pt x="499207" y="199891"/>
                  </a:lnTo>
                  <a:close/>
                </a:path>
                <a:path w="553720" h="280035">
                  <a:moveTo>
                    <a:pt x="536078" y="255484"/>
                  </a:moveTo>
                  <a:lnTo>
                    <a:pt x="519982" y="256776"/>
                  </a:lnTo>
                  <a:lnTo>
                    <a:pt x="529028" y="270168"/>
                  </a:lnTo>
                  <a:lnTo>
                    <a:pt x="536078" y="255484"/>
                  </a:lnTo>
                  <a:close/>
                </a:path>
                <a:path w="553720" h="280035">
                  <a:moveTo>
                    <a:pt x="539041" y="255484"/>
                  </a:moveTo>
                  <a:lnTo>
                    <a:pt x="536078" y="255484"/>
                  </a:lnTo>
                  <a:lnTo>
                    <a:pt x="529028" y="270168"/>
                  </a:lnTo>
                  <a:lnTo>
                    <a:pt x="534295" y="270168"/>
                  </a:lnTo>
                  <a:lnTo>
                    <a:pt x="540912" y="256385"/>
                  </a:lnTo>
                  <a:lnTo>
                    <a:pt x="539041" y="255484"/>
                  </a:lnTo>
                  <a:close/>
                </a:path>
                <a:path w="553720" h="280035">
                  <a:moveTo>
                    <a:pt x="8161" y="0"/>
                  </a:moveTo>
                  <a:lnTo>
                    <a:pt x="0" y="17000"/>
                  </a:lnTo>
                  <a:lnTo>
                    <a:pt x="501348" y="258273"/>
                  </a:lnTo>
                  <a:lnTo>
                    <a:pt x="519982" y="256776"/>
                  </a:lnTo>
                  <a:lnTo>
                    <a:pt x="509509" y="241272"/>
                  </a:lnTo>
                  <a:lnTo>
                    <a:pt x="8161" y="0"/>
                  </a:lnTo>
                  <a:close/>
                </a:path>
                <a:path w="553720" h="280035">
                  <a:moveTo>
                    <a:pt x="509509" y="241272"/>
                  </a:moveTo>
                  <a:lnTo>
                    <a:pt x="519982" y="256776"/>
                  </a:lnTo>
                  <a:lnTo>
                    <a:pt x="536078" y="255484"/>
                  </a:lnTo>
                  <a:lnTo>
                    <a:pt x="539041" y="255484"/>
                  </a:lnTo>
                  <a:lnTo>
                    <a:pt x="509509" y="241272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6" name="object 21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540247" y="3845052"/>
              <a:ext cx="231648" cy="408432"/>
            </a:xfrm>
            <a:prstGeom prst="rect">
              <a:avLst/>
            </a:prstGeom>
          </p:spPr>
        </p:pic>
        <p:sp>
          <p:nvSpPr>
            <p:cNvPr id="217" name="object 217"/>
            <p:cNvSpPr/>
            <p:nvPr/>
          </p:nvSpPr>
          <p:spPr>
            <a:xfrm>
              <a:off x="5612877" y="3860378"/>
              <a:ext cx="87630" cy="264795"/>
            </a:xfrm>
            <a:custGeom>
              <a:avLst/>
              <a:gdLst/>
              <a:ahLst/>
              <a:cxnLst/>
              <a:rect l="l" t="t" r="r" b="b"/>
              <a:pathLst>
                <a:path w="87629" h="264795">
                  <a:moveTo>
                    <a:pt x="10504" y="178445"/>
                  </a:moveTo>
                  <a:lnTo>
                    <a:pt x="1517" y="183694"/>
                  </a:lnTo>
                  <a:lnTo>
                    <a:pt x="0" y="189468"/>
                  </a:lnTo>
                  <a:lnTo>
                    <a:pt x="43724" y="264518"/>
                  </a:lnTo>
                  <a:lnTo>
                    <a:pt x="54629" y="245800"/>
                  </a:lnTo>
                  <a:lnTo>
                    <a:pt x="34305" y="245800"/>
                  </a:lnTo>
                  <a:lnTo>
                    <a:pt x="34305" y="210916"/>
                  </a:lnTo>
                  <a:lnTo>
                    <a:pt x="16272" y="179964"/>
                  </a:lnTo>
                  <a:lnTo>
                    <a:pt x="10504" y="178445"/>
                  </a:lnTo>
                  <a:close/>
                </a:path>
                <a:path w="87629" h="264795">
                  <a:moveTo>
                    <a:pt x="34305" y="210916"/>
                  </a:moveTo>
                  <a:lnTo>
                    <a:pt x="34305" y="245800"/>
                  </a:lnTo>
                  <a:lnTo>
                    <a:pt x="53143" y="245800"/>
                  </a:lnTo>
                  <a:lnTo>
                    <a:pt x="53143" y="241049"/>
                  </a:lnTo>
                  <a:lnTo>
                    <a:pt x="35587" y="241049"/>
                  </a:lnTo>
                  <a:lnTo>
                    <a:pt x="43724" y="227084"/>
                  </a:lnTo>
                  <a:lnTo>
                    <a:pt x="34305" y="210916"/>
                  </a:lnTo>
                  <a:close/>
                </a:path>
                <a:path w="87629" h="264795">
                  <a:moveTo>
                    <a:pt x="76944" y="178445"/>
                  </a:moveTo>
                  <a:lnTo>
                    <a:pt x="71175" y="179964"/>
                  </a:lnTo>
                  <a:lnTo>
                    <a:pt x="53143" y="210916"/>
                  </a:lnTo>
                  <a:lnTo>
                    <a:pt x="53143" y="245800"/>
                  </a:lnTo>
                  <a:lnTo>
                    <a:pt x="54629" y="245800"/>
                  </a:lnTo>
                  <a:lnTo>
                    <a:pt x="87448" y="189468"/>
                  </a:lnTo>
                  <a:lnTo>
                    <a:pt x="85930" y="183694"/>
                  </a:lnTo>
                  <a:lnTo>
                    <a:pt x="76944" y="178445"/>
                  </a:lnTo>
                  <a:close/>
                </a:path>
                <a:path w="87629" h="264795">
                  <a:moveTo>
                    <a:pt x="43724" y="227084"/>
                  </a:moveTo>
                  <a:lnTo>
                    <a:pt x="35587" y="241049"/>
                  </a:lnTo>
                  <a:lnTo>
                    <a:pt x="51860" y="241049"/>
                  </a:lnTo>
                  <a:lnTo>
                    <a:pt x="43724" y="227084"/>
                  </a:lnTo>
                  <a:close/>
                </a:path>
                <a:path w="87629" h="264795">
                  <a:moveTo>
                    <a:pt x="53143" y="210916"/>
                  </a:moveTo>
                  <a:lnTo>
                    <a:pt x="43724" y="227084"/>
                  </a:lnTo>
                  <a:lnTo>
                    <a:pt x="51860" y="241049"/>
                  </a:lnTo>
                  <a:lnTo>
                    <a:pt x="53143" y="241049"/>
                  </a:lnTo>
                  <a:lnTo>
                    <a:pt x="53143" y="210916"/>
                  </a:lnTo>
                  <a:close/>
                </a:path>
                <a:path w="87629" h="264795">
                  <a:moveTo>
                    <a:pt x="53143" y="0"/>
                  </a:moveTo>
                  <a:lnTo>
                    <a:pt x="34303" y="0"/>
                  </a:lnTo>
                  <a:lnTo>
                    <a:pt x="34305" y="210916"/>
                  </a:lnTo>
                  <a:lnTo>
                    <a:pt x="43724" y="227084"/>
                  </a:lnTo>
                  <a:lnTo>
                    <a:pt x="53143" y="210916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18" name="object 218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833111" y="4238244"/>
              <a:ext cx="286512" cy="475487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4936427" y="4254262"/>
              <a:ext cx="151765" cy="328295"/>
            </a:xfrm>
            <a:custGeom>
              <a:avLst/>
              <a:gdLst/>
              <a:ahLst/>
              <a:cxnLst/>
              <a:rect l="l" t="t" r="r" b="b"/>
              <a:pathLst>
                <a:path w="151764" h="328295">
                  <a:moveTo>
                    <a:pt x="13849" y="235788"/>
                  </a:moveTo>
                  <a:lnTo>
                    <a:pt x="3557" y="237305"/>
                  </a:lnTo>
                  <a:lnTo>
                    <a:pt x="0" y="242098"/>
                  </a:lnTo>
                  <a:lnTo>
                    <a:pt x="12647" y="328056"/>
                  </a:lnTo>
                  <a:lnTo>
                    <a:pt x="30444" y="314200"/>
                  </a:lnTo>
                  <a:lnTo>
                    <a:pt x="28354" y="314200"/>
                  </a:lnTo>
                  <a:lnTo>
                    <a:pt x="10872" y="307173"/>
                  </a:lnTo>
                  <a:lnTo>
                    <a:pt x="23853" y="274801"/>
                  </a:lnTo>
                  <a:lnTo>
                    <a:pt x="18635" y="239349"/>
                  </a:lnTo>
                  <a:lnTo>
                    <a:pt x="13849" y="235788"/>
                  </a:lnTo>
                  <a:close/>
                </a:path>
                <a:path w="151764" h="328295">
                  <a:moveTo>
                    <a:pt x="23853" y="274801"/>
                  </a:moveTo>
                  <a:lnTo>
                    <a:pt x="10872" y="307173"/>
                  </a:lnTo>
                  <a:lnTo>
                    <a:pt x="28354" y="314200"/>
                  </a:lnTo>
                  <a:lnTo>
                    <a:pt x="30314" y="309312"/>
                  </a:lnTo>
                  <a:lnTo>
                    <a:pt x="28931" y="309312"/>
                  </a:lnTo>
                  <a:lnTo>
                    <a:pt x="13831" y="303241"/>
                  </a:lnTo>
                  <a:lnTo>
                    <a:pt x="26578" y="293317"/>
                  </a:lnTo>
                  <a:lnTo>
                    <a:pt x="23853" y="274801"/>
                  </a:lnTo>
                  <a:close/>
                </a:path>
                <a:path w="151764" h="328295">
                  <a:moveTo>
                    <a:pt x="69588" y="259831"/>
                  </a:moveTo>
                  <a:lnTo>
                    <a:pt x="41334" y="281828"/>
                  </a:lnTo>
                  <a:lnTo>
                    <a:pt x="28354" y="314200"/>
                  </a:lnTo>
                  <a:lnTo>
                    <a:pt x="30444" y="314200"/>
                  </a:lnTo>
                  <a:lnTo>
                    <a:pt x="81151" y="274721"/>
                  </a:lnTo>
                  <a:lnTo>
                    <a:pt x="81892" y="268796"/>
                  </a:lnTo>
                  <a:lnTo>
                    <a:pt x="75505" y="260572"/>
                  </a:lnTo>
                  <a:lnTo>
                    <a:pt x="69588" y="259831"/>
                  </a:lnTo>
                  <a:close/>
                </a:path>
                <a:path w="151764" h="328295">
                  <a:moveTo>
                    <a:pt x="26578" y="293317"/>
                  </a:moveTo>
                  <a:lnTo>
                    <a:pt x="13831" y="303241"/>
                  </a:lnTo>
                  <a:lnTo>
                    <a:pt x="28931" y="309312"/>
                  </a:lnTo>
                  <a:lnTo>
                    <a:pt x="26578" y="293317"/>
                  </a:lnTo>
                  <a:close/>
                </a:path>
                <a:path w="151764" h="328295">
                  <a:moveTo>
                    <a:pt x="41334" y="281828"/>
                  </a:moveTo>
                  <a:lnTo>
                    <a:pt x="26578" y="293317"/>
                  </a:lnTo>
                  <a:lnTo>
                    <a:pt x="28931" y="309312"/>
                  </a:lnTo>
                  <a:lnTo>
                    <a:pt x="30314" y="309312"/>
                  </a:lnTo>
                  <a:lnTo>
                    <a:pt x="41334" y="281828"/>
                  </a:lnTo>
                  <a:close/>
                </a:path>
                <a:path w="151764" h="328295">
                  <a:moveTo>
                    <a:pt x="134045" y="0"/>
                  </a:moveTo>
                  <a:lnTo>
                    <a:pt x="23853" y="274801"/>
                  </a:lnTo>
                  <a:lnTo>
                    <a:pt x="26578" y="293317"/>
                  </a:lnTo>
                  <a:lnTo>
                    <a:pt x="41334" y="281828"/>
                  </a:lnTo>
                  <a:lnTo>
                    <a:pt x="151527" y="7026"/>
                  </a:lnTo>
                  <a:lnTo>
                    <a:pt x="134045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0" name="object 22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040375" y="4238244"/>
              <a:ext cx="256032" cy="472440"/>
            </a:xfrm>
            <a:prstGeom prst="rect">
              <a:avLst/>
            </a:prstGeom>
          </p:spPr>
        </p:pic>
        <p:sp>
          <p:nvSpPr>
            <p:cNvPr id="221" name="object 221"/>
            <p:cNvSpPr/>
            <p:nvPr/>
          </p:nvSpPr>
          <p:spPr>
            <a:xfrm>
              <a:off x="5070220" y="4254969"/>
              <a:ext cx="129539" cy="327025"/>
            </a:xfrm>
            <a:custGeom>
              <a:avLst/>
              <a:gdLst/>
              <a:ahLst/>
              <a:cxnLst/>
              <a:rect l="l" t="t" r="r" b="b"/>
              <a:pathLst>
                <a:path w="129539" h="327025">
                  <a:moveTo>
                    <a:pt x="58531" y="254316"/>
                  </a:moveTo>
                  <a:lnTo>
                    <a:pt x="52574" y="254584"/>
                  </a:lnTo>
                  <a:lnTo>
                    <a:pt x="45554" y="262272"/>
                  </a:lnTo>
                  <a:lnTo>
                    <a:pt x="45821" y="268237"/>
                  </a:lnTo>
                  <a:lnTo>
                    <a:pt x="109870" y="326861"/>
                  </a:lnTo>
                  <a:lnTo>
                    <a:pt x="113328" y="311798"/>
                  </a:lnTo>
                  <a:lnTo>
                    <a:pt x="95314" y="311798"/>
                  </a:lnTo>
                  <a:lnTo>
                    <a:pt x="84947" y="278494"/>
                  </a:lnTo>
                  <a:lnTo>
                    <a:pt x="58531" y="254316"/>
                  </a:lnTo>
                  <a:close/>
                </a:path>
                <a:path w="129539" h="327025">
                  <a:moveTo>
                    <a:pt x="84947" y="278494"/>
                  </a:moveTo>
                  <a:lnTo>
                    <a:pt x="95314" y="311798"/>
                  </a:lnTo>
                  <a:lnTo>
                    <a:pt x="111077" y="306878"/>
                  </a:lnTo>
                  <a:lnTo>
                    <a:pt x="95126" y="306878"/>
                  </a:lnTo>
                  <a:lnTo>
                    <a:pt x="98744" y="291122"/>
                  </a:lnTo>
                  <a:lnTo>
                    <a:pt x="84947" y="278494"/>
                  </a:lnTo>
                  <a:close/>
                </a:path>
                <a:path w="129539" h="327025">
                  <a:moveTo>
                    <a:pt x="116004" y="234789"/>
                  </a:moveTo>
                  <a:lnTo>
                    <a:pt x="110949" y="237958"/>
                  </a:lnTo>
                  <a:lnTo>
                    <a:pt x="102931" y="272881"/>
                  </a:lnTo>
                  <a:lnTo>
                    <a:pt x="113299" y="306185"/>
                  </a:lnTo>
                  <a:lnTo>
                    <a:pt x="95314" y="311798"/>
                  </a:lnTo>
                  <a:lnTo>
                    <a:pt x="113328" y="311798"/>
                  </a:lnTo>
                  <a:lnTo>
                    <a:pt x="129308" y="242183"/>
                  </a:lnTo>
                  <a:lnTo>
                    <a:pt x="126144" y="237122"/>
                  </a:lnTo>
                  <a:lnTo>
                    <a:pt x="116004" y="234789"/>
                  </a:lnTo>
                  <a:close/>
                </a:path>
                <a:path w="129539" h="327025">
                  <a:moveTo>
                    <a:pt x="98744" y="291122"/>
                  </a:moveTo>
                  <a:lnTo>
                    <a:pt x="95126" y="306878"/>
                  </a:lnTo>
                  <a:lnTo>
                    <a:pt x="110662" y="302031"/>
                  </a:lnTo>
                  <a:lnTo>
                    <a:pt x="98744" y="291122"/>
                  </a:lnTo>
                  <a:close/>
                </a:path>
                <a:path w="129539" h="327025">
                  <a:moveTo>
                    <a:pt x="102931" y="272881"/>
                  </a:moveTo>
                  <a:lnTo>
                    <a:pt x="98744" y="291122"/>
                  </a:lnTo>
                  <a:lnTo>
                    <a:pt x="110662" y="302031"/>
                  </a:lnTo>
                  <a:lnTo>
                    <a:pt x="95126" y="306878"/>
                  </a:lnTo>
                  <a:lnTo>
                    <a:pt x="111077" y="306878"/>
                  </a:lnTo>
                  <a:lnTo>
                    <a:pt x="113299" y="306185"/>
                  </a:lnTo>
                  <a:lnTo>
                    <a:pt x="102931" y="272881"/>
                  </a:lnTo>
                  <a:close/>
                </a:path>
                <a:path w="129539" h="327025">
                  <a:moveTo>
                    <a:pt x="17985" y="0"/>
                  </a:moveTo>
                  <a:lnTo>
                    <a:pt x="0" y="5612"/>
                  </a:lnTo>
                  <a:lnTo>
                    <a:pt x="84947" y="278494"/>
                  </a:lnTo>
                  <a:lnTo>
                    <a:pt x="98744" y="291122"/>
                  </a:lnTo>
                  <a:lnTo>
                    <a:pt x="102931" y="272881"/>
                  </a:lnTo>
                  <a:lnTo>
                    <a:pt x="17985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2" name="object 222"/>
            <p:cNvSpPr/>
            <p:nvPr/>
          </p:nvSpPr>
          <p:spPr>
            <a:xfrm>
              <a:off x="5453397" y="4577718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3" name="object 223"/>
            <p:cNvSpPr/>
            <p:nvPr/>
          </p:nvSpPr>
          <p:spPr>
            <a:xfrm>
              <a:off x="5453397" y="4577718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4" name="object 224"/>
            <p:cNvSpPr/>
            <p:nvPr/>
          </p:nvSpPr>
          <p:spPr>
            <a:xfrm>
              <a:off x="5684382" y="4577229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5" name="object 225"/>
            <p:cNvSpPr/>
            <p:nvPr/>
          </p:nvSpPr>
          <p:spPr>
            <a:xfrm>
              <a:off x="5684382" y="4577229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6" name="object 22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427471" y="4238244"/>
              <a:ext cx="268224" cy="469391"/>
            </a:xfrm>
            <a:prstGeom prst="rect">
              <a:avLst/>
            </a:prstGeom>
          </p:spPr>
        </p:pic>
        <p:sp>
          <p:nvSpPr>
            <p:cNvPr id="227" name="object 227"/>
            <p:cNvSpPr/>
            <p:nvPr/>
          </p:nvSpPr>
          <p:spPr>
            <a:xfrm>
              <a:off x="5527012" y="4254620"/>
              <a:ext cx="139065" cy="323215"/>
            </a:xfrm>
            <a:custGeom>
              <a:avLst/>
              <a:gdLst/>
              <a:ahLst/>
              <a:cxnLst/>
              <a:rect l="l" t="t" r="r" b="b"/>
              <a:pathLst>
                <a:path w="139064" h="323214">
                  <a:moveTo>
                    <a:pt x="13582" y="230897"/>
                  </a:moveTo>
                  <a:lnTo>
                    <a:pt x="3360" y="232834"/>
                  </a:lnTo>
                  <a:lnTo>
                    <a:pt x="0" y="237766"/>
                  </a:lnTo>
                  <a:lnTo>
                    <a:pt x="16126" y="323138"/>
                  </a:lnTo>
                  <a:lnTo>
                    <a:pt x="33245" y="308655"/>
                  </a:lnTo>
                  <a:lnTo>
                    <a:pt x="31257" y="308655"/>
                  </a:lnTo>
                  <a:lnTo>
                    <a:pt x="13503" y="302345"/>
                  </a:lnTo>
                  <a:lnTo>
                    <a:pt x="25160" y="269470"/>
                  </a:lnTo>
                  <a:lnTo>
                    <a:pt x="18510" y="234261"/>
                  </a:lnTo>
                  <a:lnTo>
                    <a:pt x="13582" y="230897"/>
                  </a:lnTo>
                  <a:close/>
                </a:path>
                <a:path w="139064" h="323214">
                  <a:moveTo>
                    <a:pt x="25160" y="269470"/>
                  </a:moveTo>
                  <a:lnTo>
                    <a:pt x="13503" y="302345"/>
                  </a:lnTo>
                  <a:lnTo>
                    <a:pt x="31257" y="308655"/>
                  </a:lnTo>
                  <a:lnTo>
                    <a:pt x="32997" y="303748"/>
                  </a:lnTo>
                  <a:lnTo>
                    <a:pt x="31635" y="303748"/>
                  </a:lnTo>
                  <a:lnTo>
                    <a:pt x="16301" y="298297"/>
                  </a:lnTo>
                  <a:lnTo>
                    <a:pt x="28635" y="287863"/>
                  </a:lnTo>
                  <a:lnTo>
                    <a:pt x="25160" y="269470"/>
                  </a:lnTo>
                  <a:close/>
                </a:path>
                <a:path w="139064" h="323214">
                  <a:moveTo>
                    <a:pt x="70250" y="252655"/>
                  </a:moveTo>
                  <a:lnTo>
                    <a:pt x="42913" y="275782"/>
                  </a:lnTo>
                  <a:lnTo>
                    <a:pt x="31257" y="308655"/>
                  </a:lnTo>
                  <a:lnTo>
                    <a:pt x="33245" y="308655"/>
                  </a:lnTo>
                  <a:lnTo>
                    <a:pt x="82409" y="267061"/>
                  </a:lnTo>
                  <a:lnTo>
                    <a:pt x="82908" y="261112"/>
                  </a:lnTo>
                  <a:lnTo>
                    <a:pt x="76193" y="253154"/>
                  </a:lnTo>
                  <a:lnTo>
                    <a:pt x="70250" y="252655"/>
                  </a:lnTo>
                  <a:close/>
                </a:path>
                <a:path w="139064" h="323214">
                  <a:moveTo>
                    <a:pt x="28635" y="287863"/>
                  </a:moveTo>
                  <a:lnTo>
                    <a:pt x="16301" y="298297"/>
                  </a:lnTo>
                  <a:lnTo>
                    <a:pt x="31635" y="303748"/>
                  </a:lnTo>
                  <a:lnTo>
                    <a:pt x="28635" y="287863"/>
                  </a:lnTo>
                  <a:close/>
                </a:path>
                <a:path w="139064" h="323214">
                  <a:moveTo>
                    <a:pt x="42913" y="275782"/>
                  </a:moveTo>
                  <a:lnTo>
                    <a:pt x="28635" y="287863"/>
                  </a:lnTo>
                  <a:lnTo>
                    <a:pt x="31635" y="303748"/>
                  </a:lnTo>
                  <a:lnTo>
                    <a:pt x="32997" y="303748"/>
                  </a:lnTo>
                  <a:lnTo>
                    <a:pt x="42913" y="275782"/>
                  </a:lnTo>
                  <a:close/>
                </a:path>
                <a:path w="139064" h="323214">
                  <a:moveTo>
                    <a:pt x="120713" y="0"/>
                  </a:moveTo>
                  <a:lnTo>
                    <a:pt x="25160" y="269470"/>
                  </a:lnTo>
                  <a:lnTo>
                    <a:pt x="28635" y="287863"/>
                  </a:lnTo>
                  <a:lnTo>
                    <a:pt x="42913" y="275782"/>
                  </a:lnTo>
                  <a:lnTo>
                    <a:pt x="138465" y="6310"/>
                  </a:lnTo>
                  <a:lnTo>
                    <a:pt x="12071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8" name="object 22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616447" y="4238244"/>
              <a:ext cx="274320" cy="469391"/>
            </a:xfrm>
            <a:prstGeom prst="rect">
              <a:avLst/>
            </a:prstGeom>
          </p:spPr>
        </p:pic>
        <p:sp>
          <p:nvSpPr>
            <p:cNvPr id="229" name="object 229"/>
            <p:cNvSpPr/>
            <p:nvPr/>
          </p:nvSpPr>
          <p:spPr>
            <a:xfrm>
              <a:off x="5647763" y="4254516"/>
              <a:ext cx="141605" cy="323215"/>
            </a:xfrm>
            <a:custGeom>
              <a:avLst/>
              <a:gdLst/>
              <a:ahLst/>
              <a:cxnLst/>
              <a:rect l="l" t="t" r="r" b="b"/>
              <a:pathLst>
                <a:path w="141604" h="323214">
                  <a:moveTo>
                    <a:pt x="71437" y="252914"/>
                  </a:moveTo>
                  <a:lnTo>
                    <a:pt x="65500" y="253484"/>
                  </a:lnTo>
                  <a:lnTo>
                    <a:pt x="58879" y="261520"/>
                  </a:lnTo>
                  <a:lnTo>
                    <a:pt x="59449" y="267464"/>
                  </a:lnTo>
                  <a:lnTo>
                    <a:pt x="126389" y="322753"/>
                  </a:lnTo>
                  <a:lnTo>
                    <a:pt x="128916" y="308451"/>
                  </a:lnTo>
                  <a:lnTo>
                    <a:pt x="111088" y="308451"/>
                  </a:lnTo>
                  <a:lnTo>
                    <a:pt x="99044" y="275717"/>
                  </a:lnTo>
                  <a:lnTo>
                    <a:pt x="71437" y="252914"/>
                  </a:lnTo>
                  <a:close/>
                </a:path>
                <a:path w="141604" h="323214">
                  <a:moveTo>
                    <a:pt x="99044" y="275717"/>
                  </a:moveTo>
                  <a:lnTo>
                    <a:pt x="111088" y="308451"/>
                  </a:lnTo>
                  <a:lnTo>
                    <a:pt x="124382" y="303547"/>
                  </a:lnTo>
                  <a:lnTo>
                    <a:pt x="110651" y="303547"/>
                  </a:lnTo>
                  <a:lnTo>
                    <a:pt x="113464" y="287627"/>
                  </a:lnTo>
                  <a:lnTo>
                    <a:pt x="99044" y="275717"/>
                  </a:lnTo>
                  <a:close/>
                </a:path>
                <a:path w="141604" h="323214">
                  <a:moveTo>
                    <a:pt x="127844" y="230489"/>
                  </a:moveTo>
                  <a:lnTo>
                    <a:pt x="122956" y="233912"/>
                  </a:lnTo>
                  <a:lnTo>
                    <a:pt x="116721" y="269196"/>
                  </a:lnTo>
                  <a:lnTo>
                    <a:pt x="128765" y="301931"/>
                  </a:lnTo>
                  <a:lnTo>
                    <a:pt x="111088" y="308451"/>
                  </a:lnTo>
                  <a:lnTo>
                    <a:pt x="128916" y="308451"/>
                  </a:lnTo>
                  <a:lnTo>
                    <a:pt x="141507" y="237197"/>
                  </a:lnTo>
                  <a:lnTo>
                    <a:pt x="138089" y="232304"/>
                  </a:lnTo>
                  <a:lnTo>
                    <a:pt x="127844" y="230489"/>
                  </a:lnTo>
                  <a:close/>
                </a:path>
                <a:path w="141604" h="323214">
                  <a:moveTo>
                    <a:pt x="113464" y="287627"/>
                  </a:moveTo>
                  <a:lnTo>
                    <a:pt x="110651" y="303547"/>
                  </a:lnTo>
                  <a:lnTo>
                    <a:pt x="125920" y="297916"/>
                  </a:lnTo>
                  <a:lnTo>
                    <a:pt x="113464" y="287627"/>
                  </a:lnTo>
                  <a:close/>
                </a:path>
                <a:path w="141604" h="323214">
                  <a:moveTo>
                    <a:pt x="116721" y="269196"/>
                  </a:moveTo>
                  <a:lnTo>
                    <a:pt x="113464" y="287627"/>
                  </a:lnTo>
                  <a:lnTo>
                    <a:pt x="125920" y="297916"/>
                  </a:lnTo>
                  <a:lnTo>
                    <a:pt x="110651" y="303547"/>
                  </a:lnTo>
                  <a:lnTo>
                    <a:pt x="124382" y="303547"/>
                  </a:lnTo>
                  <a:lnTo>
                    <a:pt x="128765" y="301931"/>
                  </a:lnTo>
                  <a:lnTo>
                    <a:pt x="116721" y="269196"/>
                  </a:lnTo>
                  <a:close/>
                </a:path>
                <a:path w="141604" h="323214">
                  <a:moveTo>
                    <a:pt x="17677" y="0"/>
                  </a:moveTo>
                  <a:lnTo>
                    <a:pt x="0" y="6520"/>
                  </a:lnTo>
                  <a:lnTo>
                    <a:pt x="99044" y="275717"/>
                  </a:lnTo>
                  <a:lnTo>
                    <a:pt x="113464" y="287627"/>
                  </a:lnTo>
                  <a:lnTo>
                    <a:pt x="116721" y="269196"/>
                  </a:lnTo>
                  <a:lnTo>
                    <a:pt x="17677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0" name="object 23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000495" y="4238244"/>
              <a:ext cx="246887" cy="475487"/>
            </a:xfrm>
            <a:prstGeom prst="rect">
              <a:avLst/>
            </a:prstGeom>
          </p:spPr>
        </p:pic>
        <p:sp>
          <p:nvSpPr>
            <p:cNvPr id="231" name="object 231"/>
            <p:cNvSpPr/>
            <p:nvPr/>
          </p:nvSpPr>
          <p:spPr>
            <a:xfrm>
              <a:off x="6094271" y="4255258"/>
              <a:ext cx="121285" cy="327025"/>
            </a:xfrm>
            <a:custGeom>
              <a:avLst/>
              <a:gdLst/>
              <a:ahLst/>
              <a:cxnLst/>
              <a:rect l="l" t="t" r="r" b="b"/>
              <a:pathLst>
                <a:path w="121285" h="327025">
                  <a:moveTo>
                    <a:pt x="13063" y="235070"/>
                  </a:moveTo>
                  <a:lnTo>
                    <a:pt x="3003" y="237726"/>
                  </a:lnTo>
                  <a:lnTo>
                    <a:pt x="0" y="242886"/>
                  </a:lnTo>
                  <a:lnTo>
                    <a:pt x="22123" y="326900"/>
                  </a:lnTo>
                  <a:lnTo>
                    <a:pt x="38030" y="311381"/>
                  </a:lnTo>
                  <a:lnTo>
                    <a:pt x="36191" y="311381"/>
                  </a:lnTo>
                  <a:lnTo>
                    <a:pt x="18036" y="306344"/>
                  </a:lnTo>
                  <a:lnTo>
                    <a:pt x="27340" y="272724"/>
                  </a:lnTo>
                  <a:lnTo>
                    <a:pt x="18216" y="238076"/>
                  </a:lnTo>
                  <a:lnTo>
                    <a:pt x="13063" y="235070"/>
                  </a:lnTo>
                  <a:close/>
                </a:path>
                <a:path w="121285" h="327025">
                  <a:moveTo>
                    <a:pt x="27340" y="272724"/>
                  </a:moveTo>
                  <a:lnTo>
                    <a:pt x="18036" y="306344"/>
                  </a:lnTo>
                  <a:lnTo>
                    <a:pt x="36191" y="311381"/>
                  </a:lnTo>
                  <a:lnTo>
                    <a:pt x="37553" y="306458"/>
                  </a:lnTo>
                  <a:lnTo>
                    <a:pt x="36222" y="306458"/>
                  </a:lnTo>
                  <a:lnTo>
                    <a:pt x="20540" y="302107"/>
                  </a:lnTo>
                  <a:lnTo>
                    <a:pt x="32106" y="290824"/>
                  </a:lnTo>
                  <a:lnTo>
                    <a:pt x="27340" y="272724"/>
                  </a:lnTo>
                  <a:close/>
                </a:path>
                <a:path w="121285" h="327025">
                  <a:moveTo>
                    <a:pt x="71127" y="252755"/>
                  </a:moveTo>
                  <a:lnTo>
                    <a:pt x="45494" y="277763"/>
                  </a:lnTo>
                  <a:lnTo>
                    <a:pt x="36191" y="311381"/>
                  </a:lnTo>
                  <a:lnTo>
                    <a:pt x="38030" y="311381"/>
                  </a:lnTo>
                  <a:lnTo>
                    <a:pt x="84274" y="266265"/>
                  </a:lnTo>
                  <a:lnTo>
                    <a:pt x="84352" y="260294"/>
                  </a:lnTo>
                  <a:lnTo>
                    <a:pt x="77090" y="252832"/>
                  </a:lnTo>
                  <a:lnTo>
                    <a:pt x="71127" y="252755"/>
                  </a:lnTo>
                  <a:close/>
                </a:path>
                <a:path w="121285" h="327025">
                  <a:moveTo>
                    <a:pt x="32106" y="290824"/>
                  </a:moveTo>
                  <a:lnTo>
                    <a:pt x="20540" y="302107"/>
                  </a:lnTo>
                  <a:lnTo>
                    <a:pt x="36222" y="306458"/>
                  </a:lnTo>
                  <a:lnTo>
                    <a:pt x="32106" y="290824"/>
                  </a:lnTo>
                  <a:close/>
                </a:path>
                <a:path w="121285" h="327025">
                  <a:moveTo>
                    <a:pt x="45494" y="277763"/>
                  </a:moveTo>
                  <a:lnTo>
                    <a:pt x="32106" y="290824"/>
                  </a:lnTo>
                  <a:lnTo>
                    <a:pt x="36222" y="306458"/>
                  </a:lnTo>
                  <a:lnTo>
                    <a:pt x="37553" y="306458"/>
                  </a:lnTo>
                  <a:lnTo>
                    <a:pt x="45494" y="277763"/>
                  </a:lnTo>
                  <a:close/>
                </a:path>
                <a:path w="121285" h="327025">
                  <a:moveTo>
                    <a:pt x="102812" y="0"/>
                  </a:moveTo>
                  <a:lnTo>
                    <a:pt x="27340" y="272724"/>
                  </a:lnTo>
                  <a:lnTo>
                    <a:pt x="32106" y="290824"/>
                  </a:lnTo>
                  <a:lnTo>
                    <a:pt x="45494" y="277763"/>
                  </a:lnTo>
                  <a:lnTo>
                    <a:pt x="120966" y="5035"/>
                  </a:lnTo>
                  <a:lnTo>
                    <a:pt x="102812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2" name="object 23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165087" y="4238244"/>
              <a:ext cx="320039" cy="472440"/>
            </a:xfrm>
            <a:prstGeom prst="rect">
              <a:avLst/>
            </a:prstGeom>
          </p:spPr>
        </p:pic>
        <p:sp>
          <p:nvSpPr>
            <p:cNvPr id="233" name="object 233"/>
            <p:cNvSpPr/>
            <p:nvPr/>
          </p:nvSpPr>
          <p:spPr>
            <a:xfrm>
              <a:off x="6197746" y="4253538"/>
              <a:ext cx="177165" cy="328295"/>
            </a:xfrm>
            <a:custGeom>
              <a:avLst/>
              <a:gdLst/>
              <a:ahLst/>
              <a:cxnLst/>
              <a:rect l="l" t="t" r="r" b="b"/>
              <a:pathLst>
                <a:path w="177164" h="328295">
                  <a:moveTo>
                    <a:pt x="108723" y="265102"/>
                  </a:moveTo>
                  <a:lnTo>
                    <a:pt x="102889" y="266339"/>
                  </a:lnTo>
                  <a:lnTo>
                    <a:pt x="97215" y="275071"/>
                  </a:lnTo>
                  <a:lnTo>
                    <a:pt x="98450" y="280913"/>
                  </a:lnTo>
                  <a:lnTo>
                    <a:pt x="171192" y="328289"/>
                  </a:lnTo>
                  <a:lnTo>
                    <a:pt x="171966" y="315807"/>
                  </a:lnTo>
                  <a:lnTo>
                    <a:pt x="154377" y="315807"/>
                  </a:lnTo>
                  <a:lnTo>
                    <a:pt x="138722" y="284641"/>
                  </a:lnTo>
                  <a:lnTo>
                    <a:pt x="108723" y="265102"/>
                  </a:lnTo>
                  <a:close/>
                </a:path>
                <a:path w="177164" h="328295">
                  <a:moveTo>
                    <a:pt x="138722" y="284641"/>
                  </a:moveTo>
                  <a:lnTo>
                    <a:pt x="154377" y="315807"/>
                  </a:lnTo>
                  <a:lnTo>
                    <a:pt x="163954" y="310983"/>
                  </a:lnTo>
                  <a:lnTo>
                    <a:pt x="153391" y="310983"/>
                  </a:lnTo>
                  <a:lnTo>
                    <a:pt x="154393" y="294847"/>
                  </a:lnTo>
                  <a:lnTo>
                    <a:pt x="138722" y="284641"/>
                  </a:lnTo>
                  <a:close/>
                </a:path>
                <a:path w="177164" h="328295">
                  <a:moveTo>
                    <a:pt x="162243" y="236449"/>
                  </a:moveTo>
                  <a:lnTo>
                    <a:pt x="157773" y="240402"/>
                  </a:lnTo>
                  <a:lnTo>
                    <a:pt x="155553" y="276166"/>
                  </a:lnTo>
                  <a:lnTo>
                    <a:pt x="171207" y="307331"/>
                  </a:lnTo>
                  <a:lnTo>
                    <a:pt x="154377" y="315807"/>
                  </a:lnTo>
                  <a:lnTo>
                    <a:pt x="171966" y="315807"/>
                  </a:lnTo>
                  <a:lnTo>
                    <a:pt x="176575" y="241573"/>
                  </a:lnTo>
                  <a:lnTo>
                    <a:pt x="172627" y="237096"/>
                  </a:lnTo>
                  <a:lnTo>
                    <a:pt x="162243" y="236449"/>
                  </a:lnTo>
                  <a:close/>
                </a:path>
                <a:path w="177164" h="328295">
                  <a:moveTo>
                    <a:pt x="154393" y="294847"/>
                  </a:moveTo>
                  <a:lnTo>
                    <a:pt x="153391" y="310983"/>
                  </a:lnTo>
                  <a:lnTo>
                    <a:pt x="167928" y="303663"/>
                  </a:lnTo>
                  <a:lnTo>
                    <a:pt x="154393" y="294847"/>
                  </a:lnTo>
                  <a:close/>
                </a:path>
                <a:path w="177164" h="328295">
                  <a:moveTo>
                    <a:pt x="155553" y="276166"/>
                  </a:moveTo>
                  <a:lnTo>
                    <a:pt x="154393" y="294847"/>
                  </a:lnTo>
                  <a:lnTo>
                    <a:pt x="167928" y="303663"/>
                  </a:lnTo>
                  <a:lnTo>
                    <a:pt x="153391" y="310983"/>
                  </a:lnTo>
                  <a:lnTo>
                    <a:pt x="163954" y="310983"/>
                  </a:lnTo>
                  <a:lnTo>
                    <a:pt x="171207" y="307331"/>
                  </a:lnTo>
                  <a:lnTo>
                    <a:pt x="155553" y="276166"/>
                  </a:lnTo>
                  <a:close/>
                </a:path>
                <a:path w="177164" h="328295">
                  <a:moveTo>
                    <a:pt x="16830" y="0"/>
                  </a:moveTo>
                  <a:lnTo>
                    <a:pt x="0" y="8474"/>
                  </a:lnTo>
                  <a:lnTo>
                    <a:pt x="138722" y="284641"/>
                  </a:lnTo>
                  <a:lnTo>
                    <a:pt x="154393" y="294847"/>
                  </a:lnTo>
                  <a:lnTo>
                    <a:pt x="155553" y="276166"/>
                  </a:lnTo>
                  <a:lnTo>
                    <a:pt x="1683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4" name="object 234"/>
            <p:cNvSpPr/>
            <p:nvPr/>
          </p:nvSpPr>
          <p:spPr>
            <a:xfrm>
              <a:off x="4859337" y="4582278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3"/>
                  </a:lnTo>
                  <a:lnTo>
                    <a:pt x="179510" y="90793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5" name="object 235"/>
            <p:cNvSpPr/>
            <p:nvPr/>
          </p:nvSpPr>
          <p:spPr>
            <a:xfrm>
              <a:off x="4859337" y="4582278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6" name="object 236"/>
            <p:cNvSpPr/>
            <p:nvPr/>
          </p:nvSpPr>
          <p:spPr>
            <a:xfrm>
              <a:off x="5090322" y="4581790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7" name="object 237"/>
            <p:cNvSpPr/>
            <p:nvPr/>
          </p:nvSpPr>
          <p:spPr>
            <a:xfrm>
              <a:off x="5090322" y="4581790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8" name="object 238"/>
            <p:cNvSpPr/>
            <p:nvPr/>
          </p:nvSpPr>
          <p:spPr>
            <a:xfrm>
              <a:off x="6026650" y="4582115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9" name="object 239"/>
            <p:cNvSpPr/>
            <p:nvPr/>
          </p:nvSpPr>
          <p:spPr>
            <a:xfrm>
              <a:off x="6026650" y="4582115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25F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0" name="object 240"/>
            <p:cNvSpPr/>
            <p:nvPr/>
          </p:nvSpPr>
          <p:spPr>
            <a:xfrm>
              <a:off x="6279163" y="4581790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179510" y="0"/>
                  </a:moveTo>
                  <a:lnTo>
                    <a:pt x="0" y="0"/>
                  </a:lnTo>
                  <a:lnTo>
                    <a:pt x="0" y="90792"/>
                  </a:lnTo>
                  <a:lnTo>
                    <a:pt x="179510" y="90792"/>
                  </a:lnTo>
                  <a:lnTo>
                    <a:pt x="17951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1" name="object 241"/>
            <p:cNvSpPr/>
            <p:nvPr/>
          </p:nvSpPr>
          <p:spPr>
            <a:xfrm>
              <a:off x="6279163" y="4581790"/>
              <a:ext cx="179705" cy="90805"/>
            </a:xfrm>
            <a:custGeom>
              <a:avLst/>
              <a:gdLst/>
              <a:ahLst/>
              <a:cxnLst/>
              <a:rect l="l" t="t" r="r" b="b"/>
              <a:pathLst>
                <a:path w="179704" h="90804">
                  <a:moveTo>
                    <a:pt x="0" y="0"/>
                  </a:moveTo>
                  <a:lnTo>
                    <a:pt x="179510" y="0"/>
                  </a:lnTo>
                  <a:lnTo>
                    <a:pt x="179510" y="90792"/>
                  </a:lnTo>
                  <a:lnTo>
                    <a:pt x="0" y="90792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2" name="object 242"/>
            <p:cNvSpPr/>
            <p:nvPr/>
          </p:nvSpPr>
          <p:spPr>
            <a:xfrm>
              <a:off x="5409691" y="3727455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246909" y="0"/>
                  </a:moveTo>
                  <a:lnTo>
                    <a:pt x="0" y="66461"/>
                  </a:lnTo>
                  <a:lnTo>
                    <a:pt x="246909" y="132923"/>
                  </a:lnTo>
                  <a:lnTo>
                    <a:pt x="493819" y="66461"/>
                  </a:lnTo>
                  <a:lnTo>
                    <a:pt x="246909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3" name="object 243"/>
            <p:cNvSpPr/>
            <p:nvPr/>
          </p:nvSpPr>
          <p:spPr>
            <a:xfrm>
              <a:off x="5409691" y="3727455"/>
              <a:ext cx="494030" cy="133350"/>
            </a:xfrm>
            <a:custGeom>
              <a:avLst/>
              <a:gdLst/>
              <a:ahLst/>
              <a:cxnLst/>
              <a:rect l="l" t="t" r="r" b="b"/>
              <a:pathLst>
                <a:path w="494029" h="133350">
                  <a:moveTo>
                    <a:pt x="0" y="66461"/>
                  </a:moveTo>
                  <a:lnTo>
                    <a:pt x="246909" y="0"/>
                  </a:lnTo>
                  <a:lnTo>
                    <a:pt x="493819" y="66461"/>
                  </a:lnTo>
                  <a:lnTo>
                    <a:pt x="246909" y="132923"/>
                  </a:lnTo>
                  <a:lnTo>
                    <a:pt x="0" y="66461"/>
                  </a:lnTo>
                  <a:close/>
                </a:path>
              </a:pathLst>
            </a:custGeom>
            <a:ln w="18860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4" name="object 244"/>
          <p:cNvSpPr txBox="1"/>
          <p:nvPr/>
        </p:nvSpPr>
        <p:spPr>
          <a:xfrm>
            <a:off x="5981994" y="2022621"/>
            <a:ext cx="2722643" cy="746445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01099"/>
              </a:lnSpc>
              <a:spcBef>
                <a:spcPts val="66"/>
              </a:spcBef>
            </a:pPr>
            <a:r>
              <a:rPr sz="1600" spc="4" dirty="0">
                <a:latin typeface="Calibri"/>
                <a:cs typeface="Calibri"/>
              </a:rPr>
              <a:t>Learning</a:t>
            </a:r>
            <a:r>
              <a:rPr sz="1600" spc="-18" dirty="0">
                <a:latin typeface="Calibri"/>
                <a:cs typeface="Calibri"/>
              </a:rPr>
              <a:t> </a:t>
            </a:r>
            <a:r>
              <a:rPr sz="1600" spc="4" dirty="0">
                <a:latin typeface="Calibri"/>
                <a:cs typeface="Calibri"/>
              </a:rPr>
              <a:t>the</a:t>
            </a:r>
            <a:r>
              <a:rPr sz="1600" spc="-18" dirty="0">
                <a:latin typeface="Calibri"/>
                <a:cs typeface="Calibri"/>
              </a:rPr>
              <a:t> </a:t>
            </a:r>
            <a:r>
              <a:rPr sz="1600" spc="4" dirty="0">
                <a:latin typeface="Calibri"/>
                <a:cs typeface="Calibri"/>
              </a:rPr>
              <a:t>smallest </a:t>
            </a:r>
            <a:r>
              <a:rPr sz="1600" spc="-361" dirty="0">
                <a:latin typeface="Calibri"/>
                <a:cs typeface="Calibri"/>
              </a:rPr>
              <a:t> </a:t>
            </a:r>
            <a:r>
              <a:rPr sz="1600" spc="4" dirty="0">
                <a:latin typeface="Calibri"/>
                <a:cs typeface="Calibri"/>
              </a:rPr>
              <a:t>decision </a:t>
            </a:r>
            <a:r>
              <a:rPr sz="1600" dirty="0">
                <a:latin typeface="Calibri"/>
                <a:cs typeface="Calibri"/>
              </a:rPr>
              <a:t>tree</a:t>
            </a:r>
            <a:r>
              <a:rPr sz="1600" spc="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4" dirty="0">
                <a:latin typeface="Calibri"/>
                <a:cs typeface="Calibri"/>
              </a:rPr>
              <a:t> an </a:t>
            </a:r>
            <a:r>
              <a:rPr sz="1600" spc="9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NP-hard</a:t>
            </a:r>
            <a:r>
              <a:rPr sz="1600" i="1" spc="13" dirty="0">
                <a:latin typeface="Calibri"/>
                <a:cs typeface="Calibri"/>
              </a:rPr>
              <a:t> </a:t>
            </a:r>
            <a:r>
              <a:rPr sz="1600" i="1" spc="4" dirty="0">
                <a:latin typeface="Calibri"/>
                <a:cs typeface="Calibri"/>
              </a:rPr>
              <a:t>problem </a:t>
            </a:r>
            <a:r>
              <a:rPr sz="1600" i="1" spc="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[Hyafil &amp;</a:t>
            </a:r>
            <a:r>
              <a:rPr sz="1600" spc="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Rivest</a:t>
            </a:r>
            <a:r>
              <a:rPr sz="1600" spc="4" dirty="0">
                <a:latin typeface="Calibri"/>
                <a:cs typeface="Calibri"/>
              </a:rPr>
              <a:t> ’76]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45" name="object 245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19</a:t>
            </a:fld>
            <a:endParaRPr dirty="0"/>
          </a:p>
        </p:txBody>
      </p:sp>
      <p:sp>
        <p:nvSpPr>
          <p:cNvPr id="246" name="object 246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247" name="object 247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BBDE916A-FF66-4828-9639-599F5DAC485B}" type="datetime1">
              <a:rPr lang="en-US" spc="-9" smtClean="0"/>
              <a:t>3/24/2022</a:t>
            </a:fld>
            <a:endParaRPr spc="-9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20</a:t>
            </a:fld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B619A33B-D1FF-4C02-B955-C801E5BCE34C}" type="datetime1">
              <a:rPr lang="en-US" spc="-9" smtClean="0"/>
              <a:t>3/24/2022</a:t>
            </a:fld>
            <a:endParaRPr spc="-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123" y="1240432"/>
            <a:ext cx="5338677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3" dirty="0"/>
              <a:t>Our</a:t>
            </a:r>
            <a:r>
              <a:rPr spc="-35" dirty="0"/>
              <a:t> </a:t>
            </a:r>
            <a:r>
              <a:rPr spc="-22" dirty="0"/>
              <a:t>training</a:t>
            </a:r>
            <a:r>
              <a:rPr spc="-35" dirty="0"/>
              <a:t> </a:t>
            </a:r>
            <a:r>
              <a:rPr spc="-26" dirty="0"/>
              <a:t>data</a:t>
            </a:r>
            <a:r>
              <a:rPr spc="-40" dirty="0"/>
              <a:t> </a:t>
            </a:r>
            <a:r>
              <a:rPr spc="-18" dirty="0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0926" y="2262440"/>
            <a:ext cx="2127437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13" dirty="0">
                <a:latin typeface="Calibri"/>
                <a:cs typeface="Calibri"/>
              </a:rPr>
              <a:t>Assume</a:t>
            </a:r>
            <a:r>
              <a:rPr sz="1588" spc="-31" dirty="0"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B0007E"/>
                </a:solidFill>
                <a:latin typeface="Calibri"/>
                <a:cs typeface="Calibri"/>
              </a:rPr>
              <a:t>N</a:t>
            </a:r>
            <a:r>
              <a:rPr sz="1588" spc="-35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=</a:t>
            </a:r>
            <a:r>
              <a:rPr sz="1588" spc="-31" dirty="0">
                <a:latin typeface="Calibri"/>
                <a:cs typeface="Calibri"/>
              </a:rPr>
              <a:t> </a:t>
            </a:r>
            <a:r>
              <a:rPr sz="1588" spc="-9" dirty="0">
                <a:latin typeface="Calibri"/>
                <a:cs typeface="Calibri"/>
              </a:rPr>
              <a:t>40,</a:t>
            </a:r>
            <a:r>
              <a:rPr sz="1588" spc="-26" dirty="0">
                <a:latin typeface="Calibri"/>
                <a:cs typeface="Calibri"/>
              </a:rPr>
              <a:t> </a:t>
            </a:r>
            <a:r>
              <a:rPr sz="1588" dirty="0">
                <a:latin typeface="Calibri"/>
                <a:cs typeface="Calibri"/>
              </a:rPr>
              <a:t>3</a:t>
            </a:r>
            <a:r>
              <a:rPr sz="1588" spc="-31" dirty="0">
                <a:latin typeface="Calibri"/>
                <a:cs typeface="Calibri"/>
              </a:rPr>
              <a:t> </a:t>
            </a:r>
            <a:r>
              <a:rPr sz="1588" spc="-18" dirty="0">
                <a:latin typeface="Calibri"/>
                <a:cs typeface="Calibri"/>
              </a:rPr>
              <a:t>features</a:t>
            </a:r>
            <a:endParaRPr sz="1588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78137" y="2721738"/>
          <a:ext cx="2538132" cy="24306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6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977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Credit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Term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Income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solidFill>
                      <a:srgbClr val="B00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824"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excellent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B0007E"/>
                      </a:solidFill>
                      <a:prstDash val="solid"/>
                    </a:lnL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high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safe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R w="9525">
                      <a:solidFill>
                        <a:srgbClr val="B0007E"/>
                      </a:solidFill>
                      <a:prstDash val="solid"/>
                    </a:lnR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fair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412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41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low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41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risky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412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fair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093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09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high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09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safe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093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poor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high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risky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excellent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low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risky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fair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low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safe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poor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high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risky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2971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FE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poor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5" dirty="0">
                          <a:latin typeface="Calibri"/>
                          <a:cs typeface="Calibri"/>
                        </a:rPr>
                        <a:t>low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safe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4653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985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fair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B0007E"/>
                      </a:solidFill>
                      <a:prstDash val="solid"/>
                    </a:lnL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yrs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10" dirty="0">
                          <a:latin typeface="Calibri"/>
                          <a:cs typeface="Calibri"/>
                        </a:rPr>
                        <a:t>high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safe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R w="9525">
                      <a:solidFill>
                        <a:srgbClr val="B0007E"/>
                      </a:solidFill>
                      <a:prstDash val="solid"/>
                    </a:lnR>
                    <a:lnT w="9525">
                      <a:solidFill>
                        <a:srgbClr val="B0007E"/>
                      </a:solidFill>
                      <a:prstDash val="solid"/>
                    </a:lnT>
                    <a:lnB w="9525">
                      <a:solidFill>
                        <a:srgbClr val="B0007E"/>
                      </a:solidFill>
                      <a:prstDash val="solid"/>
                    </a:lnB>
                    <a:solidFill>
                      <a:srgbClr val="EBFD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object 5">
            <a:extLst>
              <a:ext uri="{FF2B5EF4-FFF2-40B4-BE49-F238E27FC236}">
                <a16:creationId xmlns:a16="http://schemas.microsoft.com/office/drawing/2014/main" id="{C055CCCF-B6B7-4F41-9E20-ECCFA039CDA5}"/>
              </a:ext>
            </a:extLst>
          </p:cNvPr>
          <p:cNvSpPr txBox="1">
            <a:spLocks/>
          </p:cNvSpPr>
          <p:nvPr/>
        </p:nvSpPr>
        <p:spPr>
          <a:xfrm>
            <a:off x="1486461" y="5436147"/>
            <a:ext cx="6171077" cy="37789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0070C0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11206">
              <a:spcBef>
                <a:spcPts val="88"/>
              </a:spcBef>
            </a:pPr>
            <a:r>
              <a:rPr lang="en-US" sz="2382" spc="-22"/>
              <a:t>Greedy</a:t>
            </a:r>
            <a:r>
              <a:rPr lang="en-US" sz="2382" spc="-35"/>
              <a:t> </a:t>
            </a:r>
            <a:r>
              <a:rPr lang="en-US" sz="2382" spc="-13"/>
              <a:t>decision</a:t>
            </a:r>
            <a:r>
              <a:rPr lang="en-US" sz="2382" spc="-35"/>
              <a:t> </a:t>
            </a:r>
            <a:r>
              <a:rPr lang="en-US" sz="2382" spc="-22"/>
              <a:t>tree</a:t>
            </a:r>
            <a:r>
              <a:rPr lang="en-US" sz="2382" spc="-35"/>
              <a:t> </a:t>
            </a:r>
            <a:r>
              <a:rPr lang="en-US" sz="2382" spc="-18"/>
              <a:t>learning</a:t>
            </a:r>
            <a:endParaRPr lang="en-US" sz="2382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90634" y="2639140"/>
            <a:ext cx="2679887" cy="1639421"/>
            <a:chOff x="1536985" y="2991025"/>
            <a:chExt cx="3037205" cy="1858010"/>
          </a:xfrm>
        </p:grpSpPr>
        <p:sp>
          <p:nvSpPr>
            <p:cNvPr id="3" name="object 3"/>
            <p:cNvSpPr/>
            <p:nvPr/>
          </p:nvSpPr>
          <p:spPr>
            <a:xfrm>
              <a:off x="2193634" y="3000452"/>
              <a:ext cx="1891030" cy="1284605"/>
            </a:xfrm>
            <a:custGeom>
              <a:avLst/>
              <a:gdLst/>
              <a:ahLst/>
              <a:cxnLst/>
              <a:rect l="l" t="t" r="r" b="b"/>
              <a:pathLst>
                <a:path w="1891029" h="1284604">
                  <a:moveTo>
                    <a:pt x="1890408" y="0"/>
                  </a:moveTo>
                  <a:lnTo>
                    <a:pt x="0" y="0"/>
                  </a:lnTo>
                  <a:lnTo>
                    <a:pt x="0" y="1284362"/>
                  </a:lnTo>
                  <a:lnTo>
                    <a:pt x="1890408" y="1284362"/>
                  </a:lnTo>
                  <a:lnTo>
                    <a:pt x="1890408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2193634" y="3000452"/>
              <a:ext cx="1891030" cy="1284605"/>
            </a:xfrm>
            <a:custGeom>
              <a:avLst/>
              <a:gdLst/>
              <a:ahLst/>
              <a:cxnLst/>
              <a:rect l="l" t="t" r="r" b="b"/>
              <a:pathLst>
                <a:path w="1891029" h="1284604">
                  <a:moveTo>
                    <a:pt x="0" y="0"/>
                  </a:moveTo>
                  <a:lnTo>
                    <a:pt x="1890409" y="0"/>
                  </a:lnTo>
                  <a:lnTo>
                    <a:pt x="1890409" y="1284362"/>
                  </a:lnTo>
                  <a:lnTo>
                    <a:pt x="0" y="1284362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3731213" y="4297527"/>
              <a:ext cx="842644" cy="551815"/>
            </a:xfrm>
            <a:custGeom>
              <a:avLst/>
              <a:gdLst/>
              <a:ahLst/>
              <a:cxnLst/>
              <a:rect l="l" t="t" r="r" b="b"/>
              <a:pathLst>
                <a:path w="842645" h="551814">
                  <a:moveTo>
                    <a:pt x="85483" y="36935"/>
                  </a:moveTo>
                  <a:lnTo>
                    <a:pt x="68898" y="62698"/>
                  </a:lnTo>
                  <a:lnTo>
                    <a:pt x="825868" y="551219"/>
                  </a:lnTo>
                  <a:lnTo>
                    <a:pt x="842453" y="525457"/>
                  </a:lnTo>
                  <a:lnTo>
                    <a:pt x="85483" y="36935"/>
                  </a:lnTo>
                  <a:close/>
                </a:path>
                <a:path w="842645" h="551814">
                  <a:moveTo>
                    <a:pt x="0" y="0"/>
                  </a:moveTo>
                  <a:lnTo>
                    <a:pt x="52313" y="88460"/>
                  </a:lnTo>
                  <a:lnTo>
                    <a:pt x="68898" y="62698"/>
                  </a:lnTo>
                  <a:lnTo>
                    <a:pt x="56033" y="54395"/>
                  </a:lnTo>
                  <a:lnTo>
                    <a:pt x="72617" y="28632"/>
                  </a:lnTo>
                  <a:lnTo>
                    <a:pt x="90829" y="28632"/>
                  </a:lnTo>
                  <a:lnTo>
                    <a:pt x="102068" y="11173"/>
                  </a:lnTo>
                  <a:lnTo>
                    <a:pt x="0" y="0"/>
                  </a:lnTo>
                  <a:close/>
                </a:path>
                <a:path w="842645" h="551814">
                  <a:moveTo>
                    <a:pt x="72617" y="28632"/>
                  </a:moveTo>
                  <a:lnTo>
                    <a:pt x="56033" y="54395"/>
                  </a:lnTo>
                  <a:lnTo>
                    <a:pt x="68898" y="62698"/>
                  </a:lnTo>
                  <a:lnTo>
                    <a:pt x="85483" y="36935"/>
                  </a:lnTo>
                  <a:lnTo>
                    <a:pt x="72617" y="28632"/>
                  </a:lnTo>
                  <a:close/>
                </a:path>
                <a:path w="842645" h="551814">
                  <a:moveTo>
                    <a:pt x="90829" y="28632"/>
                  </a:moveTo>
                  <a:lnTo>
                    <a:pt x="72617" y="28632"/>
                  </a:lnTo>
                  <a:lnTo>
                    <a:pt x="85483" y="36935"/>
                  </a:lnTo>
                  <a:lnTo>
                    <a:pt x="90829" y="28632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614340" y="3616437"/>
              <a:ext cx="475615" cy="661670"/>
            </a:xfrm>
            <a:custGeom>
              <a:avLst/>
              <a:gdLst/>
              <a:ahLst/>
              <a:cxnLst/>
              <a:rect l="l" t="t" r="r" b="b"/>
              <a:pathLst>
                <a:path w="475614" h="661670">
                  <a:moveTo>
                    <a:pt x="475526" y="0"/>
                  </a:moveTo>
                  <a:lnTo>
                    <a:pt x="0" y="0"/>
                  </a:lnTo>
                  <a:lnTo>
                    <a:pt x="0" y="661429"/>
                  </a:lnTo>
                  <a:lnTo>
                    <a:pt x="475526" y="661429"/>
                  </a:lnTo>
                  <a:lnTo>
                    <a:pt x="475526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614341" y="3616437"/>
              <a:ext cx="475615" cy="661670"/>
            </a:xfrm>
            <a:custGeom>
              <a:avLst/>
              <a:gdLst/>
              <a:ahLst/>
              <a:cxnLst/>
              <a:rect l="l" t="t" r="r" b="b"/>
              <a:pathLst>
                <a:path w="475614" h="661670">
                  <a:moveTo>
                    <a:pt x="0" y="0"/>
                  </a:moveTo>
                  <a:lnTo>
                    <a:pt x="475526" y="0"/>
                  </a:lnTo>
                  <a:lnTo>
                    <a:pt x="475526" y="661429"/>
                  </a:lnTo>
                </a:path>
                <a:path w="475614" h="661670">
                  <a:moveTo>
                    <a:pt x="0" y="661429"/>
                  </a:moveTo>
                  <a:lnTo>
                    <a:pt x="0" y="0"/>
                  </a:lnTo>
                </a:path>
              </a:pathLst>
            </a:custGeom>
            <a:ln w="28275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3163025" y="3738520"/>
              <a:ext cx="475615" cy="539750"/>
            </a:xfrm>
            <a:custGeom>
              <a:avLst/>
              <a:gdLst/>
              <a:ahLst/>
              <a:cxnLst/>
              <a:rect l="l" t="t" r="r" b="b"/>
              <a:pathLst>
                <a:path w="475614" h="539750">
                  <a:moveTo>
                    <a:pt x="475526" y="0"/>
                  </a:moveTo>
                  <a:lnTo>
                    <a:pt x="0" y="0"/>
                  </a:lnTo>
                  <a:lnTo>
                    <a:pt x="0" y="539347"/>
                  </a:lnTo>
                  <a:lnTo>
                    <a:pt x="475526" y="539347"/>
                  </a:lnTo>
                  <a:lnTo>
                    <a:pt x="475526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3163026" y="3738520"/>
              <a:ext cx="475615" cy="539750"/>
            </a:xfrm>
            <a:custGeom>
              <a:avLst/>
              <a:gdLst/>
              <a:ahLst/>
              <a:cxnLst/>
              <a:rect l="l" t="t" r="r" b="b"/>
              <a:pathLst>
                <a:path w="475614" h="539750">
                  <a:moveTo>
                    <a:pt x="0" y="0"/>
                  </a:moveTo>
                  <a:lnTo>
                    <a:pt x="475526" y="0"/>
                  </a:lnTo>
                  <a:lnTo>
                    <a:pt x="475526" y="539347"/>
                  </a:lnTo>
                </a:path>
                <a:path w="475614" h="539750">
                  <a:moveTo>
                    <a:pt x="0" y="539347"/>
                  </a:moveTo>
                  <a:lnTo>
                    <a:pt x="0" y="0"/>
                  </a:lnTo>
                </a:path>
              </a:pathLst>
            </a:custGeom>
            <a:ln w="18850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6979" y="3354196"/>
              <a:ext cx="2730500" cy="1014094"/>
            </a:xfrm>
            <a:custGeom>
              <a:avLst/>
              <a:gdLst/>
              <a:ahLst/>
              <a:cxnLst/>
              <a:rect l="l" t="t" r="r" b="b"/>
              <a:pathLst>
                <a:path w="2730500" h="1014095">
                  <a:moveTo>
                    <a:pt x="1020686" y="251066"/>
                  </a:moveTo>
                  <a:lnTo>
                    <a:pt x="919556" y="268859"/>
                  </a:lnTo>
                  <a:lnTo>
                    <a:pt x="937780" y="293484"/>
                  </a:lnTo>
                  <a:lnTo>
                    <a:pt x="0" y="988974"/>
                  </a:lnTo>
                  <a:lnTo>
                    <a:pt x="18224" y="1013599"/>
                  </a:lnTo>
                  <a:lnTo>
                    <a:pt x="956005" y="318109"/>
                  </a:lnTo>
                  <a:lnTo>
                    <a:pt x="974217" y="342747"/>
                  </a:lnTo>
                  <a:lnTo>
                    <a:pt x="1003808" y="284365"/>
                  </a:lnTo>
                  <a:lnTo>
                    <a:pt x="1020686" y="251066"/>
                  </a:lnTo>
                  <a:close/>
                </a:path>
                <a:path w="2730500" h="1014095">
                  <a:moveTo>
                    <a:pt x="2729890" y="29019"/>
                  </a:moveTo>
                  <a:lnTo>
                    <a:pt x="2720048" y="0"/>
                  </a:lnTo>
                  <a:lnTo>
                    <a:pt x="2111095" y="206997"/>
                  </a:lnTo>
                  <a:lnTo>
                    <a:pt x="2101253" y="177977"/>
                  </a:lnTo>
                  <a:lnTo>
                    <a:pt x="2029053" y="251066"/>
                  </a:lnTo>
                  <a:lnTo>
                    <a:pt x="2130780" y="265036"/>
                  </a:lnTo>
                  <a:lnTo>
                    <a:pt x="2122614" y="240944"/>
                  </a:lnTo>
                  <a:lnTo>
                    <a:pt x="2120938" y="236016"/>
                  </a:lnTo>
                  <a:lnTo>
                    <a:pt x="2729890" y="29019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62122" y="1240432"/>
            <a:ext cx="6176877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8" dirty="0"/>
              <a:t>Start</a:t>
            </a:r>
            <a:r>
              <a:rPr spc="-31" dirty="0"/>
              <a:t> </a:t>
            </a:r>
            <a:r>
              <a:rPr spc="-13" dirty="0"/>
              <a:t>with</a:t>
            </a:r>
            <a:r>
              <a:rPr spc="-26" dirty="0"/>
              <a:t> </a:t>
            </a:r>
            <a:r>
              <a:rPr spc="-9" dirty="0"/>
              <a:t>all</a:t>
            </a:r>
            <a:r>
              <a:rPr spc="-22" dirty="0"/>
              <a:t> </a:t>
            </a:r>
            <a:r>
              <a:rPr spc="-13" dirty="0"/>
              <a:t>the</a:t>
            </a:r>
            <a:r>
              <a:rPr spc="-31" dirty="0"/>
              <a:t> data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21</a:t>
            </a:fld>
            <a:endParaRPr dirty="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F87AE24E-A6C6-4B2B-B000-E76DB4B8560B}" type="datetime1">
              <a:rPr lang="en-US" spc="-9" smtClean="0"/>
              <a:t>3/24/2022</a:t>
            </a:fld>
            <a:endParaRPr spc="-9" dirty="0"/>
          </a:p>
        </p:txBody>
      </p:sp>
      <p:sp>
        <p:nvSpPr>
          <p:cNvPr id="12" name="object 12"/>
          <p:cNvSpPr txBox="1"/>
          <p:nvPr/>
        </p:nvSpPr>
        <p:spPr>
          <a:xfrm>
            <a:off x="887694" y="2177682"/>
            <a:ext cx="1183341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spc="-9" dirty="0">
                <a:solidFill>
                  <a:srgbClr val="2B2728"/>
                </a:solidFill>
                <a:latin typeface="Calibri"/>
                <a:cs typeface="Calibri"/>
              </a:rPr>
              <a:t>Loan</a:t>
            </a:r>
            <a:r>
              <a:rPr sz="1853" b="1" spc="-8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b="1" spc="-18" dirty="0">
                <a:solidFill>
                  <a:srgbClr val="2B2728"/>
                </a:solidFill>
                <a:latin typeface="Calibri"/>
                <a:cs typeface="Calibri"/>
              </a:rPr>
              <a:t>status: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0260" y="2177682"/>
            <a:ext cx="1097056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581056" algn="l"/>
              </a:tabLst>
            </a:pPr>
            <a:r>
              <a:rPr sz="1853" b="1" spc="-9" dirty="0">
                <a:solidFill>
                  <a:srgbClr val="648E04"/>
                </a:solidFill>
                <a:latin typeface="Calibri"/>
                <a:cs typeface="Calibri"/>
              </a:rPr>
              <a:t>S</a:t>
            </a:r>
            <a:r>
              <a:rPr sz="1853" b="1" spc="-18" dirty="0">
                <a:solidFill>
                  <a:srgbClr val="648E04"/>
                </a:solidFill>
                <a:latin typeface="Calibri"/>
                <a:cs typeface="Calibri"/>
              </a:rPr>
              <a:t>a</a:t>
            </a:r>
            <a:r>
              <a:rPr sz="1853" b="1" spc="-40" dirty="0">
                <a:solidFill>
                  <a:srgbClr val="648E04"/>
                </a:solidFill>
                <a:latin typeface="Calibri"/>
                <a:cs typeface="Calibri"/>
              </a:rPr>
              <a:t>f</a:t>
            </a:r>
            <a:r>
              <a:rPr sz="1853" b="1" dirty="0">
                <a:solidFill>
                  <a:srgbClr val="648E04"/>
                </a:solidFill>
                <a:latin typeface="Calibri"/>
                <a:cs typeface="Calibri"/>
              </a:rPr>
              <a:t>e	</a:t>
            </a:r>
            <a:r>
              <a:rPr sz="1853" b="1" spc="-13" dirty="0">
                <a:solidFill>
                  <a:srgbClr val="FC5507"/>
                </a:solidFill>
                <a:latin typeface="Calibri"/>
                <a:cs typeface="Calibri"/>
              </a:rPr>
              <a:t>R</a:t>
            </a:r>
            <a:r>
              <a:rPr sz="1853" b="1" spc="-9" dirty="0">
                <a:solidFill>
                  <a:srgbClr val="FC5507"/>
                </a:solidFill>
                <a:latin typeface="Calibri"/>
                <a:cs typeface="Calibri"/>
              </a:rPr>
              <a:t>i</a:t>
            </a:r>
            <a:r>
              <a:rPr sz="1853" b="1" spc="-13" dirty="0">
                <a:solidFill>
                  <a:srgbClr val="FC5507"/>
                </a:solidFill>
                <a:latin typeface="Calibri"/>
                <a:cs typeface="Calibri"/>
              </a:rPr>
              <a:t>s</a:t>
            </a:r>
            <a:r>
              <a:rPr sz="1853" b="1" spc="-9" dirty="0">
                <a:solidFill>
                  <a:srgbClr val="FC5507"/>
                </a:solidFill>
                <a:latin typeface="Calibri"/>
                <a:cs typeface="Calibri"/>
              </a:rPr>
              <a:t>k</a:t>
            </a:r>
            <a:r>
              <a:rPr sz="1853" b="1" dirty="0">
                <a:solidFill>
                  <a:srgbClr val="FC5507"/>
                </a:solidFill>
                <a:latin typeface="Calibri"/>
                <a:cs typeface="Calibri"/>
              </a:rPr>
              <a:t>y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81370" y="4279037"/>
            <a:ext cx="145788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B0007E"/>
                </a:solidFill>
                <a:latin typeface="Calibri"/>
                <a:cs typeface="Calibri"/>
              </a:rPr>
              <a:t>N</a:t>
            </a:r>
            <a:r>
              <a:rPr sz="1677" spc="-9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=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4" dirty="0">
                <a:latin typeface="Calibri"/>
                <a:cs typeface="Calibri"/>
              </a:rPr>
              <a:t>40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examples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5713" y="3956308"/>
            <a:ext cx="1290918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2B2728"/>
                </a:solidFill>
                <a:latin typeface="Calibri"/>
                <a:cs typeface="Calibri"/>
              </a:rPr>
              <a:t>#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1677" spc="-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-9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677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loans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47704" y="2791792"/>
            <a:ext cx="136935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2B2728"/>
                </a:solidFill>
                <a:latin typeface="Calibri"/>
                <a:cs typeface="Calibri"/>
              </a:rPr>
              <a:t>#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1677" spc="-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r>
              <a:rPr sz="1677" spc="-4" dirty="0">
                <a:solidFill>
                  <a:srgbClr val="FC5507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loans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55936" y="2602623"/>
            <a:ext cx="1696571" cy="580287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92525">
              <a:spcBef>
                <a:spcPts val="525"/>
              </a:spcBef>
            </a:pP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(all</a:t>
            </a:r>
            <a:r>
              <a:rPr sz="1588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data)</a:t>
            </a:r>
            <a:endParaRPr sz="1588">
              <a:latin typeface="Calibri"/>
              <a:cs typeface="Calibri"/>
            </a:endParaRPr>
          </a:p>
          <a:p>
            <a:pPr marL="494766">
              <a:spcBef>
                <a:spcPts val="387"/>
              </a:spcBef>
              <a:tabLst>
                <a:tab pos="985050" algn="l"/>
              </a:tabLst>
            </a:pPr>
            <a:r>
              <a:rPr sz="1412" spc="4" dirty="0">
                <a:solidFill>
                  <a:srgbClr val="648E04"/>
                </a:solidFill>
                <a:latin typeface="Calibri"/>
                <a:cs typeface="Calibri"/>
              </a:rPr>
              <a:t>22	</a:t>
            </a:r>
            <a:r>
              <a:rPr sz="2118" spc="13" baseline="-38194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2118" baseline="-38194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83150" y="2542421"/>
            <a:ext cx="1572746" cy="600075"/>
            <a:chOff x="2321836" y="2881410"/>
            <a:chExt cx="1782445" cy="680085"/>
          </a:xfrm>
        </p:grpSpPr>
        <p:sp>
          <p:nvSpPr>
            <p:cNvPr id="3" name="object 3"/>
            <p:cNvSpPr/>
            <p:nvPr/>
          </p:nvSpPr>
          <p:spPr>
            <a:xfrm>
              <a:off x="2331361" y="2890935"/>
              <a:ext cx="1763395" cy="661035"/>
            </a:xfrm>
            <a:custGeom>
              <a:avLst/>
              <a:gdLst/>
              <a:ahLst/>
              <a:cxnLst/>
              <a:rect l="l" t="t" r="r" b="b"/>
              <a:pathLst>
                <a:path w="1763395" h="661035">
                  <a:moveTo>
                    <a:pt x="1762920" y="0"/>
                  </a:moveTo>
                  <a:lnTo>
                    <a:pt x="0" y="0"/>
                  </a:lnTo>
                  <a:lnTo>
                    <a:pt x="0" y="660731"/>
                  </a:lnTo>
                  <a:lnTo>
                    <a:pt x="1762920" y="660731"/>
                  </a:lnTo>
                  <a:lnTo>
                    <a:pt x="1762920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" name="object 4"/>
            <p:cNvSpPr/>
            <p:nvPr/>
          </p:nvSpPr>
          <p:spPr>
            <a:xfrm>
              <a:off x="2331361" y="2890935"/>
              <a:ext cx="1763395" cy="661035"/>
            </a:xfrm>
            <a:custGeom>
              <a:avLst/>
              <a:gdLst/>
              <a:ahLst/>
              <a:cxnLst/>
              <a:rect l="l" t="t" r="r" b="b"/>
              <a:pathLst>
                <a:path w="1763395" h="661035">
                  <a:moveTo>
                    <a:pt x="0" y="0"/>
                  </a:moveTo>
                  <a:lnTo>
                    <a:pt x="1762920" y="0"/>
                  </a:lnTo>
                  <a:lnTo>
                    <a:pt x="1762920" y="660731"/>
                  </a:lnTo>
                  <a:lnTo>
                    <a:pt x="0" y="660731"/>
                  </a:lnTo>
                  <a:lnTo>
                    <a:pt x="0" y="0"/>
                  </a:lnTo>
                  <a:close/>
                </a:path>
              </a:pathLst>
            </a:custGeom>
            <a:ln w="18858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667222" y="2560966"/>
            <a:ext cx="604557" cy="4986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5900">
              <a:lnSpc>
                <a:spcPts val="1884"/>
              </a:lnSpc>
              <a:spcBef>
                <a:spcPts val="88"/>
              </a:spcBef>
            </a:pPr>
            <a:r>
              <a:rPr sz="1588" b="1" spc="-18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588">
              <a:latin typeface="Calibri"/>
              <a:cs typeface="Calibri"/>
            </a:endParaRPr>
          </a:p>
          <a:p>
            <a:pPr marL="11206">
              <a:lnSpc>
                <a:spcPts val="1884"/>
              </a:lnSpc>
              <a:tabLst>
                <a:tab pos="391106" algn="l"/>
              </a:tabLst>
            </a:pPr>
            <a:r>
              <a:rPr sz="1588" spc="-13" dirty="0">
                <a:solidFill>
                  <a:srgbClr val="648E04"/>
                </a:solidFill>
                <a:latin typeface="Calibri"/>
                <a:cs typeface="Calibri"/>
              </a:rPr>
              <a:t>2</a:t>
            </a:r>
            <a:r>
              <a:rPr sz="1588" dirty="0">
                <a:solidFill>
                  <a:srgbClr val="648E04"/>
                </a:solidFill>
                <a:latin typeface="Calibri"/>
                <a:cs typeface="Calibri"/>
              </a:rPr>
              <a:t>2	</a:t>
            </a:r>
            <a:r>
              <a:rPr sz="1588" spc="-13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62123" y="1240432"/>
            <a:ext cx="7319877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8" dirty="0"/>
              <a:t>Compact</a:t>
            </a:r>
            <a:r>
              <a:rPr spc="-26" dirty="0"/>
              <a:t> </a:t>
            </a:r>
            <a:r>
              <a:rPr spc="-13" dirty="0"/>
              <a:t>visual</a:t>
            </a:r>
            <a:r>
              <a:rPr spc="-26" dirty="0"/>
              <a:t> </a:t>
            </a:r>
            <a:r>
              <a:rPr spc="-22" dirty="0"/>
              <a:t>notation:</a:t>
            </a:r>
            <a:r>
              <a:rPr spc="-26" dirty="0"/>
              <a:t> </a:t>
            </a:r>
            <a:r>
              <a:rPr spc="-31" dirty="0"/>
              <a:t>Root </a:t>
            </a:r>
            <a:r>
              <a:rPr spc="-18" dirty="0"/>
              <a:t>node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7694" y="2177682"/>
            <a:ext cx="1183341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spc="-9" dirty="0">
                <a:solidFill>
                  <a:srgbClr val="2B2728"/>
                </a:solidFill>
                <a:latin typeface="Calibri"/>
                <a:cs typeface="Calibri"/>
              </a:rPr>
              <a:t>Loan</a:t>
            </a:r>
            <a:r>
              <a:rPr sz="1853" b="1" spc="-8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b="1" spc="-18" dirty="0">
                <a:solidFill>
                  <a:srgbClr val="2B2728"/>
                </a:solidFill>
                <a:latin typeface="Calibri"/>
                <a:cs typeface="Calibri"/>
              </a:rPr>
              <a:t>status: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60260" y="2177682"/>
            <a:ext cx="1097056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581056" algn="l"/>
              </a:tabLst>
            </a:pPr>
            <a:r>
              <a:rPr sz="1853" b="1" spc="-9" dirty="0">
                <a:solidFill>
                  <a:srgbClr val="648E04"/>
                </a:solidFill>
                <a:latin typeface="Calibri"/>
                <a:cs typeface="Calibri"/>
              </a:rPr>
              <a:t>S</a:t>
            </a:r>
            <a:r>
              <a:rPr sz="1853" b="1" spc="-18" dirty="0">
                <a:solidFill>
                  <a:srgbClr val="648E04"/>
                </a:solidFill>
                <a:latin typeface="Calibri"/>
                <a:cs typeface="Calibri"/>
              </a:rPr>
              <a:t>a</a:t>
            </a:r>
            <a:r>
              <a:rPr sz="1853" b="1" spc="-40" dirty="0">
                <a:solidFill>
                  <a:srgbClr val="648E04"/>
                </a:solidFill>
                <a:latin typeface="Calibri"/>
                <a:cs typeface="Calibri"/>
              </a:rPr>
              <a:t>f</a:t>
            </a:r>
            <a:r>
              <a:rPr sz="1853" b="1" dirty="0">
                <a:solidFill>
                  <a:srgbClr val="648E04"/>
                </a:solidFill>
                <a:latin typeface="Calibri"/>
                <a:cs typeface="Calibri"/>
              </a:rPr>
              <a:t>e	</a:t>
            </a:r>
            <a:r>
              <a:rPr sz="1853" b="1" spc="-13" dirty="0">
                <a:solidFill>
                  <a:srgbClr val="FC5507"/>
                </a:solidFill>
                <a:latin typeface="Calibri"/>
                <a:cs typeface="Calibri"/>
              </a:rPr>
              <a:t>R</a:t>
            </a:r>
            <a:r>
              <a:rPr sz="1853" b="1" spc="-9" dirty="0">
                <a:solidFill>
                  <a:srgbClr val="FC5507"/>
                </a:solidFill>
                <a:latin typeface="Calibri"/>
                <a:cs typeface="Calibri"/>
              </a:rPr>
              <a:t>i</a:t>
            </a:r>
            <a:r>
              <a:rPr sz="1853" b="1" spc="-13" dirty="0">
                <a:solidFill>
                  <a:srgbClr val="FC5507"/>
                </a:solidFill>
                <a:latin typeface="Calibri"/>
                <a:cs typeface="Calibri"/>
              </a:rPr>
              <a:t>s</a:t>
            </a:r>
            <a:r>
              <a:rPr sz="1853" b="1" spc="-9" dirty="0">
                <a:solidFill>
                  <a:srgbClr val="FC5507"/>
                </a:solidFill>
                <a:latin typeface="Calibri"/>
                <a:cs typeface="Calibri"/>
              </a:rPr>
              <a:t>k</a:t>
            </a:r>
            <a:r>
              <a:rPr sz="1853" b="1" dirty="0">
                <a:solidFill>
                  <a:srgbClr val="FC5507"/>
                </a:solidFill>
                <a:latin typeface="Calibri"/>
                <a:cs typeface="Calibri"/>
              </a:rPr>
              <a:t>y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91279" y="2931818"/>
            <a:ext cx="2683249" cy="1343025"/>
          </a:xfrm>
          <a:custGeom>
            <a:avLst/>
            <a:gdLst/>
            <a:ahLst/>
            <a:cxnLst/>
            <a:rect l="l" t="t" r="r" b="b"/>
            <a:pathLst>
              <a:path w="3041015" h="1522095">
                <a:moveTo>
                  <a:pt x="1389100" y="129946"/>
                </a:moveTo>
                <a:lnTo>
                  <a:pt x="1287094" y="141732"/>
                </a:lnTo>
                <a:lnTo>
                  <a:pt x="1303832" y="167398"/>
                </a:lnTo>
                <a:lnTo>
                  <a:pt x="0" y="1019924"/>
                </a:lnTo>
                <a:lnTo>
                  <a:pt x="16738" y="1045591"/>
                </a:lnTo>
                <a:lnTo>
                  <a:pt x="1320571" y="193052"/>
                </a:lnTo>
                <a:lnTo>
                  <a:pt x="1337310" y="218719"/>
                </a:lnTo>
                <a:lnTo>
                  <a:pt x="1372146" y="159016"/>
                </a:lnTo>
                <a:lnTo>
                  <a:pt x="1389100" y="129946"/>
                </a:lnTo>
                <a:close/>
              </a:path>
              <a:path w="3041015" h="1522095">
                <a:moveTo>
                  <a:pt x="2724226" y="30657"/>
                </a:moveTo>
                <a:lnTo>
                  <a:pt x="2150795" y="30657"/>
                </a:lnTo>
                <a:lnTo>
                  <a:pt x="2150795" y="0"/>
                </a:lnTo>
                <a:lnTo>
                  <a:pt x="2058962" y="45974"/>
                </a:lnTo>
                <a:lnTo>
                  <a:pt x="2150795" y="91948"/>
                </a:lnTo>
                <a:lnTo>
                  <a:pt x="2150795" y="61302"/>
                </a:lnTo>
                <a:lnTo>
                  <a:pt x="2724226" y="61302"/>
                </a:lnTo>
                <a:lnTo>
                  <a:pt x="2724226" y="30657"/>
                </a:lnTo>
                <a:close/>
              </a:path>
              <a:path w="3041015" h="1522095">
                <a:moveTo>
                  <a:pt x="3040481" y="1504784"/>
                </a:moveTo>
                <a:lnTo>
                  <a:pt x="2256396" y="297675"/>
                </a:lnTo>
                <a:lnTo>
                  <a:pt x="2276119" y="284822"/>
                </a:lnTo>
                <a:lnTo>
                  <a:pt x="2282050" y="280962"/>
                </a:lnTo>
                <a:lnTo>
                  <a:pt x="2193493" y="228942"/>
                </a:lnTo>
                <a:lnTo>
                  <a:pt x="2205063" y="331089"/>
                </a:lnTo>
                <a:lnTo>
                  <a:pt x="2230729" y="314388"/>
                </a:lnTo>
                <a:lnTo>
                  <a:pt x="3014827" y="1521498"/>
                </a:lnTo>
                <a:lnTo>
                  <a:pt x="3040481" y="1504784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0" name="object 10"/>
          <p:cNvSpPr txBox="1"/>
          <p:nvPr/>
        </p:nvSpPr>
        <p:spPr>
          <a:xfrm>
            <a:off x="3681370" y="4279037"/>
            <a:ext cx="145788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B0007E"/>
                </a:solidFill>
                <a:latin typeface="Calibri"/>
                <a:cs typeface="Calibri"/>
              </a:rPr>
              <a:t>N</a:t>
            </a:r>
            <a:r>
              <a:rPr sz="1677" spc="-9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=</a:t>
            </a:r>
            <a:r>
              <a:rPr sz="1677" spc="-4" dirty="0">
                <a:latin typeface="Calibri"/>
                <a:cs typeface="Calibri"/>
              </a:rPr>
              <a:t> </a:t>
            </a:r>
            <a:r>
              <a:rPr sz="1677" spc="4" dirty="0">
                <a:latin typeface="Calibri"/>
                <a:cs typeface="Calibri"/>
              </a:rPr>
              <a:t>40</a:t>
            </a:r>
            <a:r>
              <a:rPr sz="1677" spc="-13" dirty="0">
                <a:latin typeface="Calibri"/>
                <a:cs typeface="Calibri"/>
              </a:rPr>
              <a:t> </a:t>
            </a:r>
            <a:r>
              <a:rPr sz="1677" dirty="0">
                <a:latin typeface="Calibri"/>
                <a:cs typeface="Calibri"/>
              </a:rPr>
              <a:t>examples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22</a:t>
            </a:fld>
            <a:endParaRPr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FCA78251-99E0-4BD1-A07E-D78A61B5E2A2}" type="datetime1">
              <a:rPr lang="en-US" spc="-9" smtClean="0"/>
              <a:t>3/24/2022</a:t>
            </a:fld>
            <a:endParaRPr spc="-9" dirty="0"/>
          </a:p>
        </p:txBody>
      </p:sp>
      <p:sp>
        <p:nvSpPr>
          <p:cNvPr id="11" name="object 11"/>
          <p:cNvSpPr txBox="1"/>
          <p:nvPr/>
        </p:nvSpPr>
        <p:spPr>
          <a:xfrm>
            <a:off x="665713" y="3956308"/>
            <a:ext cx="1290918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2B2728"/>
                </a:solidFill>
                <a:latin typeface="Calibri"/>
                <a:cs typeface="Calibri"/>
              </a:rPr>
              <a:t>#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1677" spc="-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-9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677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loans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47704" y="2791792"/>
            <a:ext cx="1369359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2B2728"/>
                </a:solidFill>
                <a:latin typeface="Calibri"/>
                <a:cs typeface="Calibri"/>
              </a:rPr>
              <a:t>#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1677" spc="-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r>
              <a:rPr sz="1677" spc="-4" dirty="0">
                <a:solidFill>
                  <a:srgbClr val="FC5507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loans</a:t>
            </a:r>
            <a:endParaRPr sz="1677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122" y="1240432"/>
            <a:ext cx="7091277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3" dirty="0"/>
              <a:t>Decision</a:t>
            </a:r>
            <a:r>
              <a:rPr spc="-40" dirty="0"/>
              <a:t> </a:t>
            </a:r>
            <a:r>
              <a:rPr spc="-22" dirty="0"/>
              <a:t>stump:</a:t>
            </a:r>
            <a:r>
              <a:rPr spc="-31" dirty="0"/>
              <a:t> </a:t>
            </a:r>
            <a:r>
              <a:rPr spc="-13" dirty="0"/>
              <a:t>Single</a:t>
            </a:r>
            <a:r>
              <a:rPr spc="-31" dirty="0"/>
              <a:t> </a:t>
            </a:r>
            <a:r>
              <a:rPr spc="-22" dirty="0"/>
              <a:t>level</a:t>
            </a:r>
            <a:r>
              <a:rPr spc="-26" dirty="0"/>
              <a:t> </a:t>
            </a:r>
            <a:r>
              <a:rPr spc="-22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60660" y="2259858"/>
            <a:ext cx="1220881" cy="509377"/>
          </a:xfrm>
          <a:prstGeom prst="rect">
            <a:avLst/>
          </a:prstGeom>
          <a:solidFill>
            <a:srgbClr val="DFDCDC"/>
          </a:solidFill>
          <a:ln w="18857">
            <a:solidFill>
              <a:srgbClr val="464040"/>
            </a:solidFill>
          </a:ln>
        </p:spPr>
        <p:txBody>
          <a:bodyPr vert="horz" wrap="square" lIns="0" tIns="21851" rIns="0" bIns="0" rtlCol="0">
            <a:spAutoFit/>
          </a:bodyPr>
          <a:lstStyle/>
          <a:p>
            <a:pPr marR="406794" algn="r">
              <a:lnSpc>
                <a:spcPts val="1884"/>
              </a:lnSpc>
              <a:spcBef>
                <a:spcPts val="172"/>
              </a:spcBef>
            </a:pPr>
            <a:r>
              <a:rPr sz="1588" b="1" spc="-18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588">
              <a:latin typeface="Calibri"/>
              <a:cs typeface="Calibri"/>
            </a:endParaRPr>
          </a:p>
          <a:p>
            <a:pPr marR="348522" algn="r">
              <a:lnSpc>
                <a:spcPts val="1884"/>
              </a:lnSpc>
              <a:tabLst>
                <a:tab pos="379900" algn="l"/>
              </a:tabLst>
            </a:pPr>
            <a:r>
              <a:rPr sz="1588" spc="-9" dirty="0">
                <a:solidFill>
                  <a:srgbClr val="648E04"/>
                </a:solidFill>
                <a:latin typeface="Calibri"/>
                <a:cs typeface="Calibri"/>
              </a:rPr>
              <a:t>22	</a:t>
            </a:r>
            <a:r>
              <a:rPr sz="1588" spc="-13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7694" y="2278115"/>
            <a:ext cx="1057835" cy="52427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981"/>
              </a:lnSpc>
              <a:spcBef>
                <a:spcPts val="88"/>
              </a:spcBef>
            </a:pPr>
            <a:r>
              <a:rPr sz="1677" b="1" spc="-18" dirty="0">
                <a:solidFill>
                  <a:srgbClr val="2B2728"/>
                </a:solidFill>
                <a:latin typeface="Calibri"/>
                <a:cs typeface="Calibri"/>
              </a:rPr>
              <a:t>L</a:t>
            </a:r>
            <a:r>
              <a:rPr sz="1677" b="1" spc="-22" dirty="0">
                <a:solidFill>
                  <a:srgbClr val="2B2728"/>
                </a:solidFill>
                <a:latin typeface="Calibri"/>
                <a:cs typeface="Calibri"/>
              </a:rPr>
              <a:t>oa</a:t>
            </a:r>
            <a:r>
              <a:rPr sz="1677" b="1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677" b="1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b="1" spc="-35" dirty="0">
                <a:solidFill>
                  <a:srgbClr val="2B2728"/>
                </a:solidFill>
                <a:latin typeface="Calibri"/>
                <a:cs typeface="Calibri"/>
              </a:rPr>
              <a:t>sta</a:t>
            </a:r>
            <a:r>
              <a:rPr sz="1677" b="1" spc="-18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677" b="1" spc="-26" dirty="0">
                <a:solidFill>
                  <a:srgbClr val="2B2728"/>
                </a:solidFill>
                <a:latin typeface="Calibri"/>
                <a:cs typeface="Calibri"/>
              </a:rPr>
              <a:t>u</a:t>
            </a:r>
            <a:r>
              <a:rPr sz="1677" b="1" spc="-18" dirty="0">
                <a:solidFill>
                  <a:srgbClr val="2B2728"/>
                </a:solidFill>
                <a:latin typeface="Calibri"/>
                <a:cs typeface="Calibri"/>
              </a:rPr>
              <a:t>s:</a:t>
            </a:r>
            <a:endParaRPr sz="1677">
              <a:latin typeface="Calibri"/>
              <a:cs typeface="Calibri"/>
            </a:endParaRPr>
          </a:p>
          <a:p>
            <a:pPr marL="11206">
              <a:lnSpc>
                <a:spcPts val="1981"/>
              </a:lnSpc>
            </a:pPr>
            <a:r>
              <a:rPr sz="1677" spc="-31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677" spc="-53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677" spc="-22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43842" y="4033907"/>
            <a:ext cx="954741" cy="522957"/>
          </a:xfrm>
          <a:prstGeom prst="rect">
            <a:avLst/>
          </a:prstGeom>
          <a:solidFill>
            <a:srgbClr val="C8EBFA"/>
          </a:solidFill>
          <a:ln w="18855">
            <a:solidFill>
              <a:srgbClr val="0D6993"/>
            </a:solidFill>
          </a:ln>
        </p:spPr>
        <p:txBody>
          <a:bodyPr vert="horz" wrap="square" lIns="0" tIns="35299" rIns="0" bIns="0" rtlCol="0">
            <a:spAutoFit/>
          </a:bodyPr>
          <a:lstStyle/>
          <a:p>
            <a:pPr marL="214044" marR="207320" indent="70601">
              <a:lnSpc>
                <a:spcPts val="1862"/>
              </a:lnSpc>
              <a:spcBef>
                <a:spcPts val="278"/>
              </a:spcBef>
              <a:tabLst>
                <a:tab pos="538471" algn="l"/>
              </a:tabLst>
            </a:pP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poor </a:t>
            </a:r>
            <a:r>
              <a:rPr sz="1588" spc="-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648E04"/>
                </a:solidFill>
                <a:latin typeface="Calibri"/>
                <a:cs typeface="Calibri"/>
              </a:rPr>
              <a:t>4	</a:t>
            </a:r>
            <a:r>
              <a:rPr sz="1588" spc="-13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51561" y="3417418"/>
            <a:ext cx="869576" cy="616884"/>
          </a:xfrm>
          <a:custGeom>
            <a:avLst/>
            <a:gdLst/>
            <a:ahLst/>
            <a:cxnLst/>
            <a:rect l="l" t="t" r="r" b="b"/>
            <a:pathLst>
              <a:path w="985520" h="699135">
                <a:moveTo>
                  <a:pt x="0" y="0"/>
                </a:moveTo>
                <a:lnTo>
                  <a:pt x="985432" y="0"/>
                </a:lnTo>
                <a:lnTo>
                  <a:pt x="985432" y="698688"/>
                </a:lnTo>
              </a:path>
            </a:pathLst>
          </a:custGeom>
          <a:ln w="18853">
            <a:solidFill>
              <a:srgbClr val="5D5555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 txBox="1"/>
          <p:nvPr/>
        </p:nvSpPr>
        <p:spPr>
          <a:xfrm>
            <a:off x="2896946" y="4015915"/>
            <a:ext cx="956982" cy="501269"/>
          </a:xfrm>
          <a:prstGeom prst="rect">
            <a:avLst/>
          </a:prstGeom>
          <a:solidFill>
            <a:srgbClr val="C8EBFA"/>
          </a:solidFill>
          <a:ln w="18855">
            <a:solidFill>
              <a:srgbClr val="0D6993"/>
            </a:solidFill>
          </a:ln>
        </p:spPr>
        <p:txBody>
          <a:bodyPr vert="horz" wrap="square" lIns="0" tIns="39221" rIns="0" bIns="0" rtlCol="0">
            <a:spAutoFit/>
          </a:bodyPr>
          <a:lstStyle/>
          <a:p>
            <a:pPr marL="265033" marR="257749" indent="77885">
              <a:lnSpc>
                <a:spcPts val="1844"/>
              </a:lnSpc>
              <a:spcBef>
                <a:spcPts val="309"/>
              </a:spcBef>
              <a:tabLst>
                <a:tab pos="589461" algn="l"/>
              </a:tabLst>
            </a:pP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fair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588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588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75179" y="3697835"/>
            <a:ext cx="0" cy="318247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89"/>
                </a:lnTo>
              </a:path>
            </a:pathLst>
          </a:custGeom>
          <a:ln w="18838">
            <a:solidFill>
              <a:srgbClr val="5D5555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9" name="object 9"/>
          <p:cNvSpPr txBox="1"/>
          <p:nvPr/>
        </p:nvSpPr>
        <p:spPr>
          <a:xfrm>
            <a:off x="1238560" y="4004545"/>
            <a:ext cx="968749" cy="501834"/>
          </a:xfrm>
          <a:prstGeom prst="rect">
            <a:avLst/>
          </a:prstGeom>
          <a:solidFill>
            <a:srgbClr val="C8EBFA"/>
          </a:solidFill>
          <a:ln w="18855">
            <a:solidFill>
              <a:srgbClr val="0D6993"/>
            </a:solidFill>
          </a:ln>
        </p:spPr>
        <p:txBody>
          <a:bodyPr vert="horz" wrap="square" lIns="0" tIns="39781" rIns="0" bIns="0" rtlCol="0">
            <a:spAutoFit/>
          </a:bodyPr>
          <a:lstStyle/>
          <a:p>
            <a:pPr marL="271197" marR="114305" indent="-149607">
              <a:lnSpc>
                <a:spcPts val="1844"/>
              </a:lnSpc>
              <a:spcBef>
                <a:spcPts val="313"/>
              </a:spcBef>
              <a:tabLst>
                <a:tab pos="595624" algn="l"/>
              </a:tabLst>
            </a:pPr>
            <a:r>
              <a:rPr sz="1588" spc="-31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588" spc="-44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celle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588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588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588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588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14343" y="2842736"/>
            <a:ext cx="2445684" cy="1170454"/>
            <a:chOff x="1790522" y="3221767"/>
            <a:chExt cx="2771775" cy="1326515"/>
          </a:xfrm>
        </p:grpSpPr>
        <p:sp>
          <p:nvSpPr>
            <p:cNvPr id="11" name="object 11"/>
            <p:cNvSpPr/>
            <p:nvPr/>
          </p:nvSpPr>
          <p:spPr>
            <a:xfrm>
              <a:off x="3627998" y="3221767"/>
              <a:ext cx="87630" cy="334010"/>
            </a:xfrm>
            <a:custGeom>
              <a:avLst/>
              <a:gdLst/>
              <a:ahLst/>
              <a:cxnLst/>
              <a:rect l="l" t="t" r="r" b="b"/>
              <a:pathLst>
                <a:path w="87629" h="334010">
                  <a:moveTo>
                    <a:pt x="10344" y="247958"/>
                  </a:moveTo>
                  <a:lnTo>
                    <a:pt x="1433" y="253337"/>
                  </a:lnTo>
                  <a:lnTo>
                    <a:pt x="0" y="259133"/>
                  </a:lnTo>
                  <a:lnTo>
                    <a:pt x="44804" y="333541"/>
                  </a:lnTo>
                  <a:lnTo>
                    <a:pt x="55271" y="314962"/>
                  </a:lnTo>
                  <a:lnTo>
                    <a:pt x="35115" y="314962"/>
                  </a:lnTo>
                  <a:lnTo>
                    <a:pt x="34611" y="280082"/>
                  </a:lnTo>
                  <a:lnTo>
                    <a:pt x="16132" y="249394"/>
                  </a:lnTo>
                  <a:lnTo>
                    <a:pt x="10344" y="247958"/>
                  </a:lnTo>
                  <a:close/>
                </a:path>
                <a:path w="87629" h="334010">
                  <a:moveTo>
                    <a:pt x="34611" y="280082"/>
                  </a:moveTo>
                  <a:lnTo>
                    <a:pt x="35115" y="314962"/>
                  </a:lnTo>
                  <a:lnTo>
                    <a:pt x="53952" y="314689"/>
                  </a:lnTo>
                  <a:lnTo>
                    <a:pt x="53887" y="310192"/>
                  </a:lnTo>
                  <a:lnTo>
                    <a:pt x="36329" y="310192"/>
                  </a:lnTo>
                  <a:lnTo>
                    <a:pt x="44263" y="296110"/>
                  </a:lnTo>
                  <a:lnTo>
                    <a:pt x="34611" y="280082"/>
                  </a:lnTo>
                  <a:close/>
                </a:path>
                <a:path w="87629" h="334010">
                  <a:moveTo>
                    <a:pt x="76776" y="246995"/>
                  </a:moveTo>
                  <a:lnTo>
                    <a:pt x="71031" y="248598"/>
                  </a:lnTo>
                  <a:lnTo>
                    <a:pt x="53447" y="279808"/>
                  </a:lnTo>
                  <a:lnTo>
                    <a:pt x="53952" y="314689"/>
                  </a:lnTo>
                  <a:lnTo>
                    <a:pt x="35115" y="314962"/>
                  </a:lnTo>
                  <a:lnTo>
                    <a:pt x="55271" y="314962"/>
                  </a:lnTo>
                  <a:lnTo>
                    <a:pt x="87439" y="257865"/>
                  </a:lnTo>
                  <a:lnTo>
                    <a:pt x="85838" y="252114"/>
                  </a:lnTo>
                  <a:lnTo>
                    <a:pt x="76776" y="246995"/>
                  </a:lnTo>
                  <a:close/>
                </a:path>
                <a:path w="87629" h="334010">
                  <a:moveTo>
                    <a:pt x="44263" y="296110"/>
                  </a:moveTo>
                  <a:lnTo>
                    <a:pt x="36329" y="310192"/>
                  </a:lnTo>
                  <a:lnTo>
                    <a:pt x="52600" y="309957"/>
                  </a:lnTo>
                  <a:lnTo>
                    <a:pt x="44263" y="296110"/>
                  </a:lnTo>
                  <a:close/>
                </a:path>
                <a:path w="87629" h="334010">
                  <a:moveTo>
                    <a:pt x="53447" y="279808"/>
                  </a:moveTo>
                  <a:lnTo>
                    <a:pt x="44263" y="296110"/>
                  </a:lnTo>
                  <a:lnTo>
                    <a:pt x="52600" y="309957"/>
                  </a:lnTo>
                  <a:lnTo>
                    <a:pt x="36329" y="310192"/>
                  </a:lnTo>
                  <a:lnTo>
                    <a:pt x="53887" y="310192"/>
                  </a:lnTo>
                  <a:lnTo>
                    <a:pt x="53447" y="279808"/>
                  </a:lnTo>
                  <a:close/>
                </a:path>
                <a:path w="87629" h="334010">
                  <a:moveTo>
                    <a:pt x="49402" y="0"/>
                  </a:moveTo>
                  <a:lnTo>
                    <a:pt x="30566" y="273"/>
                  </a:lnTo>
                  <a:lnTo>
                    <a:pt x="34611" y="280082"/>
                  </a:lnTo>
                  <a:lnTo>
                    <a:pt x="44263" y="296110"/>
                  </a:lnTo>
                  <a:lnTo>
                    <a:pt x="53447" y="279808"/>
                  </a:lnTo>
                  <a:lnTo>
                    <a:pt x="49402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1800047" y="3873073"/>
              <a:ext cx="993140" cy="665480"/>
            </a:xfrm>
            <a:custGeom>
              <a:avLst/>
              <a:gdLst/>
              <a:ahLst/>
              <a:cxnLst/>
              <a:rect l="l" t="t" r="r" b="b"/>
              <a:pathLst>
                <a:path w="993139" h="665479">
                  <a:moveTo>
                    <a:pt x="992856" y="0"/>
                  </a:moveTo>
                  <a:lnTo>
                    <a:pt x="0" y="0"/>
                  </a:lnTo>
                  <a:lnTo>
                    <a:pt x="0" y="665411"/>
                  </a:lnTo>
                </a:path>
              </a:pathLst>
            </a:custGeom>
            <a:ln w="18854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2902" y="3555265"/>
              <a:ext cx="1760220" cy="635635"/>
            </a:xfrm>
            <a:custGeom>
              <a:avLst/>
              <a:gdLst/>
              <a:ahLst/>
              <a:cxnLst/>
              <a:rect l="l" t="t" r="r" b="b"/>
              <a:pathLst>
                <a:path w="1760220" h="635635">
                  <a:moveTo>
                    <a:pt x="879900" y="0"/>
                  </a:moveTo>
                  <a:lnTo>
                    <a:pt x="0" y="317807"/>
                  </a:lnTo>
                  <a:lnTo>
                    <a:pt x="879900" y="635614"/>
                  </a:lnTo>
                  <a:lnTo>
                    <a:pt x="1759799" y="317807"/>
                  </a:lnTo>
                  <a:lnTo>
                    <a:pt x="879900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2792902" y="3555265"/>
              <a:ext cx="1760220" cy="635635"/>
            </a:xfrm>
            <a:custGeom>
              <a:avLst/>
              <a:gdLst/>
              <a:ahLst/>
              <a:cxnLst/>
              <a:rect l="l" t="t" r="r" b="b"/>
              <a:pathLst>
                <a:path w="1760220" h="635635">
                  <a:moveTo>
                    <a:pt x="0" y="317807"/>
                  </a:moveTo>
                  <a:lnTo>
                    <a:pt x="879899" y="0"/>
                  </a:lnTo>
                  <a:lnTo>
                    <a:pt x="1759799" y="317807"/>
                  </a:lnTo>
                  <a:lnTo>
                    <a:pt x="879899" y="635614"/>
                  </a:lnTo>
                  <a:lnTo>
                    <a:pt x="0" y="317807"/>
                  </a:lnTo>
                  <a:close/>
                </a:path>
              </a:pathLst>
            </a:custGeom>
            <a:ln w="18859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97147" y="3288031"/>
            <a:ext cx="554131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Credit?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42608" y="2971205"/>
            <a:ext cx="620246" cy="310963"/>
          </a:xfrm>
          <a:custGeom>
            <a:avLst/>
            <a:gdLst/>
            <a:ahLst/>
            <a:cxnLst/>
            <a:rect l="l" t="t" r="r" b="b"/>
            <a:pathLst>
              <a:path w="702945" h="352425">
                <a:moveTo>
                  <a:pt x="62683" y="269358"/>
                </a:moveTo>
                <a:lnTo>
                  <a:pt x="0" y="350781"/>
                </a:lnTo>
                <a:lnTo>
                  <a:pt x="102668" y="352136"/>
                </a:lnTo>
                <a:lnTo>
                  <a:pt x="92562" y="331215"/>
                </a:lnTo>
                <a:lnTo>
                  <a:pt x="75561" y="331215"/>
                </a:lnTo>
                <a:lnTo>
                  <a:pt x="62232" y="303622"/>
                </a:lnTo>
                <a:lnTo>
                  <a:pt x="76011" y="296950"/>
                </a:lnTo>
                <a:lnTo>
                  <a:pt x="62683" y="269358"/>
                </a:lnTo>
                <a:close/>
              </a:path>
              <a:path w="702945" h="352425">
                <a:moveTo>
                  <a:pt x="76011" y="296950"/>
                </a:moveTo>
                <a:lnTo>
                  <a:pt x="62232" y="303622"/>
                </a:lnTo>
                <a:lnTo>
                  <a:pt x="75561" y="331215"/>
                </a:lnTo>
                <a:lnTo>
                  <a:pt x="89339" y="324543"/>
                </a:lnTo>
                <a:lnTo>
                  <a:pt x="76011" y="296950"/>
                </a:lnTo>
                <a:close/>
              </a:path>
              <a:path w="702945" h="352425">
                <a:moveTo>
                  <a:pt x="89339" y="324543"/>
                </a:moveTo>
                <a:lnTo>
                  <a:pt x="75561" y="331215"/>
                </a:lnTo>
                <a:lnTo>
                  <a:pt x="92562" y="331215"/>
                </a:lnTo>
                <a:lnTo>
                  <a:pt x="89339" y="324543"/>
                </a:lnTo>
                <a:close/>
              </a:path>
              <a:path w="702945" h="352425">
                <a:moveTo>
                  <a:pt x="689246" y="0"/>
                </a:moveTo>
                <a:lnTo>
                  <a:pt x="76011" y="296950"/>
                </a:lnTo>
                <a:lnTo>
                  <a:pt x="89339" y="324543"/>
                </a:lnTo>
                <a:lnTo>
                  <a:pt x="702575" y="27593"/>
                </a:lnTo>
                <a:lnTo>
                  <a:pt x="689246" y="0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4505280" y="2746072"/>
            <a:ext cx="1262903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677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on</a:t>
            </a:r>
            <a:r>
              <a:rPr sz="1677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2B2728"/>
                </a:solidFill>
                <a:latin typeface="Calibri"/>
                <a:cs typeface="Calibri"/>
              </a:rPr>
              <a:t>Credit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5155" y="4885542"/>
            <a:ext cx="1453402" cy="447611"/>
          </a:xfrm>
          <a:prstGeom prst="rect">
            <a:avLst/>
          </a:prstGeom>
        </p:spPr>
        <p:txBody>
          <a:bodyPr vert="horz" wrap="square" lIns="0" tIns="560" rIns="0" bIns="0" rtlCol="0">
            <a:spAutoFit/>
          </a:bodyPr>
          <a:lstStyle/>
          <a:p>
            <a:pPr marL="11206" marR="4483">
              <a:lnSpc>
                <a:spcPct val="105000"/>
              </a:lnSpc>
              <a:spcBef>
                <a:spcPts val="4"/>
              </a:spcBef>
            </a:pP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Subset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spc="-4" dirty="0">
                <a:solidFill>
                  <a:srgbClr val="2B2728"/>
                </a:solidFill>
                <a:latin typeface="Calibri"/>
                <a:cs typeface="Calibri"/>
              </a:rPr>
              <a:t>data</a:t>
            </a: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 with </a:t>
            </a:r>
            <a:r>
              <a:rPr sz="1412" spc="-30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dirty="0">
                <a:solidFill>
                  <a:srgbClr val="5D5555"/>
                </a:solidFill>
                <a:latin typeface="Calibri"/>
                <a:cs typeface="Calibri"/>
              </a:rPr>
              <a:t>Credit =</a:t>
            </a:r>
            <a:r>
              <a:rPr sz="1412" spc="9" dirty="0">
                <a:solidFill>
                  <a:srgbClr val="5D5555"/>
                </a:solidFill>
                <a:latin typeface="Calibri"/>
                <a:cs typeface="Calibri"/>
              </a:rPr>
              <a:t> </a:t>
            </a:r>
            <a:r>
              <a:rPr sz="1412" dirty="0">
                <a:solidFill>
                  <a:srgbClr val="5D5555"/>
                </a:solidFill>
                <a:latin typeface="Calibri"/>
                <a:cs typeface="Calibri"/>
              </a:rPr>
              <a:t>excellent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72795" y="4616905"/>
            <a:ext cx="81243" cy="256054"/>
          </a:xfrm>
          <a:custGeom>
            <a:avLst/>
            <a:gdLst/>
            <a:ahLst/>
            <a:cxnLst/>
            <a:rect l="l" t="t" r="r" b="b"/>
            <a:pathLst>
              <a:path w="92075" h="290195">
                <a:moveTo>
                  <a:pt x="61224" y="76626"/>
                </a:moveTo>
                <a:lnTo>
                  <a:pt x="30612" y="76626"/>
                </a:lnTo>
                <a:lnTo>
                  <a:pt x="30612" y="289817"/>
                </a:lnTo>
                <a:lnTo>
                  <a:pt x="61224" y="289817"/>
                </a:lnTo>
                <a:lnTo>
                  <a:pt x="61224" y="76626"/>
                </a:lnTo>
                <a:close/>
              </a:path>
              <a:path w="92075" h="290195">
                <a:moveTo>
                  <a:pt x="45918" y="0"/>
                </a:moveTo>
                <a:lnTo>
                  <a:pt x="0" y="91951"/>
                </a:lnTo>
                <a:lnTo>
                  <a:pt x="30612" y="91951"/>
                </a:lnTo>
                <a:lnTo>
                  <a:pt x="30612" y="76626"/>
                </a:lnTo>
                <a:lnTo>
                  <a:pt x="84183" y="76626"/>
                </a:lnTo>
                <a:lnTo>
                  <a:pt x="45918" y="0"/>
                </a:lnTo>
                <a:close/>
              </a:path>
              <a:path w="92075" h="290195">
                <a:moveTo>
                  <a:pt x="84183" y="76626"/>
                </a:moveTo>
                <a:lnTo>
                  <a:pt x="61224" y="76626"/>
                </a:lnTo>
                <a:lnTo>
                  <a:pt x="61224" y="91951"/>
                </a:lnTo>
                <a:lnTo>
                  <a:pt x="91836" y="91951"/>
                </a:lnTo>
                <a:lnTo>
                  <a:pt x="84183" y="76626"/>
                </a:lnTo>
                <a:close/>
              </a:path>
            </a:pathLst>
          </a:custGeom>
          <a:solidFill>
            <a:srgbClr val="0D699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0" name="object 20"/>
          <p:cNvSpPr/>
          <p:nvPr/>
        </p:nvSpPr>
        <p:spPr>
          <a:xfrm>
            <a:off x="3373998" y="4616905"/>
            <a:ext cx="81243" cy="265019"/>
          </a:xfrm>
          <a:custGeom>
            <a:avLst/>
            <a:gdLst/>
            <a:ahLst/>
            <a:cxnLst/>
            <a:rect l="l" t="t" r="r" b="b"/>
            <a:pathLst>
              <a:path w="92075" h="300354">
                <a:moveTo>
                  <a:pt x="61225" y="76626"/>
                </a:moveTo>
                <a:lnTo>
                  <a:pt x="30612" y="76626"/>
                </a:lnTo>
                <a:lnTo>
                  <a:pt x="30612" y="299904"/>
                </a:lnTo>
                <a:lnTo>
                  <a:pt x="61224" y="299904"/>
                </a:lnTo>
                <a:lnTo>
                  <a:pt x="61225" y="76626"/>
                </a:lnTo>
                <a:close/>
              </a:path>
              <a:path w="92075" h="300354">
                <a:moveTo>
                  <a:pt x="45919" y="0"/>
                </a:moveTo>
                <a:lnTo>
                  <a:pt x="0" y="91951"/>
                </a:lnTo>
                <a:lnTo>
                  <a:pt x="30612" y="91951"/>
                </a:lnTo>
                <a:lnTo>
                  <a:pt x="30612" y="76626"/>
                </a:lnTo>
                <a:lnTo>
                  <a:pt x="84184" y="76626"/>
                </a:lnTo>
                <a:lnTo>
                  <a:pt x="45919" y="0"/>
                </a:lnTo>
                <a:close/>
              </a:path>
              <a:path w="92075" h="300354">
                <a:moveTo>
                  <a:pt x="84184" y="76626"/>
                </a:moveTo>
                <a:lnTo>
                  <a:pt x="61225" y="76626"/>
                </a:lnTo>
                <a:lnTo>
                  <a:pt x="61225" y="91951"/>
                </a:lnTo>
                <a:lnTo>
                  <a:pt x="91837" y="91951"/>
                </a:lnTo>
                <a:lnTo>
                  <a:pt x="84184" y="76626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 txBox="1"/>
          <p:nvPr/>
        </p:nvSpPr>
        <p:spPr>
          <a:xfrm>
            <a:off x="2687313" y="4896299"/>
            <a:ext cx="1453402" cy="446721"/>
          </a:xfrm>
          <a:prstGeom prst="rect">
            <a:avLst/>
          </a:prstGeom>
        </p:spPr>
        <p:txBody>
          <a:bodyPr vert="horz" wrap="square" lIns="0" tIns="3362" rIns="0" bIns="0" rtlCol="0">
            <a:spAutoFit/>
          </a:bodyPr>
          <a:lstStyle/>
          <a:p>
            <a:pPr marL="293049" marR="4483" indent="-282403">
              <a:lnSpc>
                <a:spcPct val="103800"/>
              </a:lnSpc>
              <a:spcBef>
                <a:spcPts val="26"/>
              </a:spcBef>
            </a:pP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Subset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spc="-4" dirty="0">
                <a:solidFill>
                  <a:srgbClr val="2B2728"/>
                </a:solidFill>
                <a:latin typeface="Calibri"/>
                <a:cs typeface="Calibri"/>
              </a:rPr>
              <a:t>data</a:t>
            </a: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 with </a:t>
            </a:r>
            <a:r>
              <a:rPr sz="1412" spc="-30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dirty="0">
                <a:solidFill>
                  <a:srgbClr val="5D5555"/>
                </a:solidFill>
                <a:latin typeface="Calibri"/>
                <a:cs typeface="Calibri"/>
              </a:rPr>
              <a:t>Credit</a:t>
            </a:r>
            <a:r>
              <a:rPr sz="1412" spc="4" dirty="0">
                <a:solidFill>
                  <a:srgbClr val="5D5555"/>
                </a:solidFill>
                <a:latin typeface="Calibri"/>
                <a:cs typeface="Calibri"/>
              </a:rPr>
              <a:t> </a:t>
            </a:r>
            <a:r>
              <a:rPr sz="1412" dirty="0">
                <a:solidFill>
                  <a:srgbClr val="5D5555"/>
                </a:solidFill>
                <a:latin typeface="Calibri"/>
                <a:cs typeface="Calibri"/>
              </a:rPr>
              <a:t>=</a:t>
            </a:r>
            <a:r>
              <a:rPr sz="1412" spc="13" dirty="0">
                <a:solidFill>
                  <a:srgbClr val="5D5555"/>
                </a:solidFill>
                <a:latin typeface="Calibri"/>
                <a:cs typeface="Calibri"/>
              </a:rPr>
              <a:t> </a:t>
            </a:r>
            <a:r>
              <a:rPr sz="1412" spc="-4" dirty="0">
                <a:solidFill>
                  <a:srgbClr val="5D5555"/>
                </a:solidFill>
                <a:latin typeface="Calibri"/>
                <a:cs typeface="Calibri"/>
              </a:rPr>
              <a:t>fair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980545" y="4616905"/>
            <a:ext cx="81243" cy="266140"/>
          </a:xfrm>
          <a:custGeom>
            <a:avLst/>
            <a:gdLst/>
            <a:ahLst/>
            <a:cxnLst/>
            <a:rect l="l" t="t" r="r" b="b"/>
            <a:pathLst>
              <a:path w="92075" h="301625">
                <a:moveTo>
                  <a:pt x="61224" y="76626"/>
                </a:moveTo>
                <a:lnTo>
                  <a:pt x="30612" y="76626"/>
                </a:lnTo>
                <a:lnTo>
                  <a:pt x="30610" y="301605"/>
                </a:lnTo>
                <a:lnTo>
                  <a:pt x="61224" y="301605"/>
                </a:lnTo>
                <a:lnTo>
                  <a:pt x="61224" y="76626"/>
                </a:lnTo>
                <a:close/>
              </a:path>
              <a:path w="92075" h="301625">
                <a:moveTo>
                  <a:pt x="45918" y="0"/>
                </a:moveTo>
                <a:lnTo>
                  <a:pt x="0" y="91951"/>
                </a:lnTo>
                <a:lnTo>
                  <a:pt x="30611" y="91951"/>
                </a:lnTo>
                <a:lnTo>
                  <a:pt x="30612" y="76626"/>
                </a:lnTo>
                <a:lnTo>
                  <a:pt x="84183" y="76626"/>
                </a:lnTo>
                <a:lnTo>
                  <a:pt x="45918" y="0"/>
                </a:lnTo>
                <a:close/>
              </a:path>
              <a:path w="92075" h="301625">
                <a:moveTo>
                  <a:pt x="84183" y="76626"/>
                </a:moveTo>
                <a:lnTo>
                  <a:pt x="61224" y="76626"/>
                </a:lnTo>
                <a:lnTo>
                  <a:pt x="61224" y="91951"/>
                </a:lnTo>
                <a:lnTo>
                  <a:pt x="91836" y="91951"/>
                </a:lnTo>
                <a:lnTo>
                  <a:pt x="84183" y="76626"/>
                </a:lnTo>
                <a:close/>
              </a:path>
            </a:pathLst>
          </a:custGeom>
          <a:solidFill>
            <a:srgbClr val="DB931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 txBox="1"/>
          <p:nvPr/>
        </p:nvSpPr>
        <p:spPr>
          <a:xfrm>
            <a:off x="4416165" y="4896300"/>
            <a:ext cx="1453402" cy="447611"/>
          </a:xfrm>
          <a:prstGeom prst="rect">
            <a:avLst/>
          </a:prstGeom>
        </p:spPr>
        <p:txBody>
          <a:bodyPr vert="horz" wrap="square" lIns="0" tIns="560" rIns="0" bIns="0" rtlCol="0">
            <a:spAutoFit/>
          </a:bodyPr>
          <a:lstStyle/>
          <a:p>
            <a:pPr marL="239258" marR="4483" indent="-228611">
              <a:lnSpc>
                <a:spcPct val="105000"/>
              </a:lnSpc>
              <a:spcBef>
                <a:spcPts val="4"/>
              </a:spcBef>
            </a:pP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Subset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spc="-4" dirty="0">
                <a:solidFill>
                  <a:srgbClr val="2B2728"/>
                </a:solidFill>
                <a:latin typeface="Calibri"/>
                <a:cs typeface="Calibri"/>
              </a:rPr>
              <a:t>data</a:t>
            </a: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 with </a:t>
            </a:r>
            <a:r>
              <a:rPr sz="1412" spc="-30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dirty="0">
                <a:solidFill>
                  <a:srgbClr val="5D5555"/>
                </a:solidFill>
                <a:latin typeface="Calibri"/>
                <a:cs typeface="Calibri"/>
              </a:rPr>
              <a:t>Credit</a:t>
            </a:r>
            <a:r>
              <a:rPr sz="1412" spc="4" dirty="0">
                <a:solidFill>
                  <a:srgbClr val="5D5555"/>
                </a:solidFill>
                <a:latin typeface="Calibri"/>
                <a:cs typeface="Calibri"/>
              </a:rPr>
              <a:t> </a:t>
            </a:r>
            <a:r>
              <a:rPr sz="1412" dirty="0">
                <a:solidFill>
                  <a:srgbClr val="5D5555"/>
                </a:solidFill>
                <a:latin typeface="Calibri"/>
                <a:cs typeface="Calibri"/>
              </a:rPr>
              <a:t>=</a:t>
            </a:r>
            <a:r>
              <a:rPr sz="1412" spc="13" dirty="0">
                <a:solidFill>
                  <a:srgbClr val="5D5555"/>
                </a:solidFill>
                <a:latin typeface="Calibri"/>
                <a:cs typeface="Calibri"/>
              </a:rPr>
              <a:t> </a:t>
            </a:r>
            <a:r>
              <a:rPr sz="1412" spc="9" dirty="0">
                <a:solidFill>
                  <a:srgbClr val="5D5555"/>
                </a:solidFill>
                <a:latin typeface="Calibri"/>
                <a:cs typeface="Calibri"/>
              </a:rPr>
              <a:t>poor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23</a:t>
            </a:fld>
            <a:endParaRPr dirty="0"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CE6D35F2-CA03-4433-9E20-C0728AB27901}" type="datetime1">
              <a:rPr lang="en-US" spc="-9" smtClean="0"/>
              <a:t>3/24/2022</a:t>
            </a:fld>
            <a:endParaRPr spc="-9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123" y="968812"/>
            <a:ext cx="5362575" cy="1119877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3" dirty="0"/>
              <a:t>Visual</a:t>
            </a:r>
            <a:r>
              <a:rPr spc="-9" dirty="0"/>
              <a:t> </a:t>
            </a:r>
            <a:r>
              <a:rPr spc="-22" dirty="0"/>
              <a:t>notation:</a:t>
            </a:r>
            <a:r>
              <a:rPr spc="-13" dirty="0"/>
              <a:t> </a:t>
            </a:r>
            <a:r>
              <a:rPr spc="-26" dirty="0"/>
              <a:t>Intermediate</a:t>
            </a:r>
            <a:r>
              <a:rPr spc="-18" dirty="0"/>
              <a:t> nodes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52255" y="2251454"/>
            <a:ext cx="1237690" cy="600075"/>
            <a:chOff x="2966822" y="2551647"/>
            <a:chExt cx="1402715" cy="680085"/>
          </a:xfrm>
        </p:grpSpPr>
        <p:sp>
          <p:nvSpPr>
            <p:cNvPr id="4" name="object 4"/>
            <p:cNvSpPr/>
            <p:nvPr/>
          </p:nvSpPr>
          <p:spPr>
            <a:xfrm>
              <a:off x="2976347" y="2561172"/>
              <a:ext cx="1383665" cy="661035"/>
            </a:xfrm>
            <a:custGeom>
              <a:avLst/>
              <a:gdLst/>
              <a:ahLst/>
              <a:cxnLst/>
              <a:rect l="l" t="t" r="r" b="b"/>
              <a:pathLst>
                <a:path w="1383664" h="661035">
                  <a:moveTo>
                    <a:pt x="1383271" y="0"/>
                  </a:moveTo>
                  <a:lnTo>
                    <a:pt x="0" y="0"/>
                  </a:lnTo>
                  <a:lnTo>
                    <a:pt x="0" y="660731"/>
                  </a:lnTo>
                  <a:lnTo>
                    <a:pt x="1383271" y="660731"/>
                  </a:lnTo>
                  <a:lnTo>
                    <a:pt x="1383271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976347" y="2561172"/>
              <a:ext cx="1383665" cy="661035"/>
            </a:xfrm>
            <a:custGeom>
              <a:avLst/>
              <a:gdLst/>
              <a:ahLst/>
              <a:cxnLst/>
              <a:rect l="l" t="t" r="r" b="b"/>
              <a:pathLst>
                <a:path w="1383664" h="661035">
                  <a:moveTo>
                    <a:pt x="0" y="0"/>
                  </a:moveTo>
                  <a:lnTo>
                    <a:pt x="1383271" y="0"/>
                  </a:lnTo>
                  <a:lnTo>
                    <a:pt x="1383271" y="660731"/>
                  </a:lnTo>
                  <a:lnTo>
                    <a:pt x="0" y="660731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032653" y="2270509"/>
            <a:ext cx="604557" cy="4986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R="62756" algn="r">
              <a:lnSpc>
                <a:spcPts val="1884"/>
              </a:lnSpc>
              <a:spcBef>
                <a:spcPts val="88"/>
              </a:spcBef>
            </a:pPr>
            <a:r>
              <a:rPr sz="1588" b="1" spc="-18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588">
              <a:latin typeface="Calibri"/>
              <a:cs typeface="Calibri"/>
            </a:endParaRPr>
          </a:p>
          <a:p>
            <a:pPr marR="4483" algn="r">
              <a:lnSpc>
                <a:spcPts val="1884"/>
              </a:lnSpc>
              <a:tabLst>
                <a:tab pos="379900" algn="l"/>
              </a:tabLst>
            </a:pPr>
            <a:r>
              <a:rPr sz="1588" spc="-13" dirty="0">
                <a:solidFill>
                  <a:srgbClr val="648E04"/>
                </a:solidFill>
                <a:latin typeface="Calibri"/>
                <a:cs typeface="Calibri"/>
              </a:rPr>
              <a:t>2</a:t>
            </a:r>
            <a:r>
              <a:rPr sz="1588" dirty="0">
                <a:solidFill>
                  <a:srgbClr val="648E04"/>
                </a:solidFill>
                <a:latin typeface="Calibri"/>
                <a:cs typeface="Calibri"/>
              </a:rPr>
              <a:t>2	</a:t>
            </a:r>
            <a:r>
              <a:rPr sz="1588" spc="-13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30156" y="3996141"/>
            <a:ext cx="985557" cy="600075"/>
            <a:chOff x="1241776" y="4528959"/>
            <a:chExt cx="1116965" cy="680085"/>
          </a:xfrm>
        </p:grpSpPr>
        <p:sp>
          <p:nvSpPr>
            <p:cNvPr id="8" name="object 8"/>
            <p:cNvSpPr/>
            <p:nvPr/>
          </p:nvSpPr>
          <p:spPr>
            <a:xfrm>
              <a:off x="1251301" y="4538484"/>
              <a:ext cx="1097915" cy="661035"/>
            </a:xfrm>
            <a:custGeom>
              <a:avLst/>
              <a:gdLst/>
              <a:ahLst/>
              <a:cxnLst/>
              <a:rect l="l" t="t" r="r" b="b"/>
              <a:pathLst>
                <a:path w="1097914" h="661035">
                  <a:moveTo>
                    <a:pt x="1097488" y="0"/>
                  </a:moveTo>
                  <a:lnTo>
                    <a:pt x="0" y="0"/>
                  </a:lnTo>
                  <a:lnTo>
                    <a:pt x="0" y="660731"/>
                  </a:lnTo>
                  <a:lnTo>
                    <a:pt x="1097488" y="660731"/>
                  </a:lnTo>
                  <a:lnTo>
                    <a:pt x="1097488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1251301" y="4538484"/>
              <a:ext cx="1097915" cy="661035"/>
            </a:xfrm>
            <a:custGeom>
              <a:avLst/>
              <a:gdLst/>
              <a:ahLst/>
              <a:cxnLst/>
              <a:rect l="l" t="t" r="r" b="b"/>
              <a:pathLst>
                <a:path w="1097914" h="661035">
                  <a:moveTo>
                    <a:pt x="0" y="0"/>
                  </a:moveTo>
                  <a:lnTo>
                    <a:pt x="1097489" y="0"/>
                  </a:lnTo>
                  <a:lnTo>
                    <a:pt x="1097489" y="660731"/>
                  </a:lnTo>
                  <a:lnTo>
                    <a:pt x="0" y="660731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50030" y="4018626"/>
            <a:ext cx="746872" cy="487690"/>
          </a:xfrm>
          <a:prstGeom prst="rect">
            <a:avLst/>
          </a:prstGeom>
        </p:spPr>
        <p:txBody>
          <a:bodyPr vert="horz" wrap="square" lIns="0" tIns="25773" rIns="0" bIns="0" rtlCol="0">
            <a:spAutoFit/>
          </a:bodyPr>
          <a:lstStyle/>
          <a:p>
            <a:pPr marL="160253" marR="4483" indent="-149607">
              <a:lnSpc>
                <a:spcPts val="1844"/>
              </a:lnSpc>
              <a:spcBef>
                <a:spcPts val="202"/>
              </a:spcBef>
              <a:tabLst>
                <a:tab pos="484120" algn="l"/>
              </a:tabLst>
            </a:pPr>
            <a:r>
              <a:rPr sz="1588" spc="-31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588" spc="-44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celle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588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588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588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888541" y="4007511"/>
            <a:ext cx="973791" cy="600075"/>
            <a:chOff x="3121280" y="4541845"/>
            <a:chExt cx="1103630" cy="680085"/>
          </a:xfrm>
        </p:grpSpPr>
        <p:sp>
          <p:nvSpPr>
            <p:cNvPr id="12" name="object 12"/>
            <p:cNvSpPr/>
            <p:nvPr/>
          </p:nvSpPr>
          <p:spPr>
            <a:xfrm>
              <a:off x="3130805" y="4551370"/>
              <a:ext cx="1084580" cy="661035"/>
            </a:xfrm>
            <a:custGeom>
              <a:avLst/>
              <a:gdLst/>
              <a:ahLst/>
              <a:cxnLst/>
              <a:rect l="l" t="t" r="r" b="b"/>
              <a:pathLst>
                <a:path w="1084579" h="661035">
                  <a:moveTo>
                    <a:pt x="1083995" y="0"/>
                  </a:moveTo>
                  <a:lnTo>
                    <a:pt x="0" y="0"/>
                  </a:lnTo>
                  <a:lnTo>
                    <a:pt x="0" y="660731"/>
                  </a:lnTo>
                  <a:lnTo>
                    <a:pt x="1083995" y="660731"/>
                  </a:lnTo>
                  <a:lnTo>
                    <a:pt x="1083995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130805" y="4551370"/>
              <a:ext cx="1084580" cy="661035"/>
            </a:xfrm>
            <a:custGeom>
              <a:avLst/>
              <a:gdLst/>
              <a:ahLst/>
              <a:cxnLst/>
              <a:rect l="l" t="t" r="r" b="b"/>
              <a:pathLst>
                <a:path w="1084579" h="661035">
                  <a:moveTo>
                    <a:pt x="0" y="0"/>
                  </a:moveTo>
                  <a:lnTo>
                    <a:pt x="1083996" y="0"/>
                  </a:lnTo>
                  <a:lnTo>
                    <a:pt x="1083996" y="660731"/>
                  </a:lnTo>
                  <a:lnTo>
                    <a:pt x="0" y="660731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51277" y="4029384"/>
            <a:ext cx="448795" cy="487690"/>
          </a:xfrm>
          <a:prstGeom prst="rect">
            <a:avLst/>
          </a:prstGeom>
        </p:spPr>
        <p:txBody>
          <a:bodyPr vert="horz" wrap="square" lIns="0" tIns="25773" rIns="0" bIns="0" rtlCol="0">
            <a:spAutoFit/>
          </a:bodyPr>
          <a:lstStyle/>
          <a:p>
            <a:pPr marL="11206" marR="4483" indent="77885">
              <a:lnSpc>
                <a:spcPts val="1844"/>
              </a:lnSpc>
              <a:spcBef>
                <a:spcPts val="202"/>
              </a:spcBef>
              <a:tabLst>
                <a:tab pos="335074" algn="l"/>
              </a:tabLst>
            </a:pP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fair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588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35437" y="4025503"/>
            <a:ext cx="971550" cy="600075"/>
            <a:chOff x="4987762" y="4562236"/>
            <a:chExt cx="1101090" cy="680085"/>
          </a:xfrm>
        </p:grpSpPr>
        <p:sp>
          <p:nvSpPr>
            <p:cNvPr id="16" name="object 16"/>
            <p:cNvSpPr/>
            <p:nvPr/>
          </p:nvSpPr>
          <p:spPr>
            <a:xfrm>
              <a:off x="4997287" y="4571761"/>
              <a:ext cx="1082040" cy="661035"/>
            </a:xfrm>
            <a:custGeom>
              <a:avLst/>
              <a:gdLst/>
              <a:ahLst/>
              <a:cxnLst/>
              <a:rect l="l" t="t" r="r" b="b"/>
              <a:pathLst>
                <a:path w="1082039" h="661035">
                  <a:moveTo>
                    <a:pt x="1081695" y="0"/>
                  </a:moveTo>
                  <a:lnTo>
                    <a:pt x="0" y="0"/>
                  </a:lnTo>
                  <a:lnTo>
                    <a:pt x="0" y="660731"/>
                  </a:lnTo>
                  <a:lnTo>
                    <a:pt x="1081695" y="660731"/>
                  </a:lnTo>
                  <a:lnTo>
                    <a:pt x="1081695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4997287" y="4571761"/>
              <a:ext cx="1082040" cy="661035"/>
            </a:xfrm>
            <a:custGeom>
              <a:avLst/>
              <a:gdLst/>
              <a:ahLst/>
              <a:cxnLst/>
              <a:rect l="l" t="t" r="r" b="b"/>
              <a:pathLst>
                <a:path w="1082039" h="661035">
                  <a:moveTo>
                    <a:pt x="0" y="0"/>
                  </a:moveTo>
                  <a:lnTo>
                    <a:pt x="1081695" y="0"/>
                  </a:lnTo>
                  <a:lnTo>
                    <a:pt x="1081695" y="660731"/>
                  </a:lnTo>
                  <a:lnTo>
                    <a:pt x="0" y="660731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747018" y="4045521"/>
            <a:ext cx="548528" cy="511641"/>
          </a:xfrm>
          <a:prstGeom prst="rect">
            <a:avLst/>
          </a:prstGeom>
        </p:spPr>
        <p:txBody>
          <a:bodyPr vert="horz" wrap="square" lIns="0" tIns="24093" rIns="0" bIns="0" rtlCol="0">
            <a:spAutoFit/>
          </a:bodyPr>
          <a:lstStyle/>
          <a:p>
            <a:pPr marL="11206" marR="4483" indent="70601">
              <a:lnSpc>
                <a:spcPts val="1862"/>
              </a:lnSpc>
              <a:spcBef>
                <a:spcPts val="190"/>
              </a:spcBef>
              <a:tabLst>
                <a:tab pos="335074" algn="l"/>
              </a:tabLst>
            </a:pP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poor </a:t>
            </a:r>
            <a:r>
              <a:rPr sz="1588" spc="-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648E04"/>
                </a:solidFill>
                <a:latin typeface="Calibri"/>
                <a:cs typeface="Calibri"/>
              </a:rPr>
              <a:t>4	</a:t>
            </a:r>
            <a:r>
              <a:rPr sz="1588" spc="-13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7694" y="2278115"/>
            <a:ext cx="1057835" cy="52427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981"/>
              </a:lnSpc>
              <a:spcBef>
                <a:spcPts val="88"/>
              </a:spcBef>
            </a:pPr>
            <a:r>
              <a:rPr sz="1677" b="1" spc="-18" dirty="0">
                <a:solidFill>
                  <a:srgbClr val="2B2728"/>
                </a:solidFill>
                <a:latin typeface="Calibri"/>
                <a:cs typeface="Calibri"/>
              </a:rPr>
              <a:t>L</a:t>
            </a:r>
            <a:r>
              <a:rPr sz="1677" b="1" spc="-22" dirty="0">
                <a:solidFill>
                  <a:srgbClr val="2B2728"/>
                </a:solidFill>
                <a:latin typeface="Calibri"/>
                <a:cs typeface="Calibri"/>
              </a:rPr>
              <a:t>oa</a:t>
            </a:r>
            <a:r>
              <a:rPr sz="1677" b="1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677" b="1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b="1" spc="-35" dirty="0">
                <a:solidFill>
                  <a:srgbClr val="2B2728"/>
                </a:solidFill>
                <a:latin typeface="Calibri"/>
                <a:cs typeface="Calibri"/>
              </a:rPr>
              <a:t>sta</a:t>
            </a:r>
            <a:r>
              <a:rPr sz="1677" b="1" spc="-18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677" b="1" spc="-26" dirty="0">
                <a:solidFill>
                  <a:srgbClr val="2B2728"/>
                </a:solidFill>
                <a:latin typeface="Calibri"/>
                <a:cs typeface="Calibri"/>
              </a:rPr>
              <a:t>u</a:t>
            </a:r>
            <a:r>
              <a:rPr sz="1677" b="1" spc="-18" dirty="0">
                <a:solidFill>
                  <a:srgbClr val="2B2728"/>
                </a:solidFill>
                <a:latin typeface="Calibri"/>
                <a:cs typeface="Calibri"/>
              </a:rPr>
              <a:t>s:</a:t>
            </a:r>
            <a:endParaRPr sz="1677">
              <a:latin typeface="Calibri"/>
              <a:cs typeface="Calibri"/>
            </a:endParaRPr>
          </a:p>
          <a:p>
            <a:pPr marL="11206">
              <a:lnSpc>
                <a:spcPts val="1981"/>
              </a:lnSpc>
            </a:pPr>
            <a:r>
              <a:rPr sz="1677" spc="-31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677" spc="-53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677" spc="-22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677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14429" y="2842736"/>
            <a:ext cx="3315260" cy="1199590"/>
            <a:chOff x="1790619" y="3221767"/>
            <a:chExt cx="3757295" cy="1359535"/>
          </a:xfrm>
        </p:grpSpPr>
        <p:sp>
          <p:nvSpPr>
            <p:cNvPr id="21" name="object 21"/>
            <p:cNvSpPr/>
            <p:nvPr/>
          </p:nvSpPr>
          <p:spPr>
            <a:xfrm>
              <a:off x="3627998" y="3221767"/>
              <a:ext cx="87630" cy="334010"/>
            </a:xfrm>
            <a:custGeom>
              <a:avLst/>
              <a:gdLst/>
              <a:ahLst/>
              <a:cxnLst/>
              <a:rect l="l" t="t" r="r" b="b"/>
              <a:pathLst>
                <a:path w="87629" h="334010">
                  <a:moveTo>
                    <a:pt x="10344" y="247958"/>
                  </a:moveTo>
                  <a:lnTo>
                    <a:pt x="1433" y="253337"/>
                  </a:lnTo>
                  <a:lnTo>
                    <a:pt x="0" y="259133"/>
                  </a:lnTo>
                  <a:lnTo>
                    <a:pt x="44804" y="333541"/>
                  </a:lnTo>
                  <a:lnTo>
                    <a:pt x="55271" y="314962"/>
                  </a:lnTo>
                  <a:lnTo>
                    <a:pt x="35115" y="314962"/>
                  </a:lnTo>
                  <a:lnTo>
                    <a:pt x="34611" y="280082"/>
                  </a:lnTo>
                  <a:lnTo>
                    <a:pt x="16132" y="249394"/>
                  </a:lnTo>
                  <a:lnTo>
                    <a:pt x="10344" y="247958"/>
                  </a:lnTo>
                  <a:close/>
                </a:path>
                <a:path w="87629" h="334010">
                  <a:moveTo>
                    <a:pt x="34611" y="280082"/>
                  </a:moveTo>
                  <a:lnTo>
                    <a:pt x="35115" y="314962"/>
                  </a:lnTo>
                  <a:lnTo>
                    <a:pt x="53952" y="314689"/>
                  </a:lnTo>
                  <a:lnTo>
                    <a:pt x="53887" y="310192"/>
                  </a:lnTo>
                  <a:lnTo>
                    <a:pt x="36329" y="310192"/>
                  </a:lnTo>
                  <a:lnTo>
                    <a:pt x="44263" y="296110"/>
                  </a:lnTo>
                  <a:lnTo>
                    <a:pt x="34611" y="280082"/>
                  </a:lnTo>
                  <a:close/>
                </a:path>
                <a:path w="87629" h="334010">
                  <a:moveTo>
                    <a:pt x="76776" y="246995"/>
                  </a:moveTo>
                  <a:lnTo>
                    <a:pt x="71031" y="248598"/>
                  </a:lnTo>
                  <a:lnTo>
                    <a:pt x="53447" y="279808"/>
                  </a:lnTo>
                  <a:lnTo>
                    <a:pt x="53952" y="314689"/>
                  </a:lnTo>
                  <a:lnTo>
                    <a:pt x="35115" y="314962"/>
                  </a:lnTo>
                  <a:lnTo>
                    <a:pt x="55271" y="314962"/>
                  </a:lnTo>
                  <a:lnTo>
                    <a:pt x="87439" y="257865"/>
                  </a:lnTo>
                  <a:lnTo>
                    <a:pt x="85838" y="252114"/>
                  </a:lnTo>
                  <a:lnTo>
                    <a:pt x="76776" y="246995"/>
                  </a:lnTo>
                  <a:close/>
                </a:path>
                <a:path w="87629" h="334010">
                  <a:moveTo>
                    <a:pt x="44263" y="296110"/>
                  </a:moveTo>
                  <a:lnTo>
                    <a:pt x="36329" y="310192"/>
                  </a:lnTo>
                  <a:lnTo>
                    <a:pt x="52600" y="309957"/>
                  </a:lnTo>
                  <a:lnTo>
                    <a:pt x="44263" y="296110"/>
                  </a:lnTo>
                  <a:close/>
                </a:path>
                <a:path w="87629" h="334010">
                  <a:moveTo>
                    <a:pt x="53447" y="279808"/>
                  </a:moveTo>
                  <a:lnTo>
                    <a:pt x="44263" y="296110"/>
                  </a:lnTo>
                  <a:lnTo>
                    <a:pt x="52600" y="309957"/>
                  </a:lnTo>
                  <a:lnTo>
                    <a:pt x="36329" y="310192"/>
                  </a:lnTo>
                  <a:lnTo>
                    <a:pt x="53887" y="310192"/>
                  </a:lnTo>
                  <a:lnTo>
                    <a:pt x="53447" y="279808"/>
                  </a:lnTo>
                  <a:close/>
                </a:path>
                <a:path w="87629" h="334010">
                  <a:moveTo>
                    <a:pt x="49402" y="0"/>
                  </a:moveTo>
                  <a:lnTo>
                    <a:pt x="30566" y="273"/>
                  </a:lnTo>
                  <a:lnTo>
                    <a:pt x="34611" y="280082"/>
                  </a:lnTo>
                  <a:lnTo>
                    <a:pt x="44263" y="296110"/>
                  </a:lnTo>
                  <a:lnTo>
                    <a:pt x="53447" y="279808"/>
                  </a:lnTo>
                  <a:lnTo>
                    <a:pt x="49402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1800046" y="3873073"/>
              <a:ext cx="956310" cy="665480"/>
            </a:xfrm>
            <a:custGeom>
              <a:avLst/>
              <a:gdLst/>
              <a:ahLst/>
              <a:cxnLst/>
              <a:rect l="l" t="t" r="r" b="b"/>
              <a:pathLst>
                <a:path w="956310" h="665479">
                  <a:moveTo>
                    <a:pt x="955868" y="0"/>
                  </a:moveTo>
                  <a:lnTo>
                    <a:pt x="0" y="0"/>
                  </a:lnTo>
                  <a:lnTo>
                    <a:pt x="0" y="665411"/>
                  </a:lnTo>
                </a:path>
              </a:pathLst>
            </a:custGeom>
            <a:ln w="18854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3672803" y="4190880"/>
              <a:ext cx="0" cy="360680"/>
            </a:xfrm>
            <a:custGeom>
              <a:avLst/>
              <a:gdLst/>
              <a:ahLst/>
              <a:cxnLst/>
              <a:rect l="l" t="t" r="r" b="b"/>
              <a:pathLst>
                <a:path h="360679">
                  <a:moveTo>
                    <a:pt x="0" y="0"/>
                  </a:moveTo>
                  <a:lnTo>
                    <a:pt x="0" y="360489"/>
                  </a:lnTo>
                </a:path>
              </a:pathLst>
            </a:custGeom>
            <a:ln w="18838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589690" y="3873073"/>
              <a:ext cx="948690" cy="699135"/>
            </a:xfrm>
            <a:custGeom>
              <a:avLst/>
              <a:gdLst/>
              <a:ahLst/>
              <a:cxnLst/>
              <a:rect l="l" t="t" r="r" b="b"/>
              <a:pathLst>
                <a:path w="948689" h="699135">
                  <a:moveTo>
                    <a:pt x="0" y="0"/>
                  </a:moveTo>
                  <a:lnTo>
                    <a:pt x="948444" y="0"/>
                  </a:lnTo>
                  <a:lnTo>
                    <a:pt x="948444" y="698688"/>
                  </a:lnTo>
                </a:path>
              </a:pathLst>
            </a:custGeom>
            <a:ln w="18853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2755915" y="3555265"/>
              <a:ext cx="1833880" cy="635635"/>
            </a:xfrm>
            <a:custGeom>
              <a:avLst/>
              <a:gdLst/>
              <a:ahLst/>
              <a:cxnLst/>
              <a:rect l="l" t="t" r="r" b="b"/>
              <a:pathLst>
                <a:path w="1833879" h="635635">
                  <a:moveTo>
                    <a:pt x="916887" y="0"/>
                  </a:moveTo>
                  <a:lnTo>
                    <a:pt x="0" y="317807"/>
                  </a:lnTo>
                  <a:lnTo>
                    <a:pt x="916887" y="635614"/>
                  </a:lnTo>
                  <a:lnTo>
                    <a:pt x="1833775" y="317807"/>
                  </a:lnTo>
                  <a:lnTo>
                    <a:pt x="916887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2755915" y="3555265"/>
              <a:ext cx="1833880" cy="635635"/>
            </a:xfrm>
            <a:custGeom>
              <a:avLst/>
              <a:gdLst/>
              <a:ahLst/>
              <a:cxnLst/>
              <a:rect l="l" t="t" r="r" b="b"/>
              <a:pathLst>
                <a:path w="1833879" h="635635">
                  <a:moveTo>
                    <a:pt x="0" y="317807"/>
                  </a:moveTo>
                  <a:lnTo>
                    <a:pt x="916887" y="0"/>
                  </a:lnTo>
                  <a:lnTo>
                    <a:pt x="1833775" y="317807"/>
                  </a:lnTo>
                  <a:lnTo>
                    <a:pt x="916887" y="635614"/>
                  </a:lnTo>
                  <a:lnTo>
                    <a:pt x="0" y="317807"/>
                  </a:lnTo>
                  <a:close/>
                </a:path>
              </a:pathLst>
            </a:custGeom>
            <a:ln w="18859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097147" y="3288031"/>
            <a:ext cx="554131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Credit?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04984" y="5131581"/>
            <a:ext cx="1701053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2B2728"/>
                </a:solidFill>
                <a:latin typeface="Calibri"/>
                <a:cs typeface="Calibri"/>
              </a:rPr>
              <a:t>Intermediate</a:t>
            </a:r>
            <a:r>
              <a:rPr sz="1677" spc="-6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nodes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06932" y="4693374"/>
            <a:ext cx="368674" cy="360829"/>
          </a:xfrm>
          <a:custGeom>
            <a:avLst/>
            <a:gdLst/>
            <a:ahLst/>
            <a:cxnLst/>
            <a:rect l="l" t="t" r="r" b="b"/>
            <a:pathLst>
              <a:path w="417830" h="408939">
                <a:moveTo>
                  <a:pt x="76419" y="53250"/>
                </a:moveTo>
                <a:lnTo>
                  <a:pt x="55039" y="75187"/>
                </a:lnTo>
                <a:lnTo>
                  <a:pt x="396435" y="408739"/>
                </a:lnTo>
                <a:lnTo>
                  <a:pt x="417814" y="386802"/>
                </a:lnTo>
                <a:lnTo>
                  <a:pt x="76419" y="53250"/>
                </a:lnTo>
                <a:close/>
              </a:path>
              <a:path w="417830" h="408939">
                <a:moveTo>
                  <a:pt x="0" y="0"/>
                </a:moveTo>
                <a:lnTo>
                  <a:pt x="33660" y="97124"/>
                </a:lnTo>
                <a:lnTo>
                  <a:pt x="55039" y="75187"/>
                </a:lnTo>
                <a:lnTo>
                  <a:pt x="44084" y="64484"/>
                </a:lnTo>
                <a:lnTo>
                  <a:pt x="65464" y="42547"/>
                </a:lnTo>
                <a:lnTo>
                  <a:pt x="86849" y="42547"/>
                </a:lnTo>
                <a:lnTo>
                  <a:pt x="97798" y="31313"/>
                </a:lnTo>
                <a:lnTo>
                  <a:pt x="0" y="0"/>
                </a:lnTo>
                <a:close/>
              </a:path>
              <a:path w="417830" h="408939">
                <a:moveTo>
                  <a:pt x="65464" y="42547"/>
                </a:moveTo>
                <a:lnTo>
                  <a:pt x="44084" y="64484"/>
                </a:lnTo>
                <a:lnTo>
                  <a:pt x="55039" y="75187"/>
                </a:lnTo>
                <a:lnTo>
                  <a:pt x="76419" y="53250"/>
                </a:lnTo>
                <a:lnTo>
                  <a:pt x="65464" y="42547"/>
                </a:lnTo>
                <a:close/>
              </a:path>
              <a:path w="417830" h="408939">
                <a:moveTo>
                  <a:pt x="86849" y="42547"/>
                </a:moveTo>
                <a:lnTo>
                  <a:pt x="65464" y="42547"/>
                </a:lnTo>
                <a:lnTo>
                  <a:pt x="76419" y="53250"/>
                </a:lnTo>
                <a:lnTo>
                  <a:pt x="86849" y="42547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/>
          <p:nvPr/>
        </p:nvSpPr>
        <p:spPr>
          <a:xfrm>
            <a:off x="4192722" y="4693375"/>
            <a:ext cx="346822" cy="402851"/>
          </a:xfrm>
          <a:custGeom>
            <a:avLst/>
            <a:gdLst/>
            <a:ahLst/>
            <a:cxnLst/>
            <a:rect l="l" t="t" r="r" b="b"/>
            <a:pathLst>
              <a:path w="393064" h="456564">
                <a:moveTo>
                  <a:pt x="321250" y="59950"/>
                </a:moveTo>
                <a:lnTo>
                  <a:pt x="0" y="436377"/>
                </a:lnTo>
                <a:lnTo>
                  <a:pt x="23274" y="456288"/>
                </a:lnTo>
                <a:lnTo>
                  <a:pt x="344523" y="79861"/>
                </a:lnTo>
                <a:lnTo>
                  <a:pt x="321250" y="59950"/>
                </a:lnTo>
                <a:close/>
              </a:path>
              <a:path w="393064" h="456564">
                <a:moveTo>
                  <a:pt x="380565" y="48299"/>
                </a:moveTo>
                <a:lnTo>
                  <a:pt x="331194" y="48299"/>
                </a:lnTo>
                <a:lnTo>
                  <a:pt x="354467" y="68210"/>
                </a:lnTo>
                <a:lnTo>
                  <a:pt x="344523" y="79861"/>
                </a:lnTo>
                <a:lnTo>
                  <a:pt x="367797" y="99773"/>
                </a:lnTo>
                <a:lnTo>
                  <a:pt x="380565" y="48299"/>
                </a:lnTo>
                <a:close/>
              </a:path>
              <a:path w="393064" h="456564">
                <a:moveTo>
                  <a:pt x="331194" y="48299"/>
                </a:moveTo>
                <a:lnTo>
                  <a:pt x="321250" y="59950"/>
                </a:lnTo>
                <a:lnTo>
                  <a:pt x="344523" y="79861"/>
                </a:lnTo>
                <a:lnTo>
                  <a:pt x="354467" y="68210"/>
                </a:lnTo>
                <a:lnTo>
                  <a:pt x="331194" y="48299"/>
                </a:lnTo>
                <a:close/>
              </a:path>
              <a:path w="393064" h="456564">
                <a:moveTo>
                  <a:pt x="392546" y="0"/>
                </a:moveTo>
                <a:lnTo>
                  <a:pt x="297977" y="40039"/>
                </a:lnTo>
                <a:lnTo>
                  <a:pt x="321250" y="59950"/>
                </a:lnTo>
                <a:lnTo>
                  <a:pt x="331194" y="48299"/>
                </a:lnTo>
                <a:lnTo>
                  <a:pt x="380565" y="48299"/>
                </a:lnTo>
                <a:lnTo>
                  <a:pt x="392546" y="0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/>
          <p:nvPr/>
        </p:nvSpPr>
        <p:spPr>
          <a:xfrm>
            <a:off x="3330411" y="4679797"/>
            <a:ext cx="81243" cy="364751"/>
          </a:xfrm>
          <a:custGeom>
            <a:avLst/>
            <a:gdLst/>
            <a:ahLst/>
            <a:cxnLst/>
            <a:rect l="l" t="t" r="r" b="b"/>
            <a:pathLst>
              <a:path w="92075" h="413385">
                <a:moveTo>
                  <a:pt x="61224" y="76626"/>
                </a:moveTo>
                <a:lnTo>
                  <a:pt x="30612" y="76626"/>
                </a:lnTo>
                <a:lnTo>
                  <a:pt x="30610" y="413157"/>
                </a:lnTo>
                <a:lnTo>
                  <a:pt x="61222" y="413157"/>
                </a:lnTo>
                <a:lnTo>
                  <a:pt x="61224" y="76626"/>
                </a:lnTo>
                <a:close/>
              </a:path>
              <a:path w="92075" h="413385">
                <a:moveTo>
                  <a:pt x="45918" y="0"/>
                </a:moveTo>
                <a:lnTo>
                  <a:pt x="0" y="91951"/>
                </a:lnTo>
                <a:lnTo>
                  <a:pt x="30612" y="91951"/>
                </a:lnTo>
                <a:lnTo>
                  <a:pt x="30612" y="76626"/>
                </a:lnTo>
                <a:lnTo>
                  <a:pt x="84183" y="76626"/>
                </a:lnTo>
                <a:lnTo>
                  <a:pt x="45918" y="0"/>
                </a:lnTo>
                <a:close/>
              </a:path>
              <a:path w="92075" h="413385">
                <a:moveTo>
                  <a:pt x="84183" y="76626"/>
                </a:moveTo>
                <a:lnTo>
                  <a:pt x="61224" y="76626"/>
                </a:lnTo>
                <a:lnTo>
                  <a:pt x="61224" y="91951"/>
                </a:lnTo>
                <a:lnTo>
                  <a:pt x="91836" y="91951"/>
                </a:lnTo>
                <a:lnTo>
                  <a:pt x="84183" y="76626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24</a:t>
            </a:fld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283BBBC3-6FCA-4680-BCFA-CC8363D936DC}" type="datetime1">
              <a:rPr lang="en-US" spc="-9" smtClean="0"/>
              <a:t>3/24/2022</a:t>
            </a:fld>
            <a:endParaRPr spc="-9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634" y="1240606"/>
            <a:ext cx="7585981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8" dirty="0"/>
              <a:t>Making</a:t>
            </a:r>
            <a:r>
              <a:rPr spc="-22" dirty="0"/>
              <a:t> </a:t>
            </a:r>
            <a:r>
              <a:rPr spc="-18" dirty="0"/>
              <a:t>predictions</a:t>
            </a:r>
            <a:r>
              <a:rPr spc="-22" dirty="0"/>
              <a:t> </a:t>
            </a:r>
            <a:r>
              <a:rPr spc="-13" dirty="0"/>
              <a:t>with</a:t>
            </a:r>
            <a:r>
              <a:rPr spc="-26" dirty="0"/>
              <a:t> </a:t>
            </a:r>
            <a:r>
              <a:rPr dirty="0"/>
              <a:t>a</a:t>
            </a:r>
            <a:r>
              <a:rPr spc="-22" dirty="0"/>
              <a:t> </a:t>
            </a:r>
            <a:r>
              <a:rPr spc="-13" dirty="0"/>
              <a:t>decision</a:t>
            </a:r>
            <a:endParaRPr spc="-31" dirty="0"/>
          </a:p>
        </p:txBody>
      </p:sp>
      <p:grpSp>
        <p:nvGrpSpPr>
          <p:cNvPr id="3" name="object 3"/>
          <p:cNvGrpSpPr/>
          <p:nvPr/>
        </p:nvGrpSpPr>
        <p:grpSpPr>
          <a:xfrm>
            <a:off x="2332588" y="2469567"/>
            <a:ext cx="710453" cy="473449"/>
            <a:chOff x="2491200" y="2798842"/>
            <a:chExt cx="805180" cy="536575"/>
          </a:xfrm>
        </p:grpSpPr>
        <p:sp>
          <p:nvSpPr>
            <p:cNvPr id="4" name="object 4"/>
            <p:cNvSpPr/>
            <p:nvPr/>
          </p:nvSpPr>
          <p:spPr>
            <a:xfrm>
              <a:off x="2500725" y="2808367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785820" y="0"/>
                  </a:moveTo>
                  <a:lnTo>
                    <a:pt x="0" y="0"/>
                  </a:lnTo>
                  <a:lnTo>
                    <a:pt x="0" y="517208"/>
                  </a:lnTo>
                  <a:lnTo>
                    <a:pt x="785820" y="517208"/>
                  </a:lnTo>
                  <a:lnTo>
                    <a:pt x="785820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500725" y="2808367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0" y="0"/>
                  </a:moveTo>
                  <a:lnTo>
                    <a:pt x="785821" y="0"/>
                  </a:lnTo>
                  <a:lnTo>
                    <a:pt x="785821" y="517208"/>
                  </a:lnTo>
                  <a:lnTo>
                    <a:pt x="0" y="517208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33398" y="2489738"/>
            <a:ext cx="309282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26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324" spc="-13" dirty="0">
                <a:solidFill>
                  <a:srgbClr val="2B2728"/>
                </a:solidFill>
                <a:latin typeface="Calibri"/>
                <a:cs typeface="Calibri"/>
              </a:rPr>
              <a:t>oo</a:t>
            </a: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70775" y="2677996"/>
            <a:ext cx="43422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22</a:t>
            </a:r>
            <a:r>
              <a:rPr sz="1324" spc="202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44342" y="3669703"/>
            <a:ext cx="2892238" cy="586628"/>
            <a:chOff x="1031188" y="4158996"/>
            <a:chExt cx="3277870" cy="66484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0255" y="4158996"/>
              <a:ext cx="228600" cy="66446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40713" y="4270075"/>
              <a:ext cx="969010" cy="515620"/>
            </a:xfrm>
            <a:custGeom>
              <a:avLst/>
              <a:gdLst/>
              <a:ahLst/>
              <a:cxnLst/>
              <a:rect l="l" t="t" r="r" b="b"/>
              <a:pathLst>
                <a:path w="969010" h="515620">
                  <a:moveTo>
                    <a:pt x="968472" y="0"/>
                  </a:moveTo>
                  <a:lnTo>
                    <a:pt x="0" y="0"/>
                  </a:lnTo>
                  <a:lnTo>
                    <a:pt x="0" y="515421"/>
                  </a:lnTo>
                  <a:lnTo>
                    <a:pt x="968472" y="515421"/>
                  </a:lnTo>
                  <a:lnTo>
                    <a:pt x="968472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0713" y="4270075"/>
              <a:ext cx="969010" cy="515620"/>
            </a:xfrm>
            <a:custGeom>
              <a:avLst/>
              <a:gdLst/>
              <a:ahLst/>
              <a:cxnLst/>
              <a:rect l="l" t="t" r="r" b="b"/>
              <a:pathLst>
                <a:path w="969010" h="515620">
                  <a:moveTo>
                    <a:pt x="0" y="0"/>
                  </a:moveTo>
                  <a:lnTo>
                    <a:pt x="968472" y="0"/>
                  </a:lnTo>
                  <a:lnTo>
                    <a:pt x="968472" y="515421"/>
                  </a:lnTo>
                  <a:lnTo>
                    <a:pt x="0" y="515421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66765" y="3780655"/>
            <a:ext cx="626969" cy="411877"/>
          </a:xfrm>
          <a:prstGeom prst="rect">
            <a:avLst/>
          </a:prstGeom>
        </p:spPr>
        <p:txBody>
          <a:bodyPr vert="horz" wrap="square" lIns="0" tIns="26894" rIns="0" bIns="0" rtlCol="0">
            <a:spAutoFit/>
          </a:bodyPr>
          <a:lstStyle/>
          <a:p>
            <a:pPr marL="154089" marR="4483" indent="-143443">
              <a:lnSpc>
                <a:spcPts val="1500"/>
              </a:lnSpc>
              <a:spcBef>
                <a:spcPts val="212"/>
              </a:spcBef>
              <a:tabLst>
                <a:tab pos="387744" algn="l"/>
              </a:tabLst>
            </a:pPr>
            <a:r>
              <a:rPr sz="1324" spc="-26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324" spc="-40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324" spc="-4" dirty="0">
                <a:solidFill>
                  <a:srgbClr val="2B2728"/>
                </a:solidFill>
                <a:latin typeface="Calibri"/>
                <a:cs typeface="Calibri"/>
              </a:rPr>
              <a:t>celle</a:t>
            </a:r>
            <a:r>
              <a:rPr sz="1324" spc="-2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02931" y="3749674"/>
            <a:ext cx="769844" cy="481293"/>
            <a:chOff x="2457588" y="4249630"/>
            <a:chExt cx="872490" cy="545465"/>
          </a:xfrm>
        </p:grpSpPr>
        <p:sp>
          <p:nvSpPr>
            <p:cNvPr id="14" name="object 14"/>
            <p:cNvSpPr/>
            <p:nvPr/>
          </p:nvSpPr>
          <p:spPr>
            <a:xfrm>
              <a:off x="2467113" y="4259155"/>
              <a:ext cx="853440" cy="526415"/>
            </a:xfrm>
            <a:custGeom>
              <a:avLst/>
              <a:gdLst/>
              <a:ahLst/>
              <a:cxnLst/>
              <a:rect l="l" t="t" r="r" b="b"/>
              <a:pathLst>
                <a:path w="853439" h="526414">
                  <a:moveTo>
                    <a:pt x="853043" y="0"/>
                  </a:moveTo>
                  <a:lnTo>
                    <a:pt x="0" y="0"/>
                  </a:lnTo>
                  <a:lnTo>
                    <a:pt x="0" y="526340"/>
                  </a:lnTo>
                  <a:lnTo>
                    <a:pt x="853043" y="526340"/>
                  </a:lnTo>
                  <a:lnTo>
                    <a:pt x="853043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2467113" y="4259155"/>
              <a:ext cx="853440" cy="526415"/>
            </a:xfrm>
            <a:custGeom>
              <a:avLst/>
              <a:gdLst/>
              <a:ahLst/>
              <a:cxnLst/>
              <a:rect l="l" t="t" r="r" b="b"/>
              <a:pathLst>
                <a:path w="853439" h="526414">
                  <a:moveTo>
                    <a:pt x="0" y="0"/>
                  </a:moveTo>
                  <a:lnTo>
                    <a:pt x="853042" y="0"/>
                  </a:lnTo>
                  <a:lnTo>
                    <a:pt x="853042" y="526340"/>
                  </a:lnTo>
                  <a:lnTo>
                    <a:pt x="0" y="526340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536039" y="3769897"/>
            <a:ext cx="304240" cy="411877"/>
          </a:xfrm>
          <a:prstGeom prst="rect">
            <a:avLst/>
          </a:prstGeom>
        </p:spPr>
        <p:txBody>
          <a:bodyPr vert="horz" wrap="square" lIns="0" tIns="26894" rIns="0" bIns="0" rtlCol="0">
            <a:spAutoFit/>
          </a:bodyPr>
          <a:lstStyle/>
          <a:p>
            <a:pPr marL="11206" marR="4483" indent="28016">
              <a:lnSpc>
                <a:spcPts val="1500"/>
              </a:lnSpc>
              <a:spcBef>
                <a:spcPts val="212"/>
              </a:spcBef>
            </a:pPr>
            <a:r>
              <a:rPr sz="1324" spc="-13" dirty="0">
                <a:solidFill>
                  <a:srgbClr val="2B2728"/>
                </a:solidFill>
                <a:latin typeface="Calibri"/>
                <a:cs typeface="Calibri"/>
              </a:rPr>
              <a:t>fair </a:t>
            </a:r>
            <a:r>
              <a:rPr sz="1324" spc="-287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9</a:t>
            </a:r>
            <a:r>
              <a:rPr sz="1324" spc="190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39087" y="3749674"/>
            <a:ext cx="675715" cy="472888"/>
            <a:chOff x="3745232" y="4249630"/>
            <a:chExt cx="765810" cy="535940"/>
          </a:xfrm>
        </p:grpSpPr>
        <p:sp>
          <p:nvSpPr>
            <p:cNvPr id="18" name="object 18"/>
            <p:cNvSpPr/>
            <p:nvPr/>
          </p:nvSpPr>
          <p:spPr>
            <a:xfrm>
              <a:off x="3754757" y="4259155"/>
              <a:ext cx="746760" cy="516890"/>
            </a:xfrm>
            <a:custGeom>
              <a:avLst/>
              <a:gdLst/>
              <a:ahLst/>
              <a:cxnLst/>
              <a:rect l="l" t="t" r="r" b="b"/>
              <a:pathLst>
                <a:path w="746760" h="516889">
                  <a:moveTo>
                    <a:pt x="746648" y="0"/>
                  </a:moveTo>
                  <a:lnTo>
                    <a:pt x="0" y="0"/>
                  </a:lnTo>
                  <a:lnTo>
                    <a:pt x="0" y="516314"/>
                  </a:lnTo>
                  <a:lnTo>
                    <a:pt x="746648" y="516314"/>
                  </a:lnTo>
                  <a:lnTo>
                    <a:pt x="746648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3754757" y="4259155"/>
              <a:ext cx="746760" cy="516890"/>
            </a:xfrm>
            <a:custGeom>
              <a:avLst/>
              <a:gdLst/>
              <a:ahLst/>
              <a:cxnLst/>
              <a:rect l="l" t="t" r="r" b="b"/>
              <a:pathLst>
                <a:path w="746760" h="516889">
                  <a:moveTo>
                    <a:pt x="0" y="0"/>
                  </a:moveTo>
                  <a:lnTo>
                    <a:pt x="746648" y="0"/>
                  </a:lnTo>
                  <a:lnTo>
                    <a:pt x="746648" y="516314"/>
                  </a:lnTo>
                  <a:lnTo>
                    <a:pt x="0" y="516314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605722" y="3769897"/>
            <a:ext cx="342900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9" dirty="0">
                <a:solidFill>
                  <a:srgbClr val="2B2728"/>
                </a:solidFill>
                <a:latin typeface="Calibri"/>
                <a:cs typeface="Calibri"/>
              </a:rPr>
              <a:t>p</a:t>
            </a:r>
            <a:r>
              <a:rPr sz="1324" spc="-13" dirty="0">
                <a:solidFill>
                  <a:srgbClr val="2B2728"/>
                </a:solidFill>
                <a:latin typeface="Calibri"/>
                <a:cs typeface="Calibri"/>
              </a:rPr>
              <a:t>oo</a:t>
            </a: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3365" y="3960845"/>
            <a:ext cx="387162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324" spc="490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69622" y="2497807"/>
            <a:ext cx="851087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b="1" spc="-4" dirty="0">
                <a:solidFill>
                  <a:srgbClr val="2B2728"/>
                </a:solidFill>
                <a:latin typeface="Calibri"/>
                <a:cs typeface="Calibri"/>
              </a:rPr>
              <a:t>L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oa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b="1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b="1" spc="-22" dirty="0">
                <a:solidFill>
                  <a:srgbClr val="2B2728"/>
                </a:solidFill>
                <a:latin typeface="Calibri"/>
                <a:cs typeface="Calibri"/>
              </a:rPr>
              <a:t>sta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tus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:</a:t>
            </a:r>
            <a:endParaRPr sz="1324">
              <a:latin typeface="Calibri"/>
              <a:cs typeface="Calibri"/>
            </a:endParaRPr>
          </a:p>
          <a:p>
            <a:pPr marL="11206">
              <a:lnSpc>
                <a:spcPts val="1544"/>
              </a:lnSpc>
            </a:pPr>
            <a:r>
              <a:rPr sz="1324" spc="-18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324" spc="23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008565" y="3230422"/>
            <a:ext cx="1358713" cy="368674"/>
            <a:chOff x="2123973" y="3661145"/>
            <a:chExt cx="1539875" cy="417830"/>
          </a:xfrm>
        </p:grpSpPr>
        <p:sp>
          <p:nvSpPr>
            <p:cNvPr id="24" name="object 24"/>
            <p:cNvSpPr/>
            <p:nvPr/>
          </p:nvSpPr>
          <p:spPr>
            <a:xfrm>
              <a:off x="2133498" y="3670670"/>
              <a:ext cx="1520825" cy="398780"/>
            </a:xfrm>
            <a:custGeom>
              <a:avLst/>
              <a:gdLst/>
              <a:ahLst/>
              <a:cxnLst/>
              <a:rect l="l" t="t" r="r" b="b"/>
              <a:pathLst>
                <a:path w="1520825" h="398779">
                  <a:moveTo>
                    <a:pt x="760136" y="0"/>
                  </a:moveTo>
                  <a:lnTo>
                    <a:pt x="0" y="199092"/>
                  </a:lnTo>
                  <a:lnTo>
                    <a:pt x="760136" y="398184"/>
                  </a:lnTo>
                  <a:lnTo>
                    <a:pt x="1520273" y="199092"/>
                  </a:lnTo>
                  <a:lnTo>
                    <a:pt x="760136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2133498" y="3670670"/>
              <a:ext cx="1520825" cy="398780"/>
            </a:xfrm>
            <a:custGeom>
              <a:avLst/>
              <a:gdLst/>
              <a:ahLst/>
              <a:cxnLst/>
              <a:rect l="l" t="t" r="r" b="b"/>
              <a:pathLst>
                <a:path w="1520825" h="398779">
                  <a:moveTo>
                    <a:pt x="0" y="199092"/>
                  </a:moveTo>
                  <a:lnTo>
                    <a:pt x="760136" y="0"/>
                  </a:lnTo>
                  <a:lnTo>
                    <a:pt x="1520272" y="199092"/>
                  </a:lnTo>
                  <a:lnTo>
                    <a:pt x="760136" y="398184"/>
                  </a:lnTo>
                  <a:lnTo>
                    <a:pt x="0" y="199092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66037" y="3305554"/>
            <a:ext cx="44151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13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147" spc="-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147" spc="18" dirty="0">
                <a:solidFill>
                  <a:srgbClr val="2B2728"/>
                </a:solidFill>
                <a:latin typeface="Calibri"/>
                <a:cs typeface="Calibri"/>
              </a:rPr>
              <a:t>ed</a:t>
            </a:r>
            <a:r>
              <a:rPr sz="1147" spc="4" dirty="0">
                <a:solidFill>
                  <a:srgbClr val="2B2728"/>
                </a:solidFill>
                <a:latin typeface="Calibri"/>
                <a:cs typeface="Calibri"/>
              </a:rPr>
              <a:t>it</a:t>
            </a:r>
            <a:r>
              <a:rPr sz="1147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147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39048" y="2934332"/>
            <a:ext cx="2746562" cy="1970554"/>
            <a:chOff x="1025188" y="3325576"/>
            <a:chExt cx="3112770" cy="2233295"/>
          </a:xfrm>
        </p:grpSpPr>
        <p:sp>
          <p:nvSpPr>
            <p:cNvPr id="28" name="object 28"/>
            <p:cNvSpPr/>
            <p:nvPr/>
          </p:nvSpPr>
          <p:spPr>
            <a:xfrm>
              <a:off x="1524949" y="3869762"/>
              <a:ext cx="608965" cy="400685"/>
            </a:xfrm>
            <a:custGeom>
              <a:avLst/>
              <a:gdLst/>
              <a:ahLst/>
              <a:cxnLst/>
              <a:rect l="l" t="t" r="r" b="b"/>
              <a:pathLst>
                <a:path w="608964" h="400685">
                  <a:moveTo>
                    <a:pt x="608549" y="0"/>
                  </a:moveTo>
                  <a:lnTo>
                    <a:pt x="0" y="0"/>
                  </a:lnTo>
                  <a:lnTo>
                    <a:pt x="0" y="400311"/>
                  </a:lnTo>
                </a:path>
              </a:pathLst>
            </a:custGeom>
            <a:ln w="18854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3653772" y="3869763"/>
              <a:ext cx="474345" cy="389890"/>
            </a:xfrm>
            <a:custGeom>
              <a:avLst/>
              <a:gdLst/>
              <a:ahLst/>
              <a:cxnLst/>
              <a:rect l="l" t="t" r="r" b="b"/>
              <a:pathLst>
                <a:path w="474345" h="389889">
                  <a:moveTo>
                    <a:pt x="0" y="0"/>
                  </a:moveTo>
                  <a:lnTo>
                    <a:pt x="474309" y="0"/>
                  </a:lnTo>
                  <a:lnTo>
                    <a:pt x="474309" y="389392"/>
                  </a:lnTo>
                </a:path>
              </a:pathLst>
            </a:custGeom>
            <a:ln w="18852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2893635" y="4068855"/>
              <a:ext cx="0" cy="190500"/>
            </a:xfrm>
            <a:custGeom>
              <a:avLst/>
              <a:gdLst/>
              <a:ahLst/>
              <a:cxnLst/>
              <a:rect l="l" t="t" r="r" b="b"/>
              <a:pathLst>
                <a:path h="190500">
                  <a:moveTo>
                    <a:pt x="0" y="0"/>
                  </a:moveTo>
                  <a:lnTo>
                    <a:pt x="0" y="190300"/>
                  </a:lnTo>
                </a:path>
              </a:pathLst>
            </a:custGeom>
            <a:ln w="18838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2849911" y="3325576"/>
              <a:ext cx="87630" cy="345440"/>
            </a:xfrm>
            <a:custGeom>
              <a:avLst/>
              <a:gdLst/>
              <a:ahLst/>
              <a:cxnLst/>
              <a:rect l="l" t="t" r="r" b="b"/>
              <a:pathLst>
                <a:path w="87630" h="345439">
                  <a:moveTo>
                    <a:pt x="10504" y="259066"/>
                  </a:moveTo>
                  <a:lnTo>
                    <a:pt x="1517" y="264314"/>
                  </a:lnTo>
                  <a:lnTo>
                    <a:pt x="0" y="270089"/>
                  </a:lnTo>
                  <a:lnTo>
                    <a:pt x="43724" y="345139"/>
                  </a:lnTo>
                  <a:lnTo>
                    <a:pt x="54629" y="326421"/>
                  </a:lnTo>
                  <a:lnTo>
                    <a:pt x="34305" y="326421"/>
                  </a:lnTo>
                  <a:lnTo>
                    <a:pt x="34305" y="291536"/>
                  </a:lnTo>
                  <a:lnTo>
                    <a:pt x="16272" y="260584"/>
                  </a:lnTo>
                  <a:lnTo>
                    <a:pt x="10504" y="259066"/>
                  </a:lnTo>
                  <a:close/>
                </a:path>
                <a:path w="87630" h="345439">
                  <a:moveTo>
                    <a:pt x="34305" y="291536"/>
                  </a:moveTo>
                  <a:lnTo>
                    <a:pt x="34305" y="326421"/>
                  </a:lnTo>
                  <a:lnTo>
                    <a:pt x="53143" y="326421"/>
                  </a:lnTo>
                  <a:lnTo>
                    <a:pt x="53143" y="321669"/>
                  </a:lnTo>
                  <a:lnTo>
                    <a:pt x="35587" y="321669"/>
                  </a:lnTo>
                  <a:lnTo>
                    <a:pt x="43724" y="307704"/>
                  </a:lnTo>
                  <a:lnTo>
                    <a:pt x="34305" y="291536"/>
                  </a:lnTo>
                  <a:close/>
                </a:path>
                <a:path w="87630" h="345439">
                  <a:moveTo>
                    <a:pt x="76944" y="259066"/>
                  </a:moveTo>
                  <a:lnTo>
                    <a:pt x="71175" y="260584"/>
                  </a:lnTo>
                  <a:lnTo>
                    <a:pt x="53143" y="291536"/>
                  </a:lnTo>
                  <a:lnTo>
                    <a:pt x="53143" y="326421"/>
                  </a:lnTo>
                  <a:lnTo>
                    <a:pt x="54629" y="326421"/>
                  </a:lnTo>
                  <a:lnTo>
                    <a:pt x="87448" y="270089"/>
                  </a:lnTo>
                  <a:lnTo>
                    <a:pt x="85930" y="264314"/>
                  </a:lnTo>
                  <a:lnTo>
                    <a:pt x="76944" y="259066"/>
                  </a:lnTo>
                  <a:close/>
                </a:path>
                <a:path w="87630" h="345439">
                  <a:moveTo>
                    <a:pt x="43724" y="307704"/>
                  </a:moveTo>
                  <a:lnTo>
                    <a:pt x="35587" y="321669"/>
                  </a:lnTo>
                  <a:lnTo>
                    <a:pt x="51860" y="321669"/>
                  </a:lnTo>
                  <a:lnTo>
                    <a:pt x="43724" y="307704"/>
                  </a:lnTo>
                  <a:close/>
                </a:path>
                <a:path w="87630" h="345439">
                  <a:moveTo>
                    <a:pt x="53143" y="291536"/>
                  </a:moveTo>
                  <a:lnTo>
                    <a:pt x="43724" y="307704"/>
                  </a:lnTo>
                  <a:lnTo>
                    <a:pt x="51860" y="321669"/>
                  </a:lnTo>
                  <a:lnTo>
                    <a:pt x="53143" y="321669"/>
                  </a:lnTo>
                  <a:lnTo>
                    <a:pt x="53143" y="291536"/>
                  </a:lnTo>
                  <a:close/>
                </a:path>
                <a:path w="87630" h="345439">
                  <a:moveTo>
                    <a:pt x="53143" y="0"/>
                  </a:moveTo>
                  <a:lnTo>
                    <a:pt x="34303" y="0"/>
                  </a:lnTo>
                  <a:lnTo>
                    <a:pt x="34305" y="291536"/>
                  </a:lnTo>
                  <a:lnTo>
                    <a:pt x="43724" y="307704"/>
                  </a:lnTo>
                  <a:lnTo>
                    <a:pt x="53143" y="291536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0208" y="4768596"/>
              <a:ext cx="228600" cy="49682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481226" y="4785496"/>
              <a:ext cx="87630" cy="349250"/>
            </a:xfrm>
            <a:custGeom>
              <a:avLst/>
              <a:gdLst/>
              <a:ahLst/>
              <a:cxnLst/>
              <a:rect l="l" t="t" r="r" b="b"/>
              <a:pathLst>
                <a:path w="87630" h="349250">
                  <a:moveTo>
                    <a:pt x="10504" y="262652"/>
                  </a:moveTo>
                  <a:lnTo>
                    <a:pt x="1517" y="267901"/>
                  </a:lnTo>
                  <a:lnTo>
                    <a:pt x="0" y="273676"/>
                  </a:lnTo>
                  <a:lnTo>
                    <a:pt x="43723" y="348725"/>
                  </a:lnTo>
                  <a:lnTo>
                    <a:pt x="54627" y="330009"/>
                  </a:lnTo>
                  <a:lnTo>
                    <a:pt x="34305" y="330009"/>
                  </a:lnTo>
                  <a:lnTo>
                    <a:pt x="34304" y="295124"/>
                  </a:lnTo>
                  <a:lnTo>
                    <a:pt x="16271" y="264172"/>
                  </a:lnTo>
                  <a:lnTo>
                    <a:pt x="10504" y="262652"/>
                  </a:lnTo>
                  <a:close/>
                </a:path>
                <a:path w="87630" h="349250">
                  <a:moveTo>
                    <a:pt x="34305" y="295125"/>
                  </a:moveTo>
                  <a:lnTo>
                    <a:pt x="34305" y="330009"/>
                  </a:lnTo>
                  <a:lnTo>
                    <a:pt x="53143" y="330009"/>
                  </a:lnTo>
                  <a:lnTo>
                    <a:pt x="53143" y="325257"/>
                  </a:lnTo>
                  <a:lnTo>
                    <a:pt x="35587" y="325257"/>
                  </a:lnTo>
                  <a:lnTo>
                    <a:pt x="43724" y="311292"/>
                  </a:lnTo>
                  <a:lnTo>
                    <a:pt x="34305" y="295125"/>
                  </a:lnTo>
                  <a:close/>
                </a:path>
                <a:path w="87630" h="349250">
                  <a:moveTo>
                    <a:pt x="76942" y="262652"/>
                  </a:moveTo>
                  <a:lnTo>
                    <a:pt x="71175" y="264172"/>
                  </a:lnTo>
                  <a:lnTo>
                    <a:pt x="53143" y="295124"/>
                  </a:lnTo>
                  <a:lnTo>
                    <a:pt x="53143" y="330009"/>
                  </a:lnTo>
                  <a:lnTo>
                    <a:pt x="54627" y="330009"/>
                  </a:lnTo>
                  <a:lnTo>
                    <a:pt x="87448" y="273676"/>
                  </a:lnTo>
                  <a:lnTo>
                    <a:pt x="85930" y="267901"/>
                  </a:lnTo>
                  <a:lnTo>
                    <a:pt x="76942" y="262652"/>
                  </a:lnTo>
                  <a:close/>
                </a:path>
                <a:path w="87630" h="349250">
                  <a:moveTo>
                    <a:pt x="43724" y="311292"/>
                  </a:moveTo>
                  <a:lnTo>
                    <a:pt x="35587" y="325257"/>
                  </a:lnTo>
                  <a:lnTo>
                    <a:pt x="51860" y="325257"/>
                  </a:lnTo>
                  <a:lnTo>
                    <a:pt x="43724" y="311292"/>
                  </a:lnTo>
                  <a:close/>
                </a:path>
                <a:path w="87630" h="349250">
                  <a:moveTo>
                    <a:pt x="53143" y="295124"/>
                  </a:moveTo>
                  <a:lnTo>
                    <a:pt x="43724" y="311292"/>
                  </a:lnTo>
                  <a:lnTo>
                    <a:pt x="51860" y="325257"/>
                  </a:lnTo>
                  <a:lnTo>
                    <a:pt x="53143" y="325257"/>
                  </a:lnTo>
                  <a:lnTo>
                    <a:pt x="53143" y="295124"/>
                  </a:lnTo>
                  <a:close/>
                </a:path>
                <a:path w="87630" h="349250">
                  <a:moveTo>
                    <a:pt x="53141" y="0"/>
                  </a:moveTo>
                  <a:lnTo>
                    <a:pt x="34303" y="0"/>
                  </a:lnTo>
                  <a:lnTo>
                    <a:pt x="34305" y="295125"/>
                  </a:lnTo>
                  <a:lnTo>
                    <a:pt x="43724" y="311292"/>
                  </a:lnTo>
                  <a:lnTo>
                    <a:pt x="53142" y="295125"/>
                  </a:lnTo>
                  <a:lnTo>
                    <a:pt x="53141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1034713" y="5131173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771829" y="0"/>
                  </a:moveTo>
                  <a:lnTo>
                    <a:pt x="208641" y="0"/>
                  </a:lnTo>
                  <a:lnTo>
                    <a:pt x="160802" y="5517"/>
                  </a:lnTo>
                  <a:lnTo>
                    <a:pt x="116886" y="21233"/>
                  </a:lnTo>
                  <a:lnTo>
                    <a:pt x="78147" y="45893"/>
                  </a:lnTo>
                  <a:lnTo>
                    <a:pt x="45836" y="78244"/>
                  </a:lnTo>
                  <a:lnTo>
                    <a:pt x="21206" y="117032"/>
                  </a:lnTo>
                  <a:lnTo>
                    <a:pt x="5510" y="161003"/>
                  </a:lnTo>
                  <a:lnTo>
                    <a:pt x="0" y="208903"/>
                  </a:lnTo>
                  <a:lnTo>
                    <a:pt x="5510" y="256802"/>
                  </a:lnTo>
                  <a:lnTo>
                    <a:pt x="21206" y="300773"/>
                  </a:lnTo>
                  <a:lnTo>
                    <a:pt x="45836" y="339561"/>
                  </a:lnTo>
                  <a:lnTo>
                    <a:pt x="78147" y="371912"/>
                  </a:lnTo>
                  <a:lnTo>
                    <a:pt x="116886" y="396572"/>
                  </a:lnTo>
                  <a:lnTo>
                    <a:pt x="160802" y="412288"/>
                  </a:lnTo>
                  <a:lnTo>
                    <a:pt x="208641" y="417805"/>
                  </a:lnTo>
                  <a:lnTo>
                    <a:pt x="771829" y="417805"/>
                  </a:lnTo>
                  <a:lnTo>
                    <a:pt x="819669" y="412288"/>
                  </a:lnTo>
                  <a:lnTo>
                    <a:pt x="863584" y="396572"/>
                  </a:lnTo>
                  <a:lnTo>
                    <a:pt x="902324" y="371912"/>
                  </a:lnTo>
                  <a:lnTo>
                    <a:pt x="934635" y="339561"/>
                  </a:lnTo>
                  <a:lnTo>
                    <a:pt x="959264" y="300773"/>
                  </a:lnTo>
                  <a:lnTo>
                    <a:pt x="974960" y="256802"/>
                  </a:lnTo>
                  <a:lnTo>
                    <a:pt x="980471" y="208903"/>
                  </a:lnTo>
                  <a:lnTo>
                    <a:pt x="974960" y="161003"/>
                  </a:lnTo>
                  <a:lnTo>
                    <a:pt x="959264" y="117032"/>
                  </a:lnTo>
                  <a:lnTo>
                    <a:pt x="934635" y="78244"/>
                  </a:lnTo>
                  <a:lnTo>
                    <a:pt x="902324" y="45893"/>
                  </a:lnTo>
                  <a:lnTo>
                    <a:pt x="863584" y="21233"/>
                  </a:lnTo>
                  <a:lnTo>
                    <a:pt x="819669" y="5517"/>
                  </a:lnTo>
                  <a:lnTo>
                    <a:pt x="771829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1034713" y="5131173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0" y="208902"/>
                  </a:moveTo>
                  <a:lnTo>
                    <a:pt x="5510" y="161003"/>
                  </a:lnTo>
                  <a:lnTo>
                    <a:pt x="21206" y="117032"/>
                  </a:lnTo>
                  <a:lnTo>
                    <a:pt x="45836" y="78244"/>
                  </a:lnTo>
                  <a:lnTo>
                    <a:pt x="78146" y="45893"/>
                  </a:lnTo>
                  <a:lnTo>
                    <a:pt x="116886" y="21233"/>
                  </a:lnTo>
                  <a:lnTo>
                    <a:pt x="160802" y="5517"/>
                  </a:lnTo>
                  <a:lnTo>
                    <a:pt x="208641" y="0"/>
                  </a:lnTo>
                  <a:lnTo>
                    <a:pt x="771829" y="0"/>
                  </a:lnTo>
                  <a:lnTo>
                    <a:pt x="819669" y="5517"/>
                  </a:lnTo>
                  <a:lnTo>
                    <a:pt x="863584" y="21233"/>
                  </a:lnTo>
                  <a:lnTo>
                    <a:pt x="902324" y="45893"/>
                  </a:lnTo>
                  <a:lnTo>
                    <a:pt x="934635" y="78244"/>
                  </a:lnTo>
                  <a:lnTo>
                    <a:pt x="959264" y="117032"/>
                  </a:lnTo>
                  <a:lnTo>
                    <a:pt x="974961" y="161003"/>
                  </a:lnTo>
                  <a:lnTo>
                    <a:pt x="980471" y="208902"/>
                  </a:lnTo>
                  <a:lnTo>
                    <a:pt x="974961" y="256801"/>
                  </a:lnTo>
                  <a:lnTo>
                    <a:pt x="959264" y="300772"/>
                  </a:lnTo>
                  <a:lnTo>
                    <a:pt x="934635" y="339560"/>
                  </a:lnTo>
                  <a:lnTo>
                    <a:pt x="902324" y="371911"/>
                  </a:lnTo>
                  <a:lnTo>
                    <a:pt x="863584" y="396571"/>
                  </a:lnTo>
                  <a:lnTo>
                    <a:pt x="819669" y="412287"/>
                  </a:lnTo>
                  <a:lnTo>
                    <a:pt x="771829" y="417804"/>
                  </a:lnTo>
                  <a:lnTo>
                    <a:pt x="208641" y="417804"/>
                  </a:lnTo>
                  <a:lnTo>
                    <a:pt x="160802" y="412287"/>
                  </a:lnTo>
                  <a:lnTo>
                    <a:pt x="116886" y="396571"/>
                  </a:lnTo>
                  <a:lnTo>
                    <a:pt x="78146" y="371911"/>
                  </a:lnTo>
                  <a:lnTo>
                    <a:pt x="45836" y="339560"/>
                  </a:lnTo>
                  <a:lnTo>
                    <a:pt x="21206" y="300772"/>
                  </a:lnTo>
                  <a:lnTo>
                    <a:pt x="5510" y="256801"/>
                  </a:lnTo>
                  <a:lnTo>
                    <a:pt x="0" y="208902"/>
                  </a:lnTo>
                  <a:close/>
                </a:path>
              </a:pathLst>
            </a:custGeom>
            <a:ln w="18858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775654" y="3387917"/>
            <a:ext cx="2700057" cy="586888"/>
          </a:xfrm>
          <a:prstGeom prst="rect">
            <a:avLst/>
          </a:prstGeom>
        </p:spPr>
        <p:txBody>
          <a:bodyPr vert="horz" wrap="square" lIns="0" tIns="22412" rIns="0" bIns="0" rtlCol="0">
            <a:spAutoFit/>
          </a:bodyPr>
          <a:lstStyle/>
          <a:p>
            <a:pPr marL="11206" marR="4483">
              <a:lnSpc>
                <a:spcPts val="2206"/>
              </a:lnSpc>
              <a:spcBef>
                <a:spcPts val="176"/>
              </a:spcBef>
            </a:pPr>
            <a:r>
              <a:rPr sz="1853" spc="-18" dirty="0">
                <a:solidFill>
                  <a:srgbClr val="2B2728"/>
                </a:solidFill>
                <a:latin typeface="Calibri"/>
                <a:cs typeface="Calibri"/>
              </a:rPr>
              <a:t>For 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each </a:t>
            </a:r>
            <a:r>
              <a:rPr sz="1853" spc="-18" dirty="0">
                <a:solidFill>
                  <a:srgbClr val="2B2728"/>
                </a:solidFill>
                <a:latin typeface="Calibri"/>
                <a:cs typeface="Calibri"/>
              </a:rPr>
              <a:t>intermediate 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node, </a:t>
            </a:r>
            <a:r>
              <a:rPr sz="1853" spc="-41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set </a:t>
            </a:r>
            <a:r>
              <a:rPr sz="1853" dirty="0">
                <a:latin typeface="Calibri"/>
                <a:cs typeface="Calibri"/>
              </a:rPr>
              <a:t>ŷ</a:t>
            </a:r>
            <a:r>
              <a:rPr sz="1853" spc="-22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=</a:t>
            </a:r>
            <a:r>
              <a:rPr sz="1853" spc="-9" dirty="0">
                <a:latin typeface="Calibri"/>
                <a:cs typeface="Calibri"/>
              </a:rPr>
              <a:t> </a:t>
            </a:r>
            <a:r>
              <a:rPr sz="1853" spc="-13" dirty="0">
                <a:latin typeface="Calibri"/>
                <a:cs typeface="Calibri"/>
              </a:rPr>
              <a:t>majority</a:t>
            </a:r>
            <a:r>
              <a:rPr sz="1853" spc="-22" dirty="0">
                <a:latin typeface="Calibri"/>
                <a:cs typeface="Calibri"/>
              </a:rPr>
              <a:t> </a:t>
            </a:r>
            <a:r>
              <a:rPr sz="1853" spc="-18" dirty="0">
                <a:latin typeface="Calibri"/>
                <a:cs typeface="Calibri"/>
              </a:rPr>
              <a:t>value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25921" y="4595546"/>
            <a:ext cx="308722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324" spc="-13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24" spc="-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32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246715" y="4521753"/>
            <a:ext cx="882463" cy="385482"/>
            <a:chOff x="2393876" y="5124653"/>
            <a:chExt cx="1000125" cy="436880"/>
          </a:xfrm>
        </p:grpSpPr>
        <p:sp>
          <p:nvSpPr>
            <p:cNvPr id="39" name="object 39"/>
            <p:cNvSpPr/>
            <p:nvPr/>
          </p:nvSpPr>
          <p:spPr>
            <a:xfrm>
              <a:off x="2403401" y="5134178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771829" y="0"/>
                  </a:moveTo>
                  <a:lnTo>
                    <a:pt x="208641" y="0"/>
                  </a:lnTo>
                  <a:lnTo>
                    <a:pt x="160802" y="5517"/>
                  </a:lnTo>
                  <a:lnTo>
                    <a:pt x="116886" y="21233"/>
                  </a:lnTo>
                  <a:lnTo>
                    <a:pt x="78147" y="45893"/>
                  </a:lnTo>
                  <a:lnTo>
                    <a:pt x="45836" y="78244"/>
                  </a:lnTo>
                  <a:lnTo>
                    <a:pt x="21206" y="117032"/>
                  </a:lnTo>
                  <a:lnTo>
                    <a:pt x="5510" y="161003"/>
                  </a:lnTo>
                  <a:lnTo>
                    <a:pt x="0" y="208902"/>
                  </a:lnTo>
                  <a:lnTo>
                    <a:pt x="5510" y="256801"/>
                  </a:lnTo>
                  <a:lnTo>
                    <a:pt x="21206" y="300772"/>
                  </a:lnTo>
                  <a:lnTo>
                    <a:pt x="45836" y="339559"/>
                  </a:lnTo>
                  <a:lnTo>
                    <a:pt x="78147" y="371910"/>
                  </a:lnTo>
                  <a:lnTo>
                    <a:pt x="116886" y="396571"/>
                  </a:lnTo>
                  <a:lnTo>
                    <a:pt x="160802" y="412287"/>
                  </a:lnTo>
                  <a:lnTo>
                    <a:pt x="208641" y="417804"/>
                  </a:lnTo>
                  <a:lnTo>
                    <a:pt x="771829" y="417804"/>
                  </a:lnTo>
                  <a:lnTo>
                    <a:pt x="819669" y="412287"/>
                  </a:lnTo>
                  <a:lnTo>
                    <a:pt x="863585" y="396571"/>
                  </a:lnTo>
                  <a:lnTo>
                    <a:pt x="902324" y="371910"/>
                  </a:lnTo>
                  <a:lnTo>
                    <a:pt x="934635" y="339559"/>
                  </a:lnTo>
                  <a:lnTo>
                    <a:pt x="959265" y="300772"/>
                  </a:lnTo>
                  <a:lnTo>
                    <a:pt x="974961" y="256801"/>
                  </a:lnTo>
                  <a:lnTo>
                    <a:pt x="980471" y="208902"/>
                  </a:lnTo>
                  <a:lnTo>
                    <a:pt x="974961" y="161003"/>
                  </a:lnTo>
                  <a:lnTo>
                    <a:pt x="959265" y="117032"/>
                  </a:lnTo>
                  <a:lnTo>
                    <a:pt x="934635" y="78244"/>
                  </a:lnTo>
                  <a:lnTo>
                    <a:pt x="902324" y="45893"/>
                  </a:lnTo>
                  <a:lnTo>
                    <a:pt x="863585" y="21233"/>
                  </a:lnTo>
                  <a:lnTo>
                    <a:pt x="819669" y="5517"/>
                  </a:lnTo>
                  <a:lnTo>
                    <a:pt x="771829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2403401" y="5134178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0" y="208902"/>
                  </a:moveTo>
                  <a:lnTo>
                    <a:pt x="5510" y="161003"/>
                  </a:lnTo>
                  <a:lnTo>
                    <a:pt x="21206" y="117032"/>
                  </a:lnTo>
                  <a:lnTo>
                    <a:pt x="45836" y="78244"/>
                  </a:lnTo>
                  <a:lnTo>
                    <a:pt x="78146" y="45893"/>
                  </a:lnTo>
                  <a:lnTo>
                    <a:pt x="116886" y="21233"/>
                  </a:lnTo>
                  <a:lnTo>
                    <a:pt x="160802" y="5517"/>
                  </a:lnTo>
                  <a:lnTo>
                    <a:pt x="208641" y="0"/>
                  </a:lnTo>
                  <a:lnTo>
                    <a:pt x="771829" y="0"/>
                  </a:lnTo>
                  <a:lnTo>
                    <a:pt x="819669" y="5517"/>
                  </a:lnTo>
                  <a:lnTo>
                    <a:pt x="863584" y="21233"/>
                  </a:lnTo>
                  <a:lnTo>
                    <a:pt x="902324" y="45893"/>
                  </a:lnTo>
                  <a:lnTo>
                    <a:pt x="934635" y="78244"/>
                  </a:lnTo>
                  <a:lnTo>
                    <a:pt x="959264" y="117032"/>
                  </a:lnTo>
                  <a:lnTo>
                    <a:pt x="974961" y="161003"/>
                  </a:lnTo>
                  <a:lnTo>
                    <a:pt x="980471" y="208902"/>
                  </a:lnTo>
                  <a:lnTo>
                    <a:pt x="974961" y="256801"/>
                  </a:lnTo>
                  <a:lnTo>
                    <a:pt x="959264" y="300772"/>
                  </a:lnTo>
                  <a:lnTo>
                    <a:pt x="934635" y="339560"/>
                  </a:lnTo>
                  <a:lnTo>
                    <a:pt x="902324" y="371911"/>
                  </a:lnTo>
                  <a:lnTo>
                    <a:pt x="863584" y="396571"/>
                  </a:lnTo>
                  <a:lnTo>
                    <a:pt x="819669" y="412287"/>
                  </a:lnTo>
                  <a:lnTo>
                    <a:pt x="771829" y="417804"/>
                  </a:lnTo>
                  <a:lnTo>
                    <a:pt x="208641" y="417804"/>
                  </a:lnTo>
                  <a:lnTo>
                    <a:pt x="160802" y="412287"/>
                  </a:lnTo>
                  <a:lnTo>
                    <a:pt x="116886" y="396571"/>
                  </a:lnTo>
                  <a:lnTo>
                    <a:pt x="78146" y="371911"/>
                  </a:lnTo>
                  <a:lnTo>
                    <a:pt x="45836" y="339560"/>
                  </a:lnTo>
                  <a:lnTo>
                    <a:pt x="21206" y="300772"/>
                  </a:lnTo>
                  <a:lnTo>
                    <a:pt x="5510" y="256801"/>
                  </a:lnTo>
                  <a:lnTo>
                    <a:pt x="0" y="208902"/>
                  </a:lnTo>
                  <a:close/>
                </a:path>
              </a:pathLst>
            </a:custGeom>
            <a:ln w="18858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533586" y="4598237"/>
            <a:ext cx="308722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324" spc="-13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24" spc="-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32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586318" y="4207585"/>
            <a:ext cx="1604681" cy="697006"/>
            <a:chOff x="2778760" y="4768596"/>
            <a:chExt cx="1818639" cy="789940"/>
          </a:xfrm>
        </p:grpSpPr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8760" y="4768596"/>
              <a:ext cx="228600" cy="49682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849911" y="4785496"/>
              <a:ext cx="87630" cy="349250"/>
            </a:xfrm>
            <a:custGeom>
              <a:avLst/>
              <a:gdLst/>
              <a:ahLst/>
              <a:cxnLst/>
              <a:rect l="l" t="t" r="r" b="b"/>
              <a:pathLst>
                <a:path w="87630" h="349250">
                  <a:moveTo>
                    <a:pt x="10505" y="262652"/>
                  </a:moveTo>
                  <a:lnTo>
                    <a:pt x="1517" y="267901"/>
                  </a:lnTo>
                  <a:lnTo>
                    <a:pt x="0" y="273676"/>
                  </a:lnTo>
                  <a:lnTo>
                    <a:pt x="43724" y="348725"/>
                  </a:lnTo>
                  <a:lnTo>
                    <a:pt x="54628" y="330009"/>
                  </a:lnTo>
                  <a:lnTo>
                    <a:pt x="34305" y="330009"/>
                  </a:lnTo>
                  <a:lnTo>
                    <a:pt x="34305" y="295124"/>
                  </a:lnTo>
                  <a:lnTo>
                    <a:pt x="16267" y="264171"/>
                  </a:lnTo>
                  <a:lnTo>
                    <a:pt x="10505" y="262652"/>
                  </a:lnTo>
                  <a:close/>
                </a:path>
                <a:path w="87630" h="349250">
                  <a:moveTo>
                    <a:pt x="34305" y="295124"/>
                  </a:moveTo>
                  <a:lnTo>
                    <a:pt x="34305" y="330009"/>
                  </a:lnTo>
                  <a:lnTo>
                    <a:pt x="53144" y="330009"/>
                  </a:lnTo>
                  <a:lnTo>
                    <a:pt x="53144" y="325257"/>
                  </a:lnTo>
                  <a:lnTo>
                    <a:pt x="35589" y="325257"/>
                  </a:lnTo>
                  <a:lnTo>
                    <a:pt x="43724" y="311292"/>
                  </a:lnTo>
                  <a:lnTo>
                    <a:pt x="34305" y="295124"/>
                  </a:lnTo>
                  <a:close/>
                </a:path>
                <a:path w="87630" h="349250">
                  <a:moveTo>
                    <a:pt x="76944" y="262652"/>
                  </a:moveTo>
                  <a:lnTo>
                    <a:pt x="71176" y="264172"/>
                  </a:lnTo>
                  <a:lnTo>
                    <a:pt x="53144" y="295124"/>
                  </a:lnTo>
                  <a:lnTo>
                    <a:pt x="53144" y="330009"/>
                  </a:lnTo>
                  <a:lnTo>
                    <a:pt x="54628" y="330009"/>
                  </a:lnTo>
                  <a:lnTo>
                    <a:pt x="87449" y="273676"/>
                  </a:lnTo>
                  <a:lnTo>
                    <a:pt x="85930" y="267901"/>
                  </a:lnTo>
                  <a:lnTo>
                    <a:pt x="76944" y="262652"/>
                  </a:lnTo>
                  <a:close/>
                </a:path>
                <a:path w="87630" h="349250">
                  <a:moveTo>
                    <a:pt x="43724" y="311292"/>
                  </a:moveTo>
                  <a:lnTo>
                    <a:pt x="35589" y="325257"/>
                  </a:lnTo>
                  <a:lnTo>
                    <a:pt x="51860" y="325257"/>
                  </a:lnTo>
                  <a:lnTo>
                    <a:pt x="43724" y="311292"/>
                  </a:lnTo>
                  <a:close/>
                </a:path>
                <a:path w="87630" h="349250">
                  <a:moveTo>
                    <a:pt x="53144" y="295124"/>
                  </a:moveTo>
                  <a:lnTo>
                    <a:pt x="43724" y="311292"/>
                  </a:lnTo>
                  <a:lnTo>
                    <a:pt x="51860" y="325257"/>
                  </a:lnTo>
                  <a:lnTo>
                    <a:pt x="53144" y="325257"/>
                  </a:lnTo>
                  <a:lnTo>
                    <a:pt x="53144" y="295124"/>
                  </a:lnTo>
                  <a:close/>
                </a:path>
                <a:path w="87630" h="349250">
                  <a:moveTo>
                    <a:pt x="53143" y="0"/>
                  </a:moveTo>
                  <a:lnTo>
                    <a:pt x="34303" y="0"/>
                  </a:lnTo>
                  <a:lnTo>
                    <a:pt x="34305" y="295124"/>
                  </a:lnTo>
                  <a:lnTo>
                    <a:pt x="43724" y="311292"/>
                  </a:lnTo>
                  <a:lnTo>
                    <a:pt x="53144" y="295124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3668428" y="5131173"/>
              <a:ext cx="919480" cy="417830"/>
            </a:xfrm>
            <a:custGeom>
              <a:avLst/>
              <a:gdLst/>
              <a:ahLst/>
              <a:cxnLst/>
              <a:rect l="l" t="t" r="r" b="b"/>
              <a:pathLst>
                <a:path w="919479" h="417829">
                  <a:moveTo>
                    <a:pt x="710665" y="0"/>
                  </a:moveTo>
                  <a:lnTo>
                    <a:pt x="208641" y="0"/>
                  </a:lnTo>
                  <a:lnTo>
                    <a:pt x="160802" y="5517"/>
                  </a:lnTo>
                  <a:lnTo>
                    <a:pt x="116886" y="21233"/>
                  </a:lnTo>
                  <a:lnTo>
                    <a:pt x="78147" y="45893"/>
                  </a:lnTo>
                  <a:lnTo>
                    <a:pt x="45836" y="78244"/>
                  </a:lnTo>
                  <a:lnTo>
                    <a:pt x="21206" y="117032"/>
                  </a:lnTo>
                  <a:lnTo>
                    <a:pt x="5510" y="161003"/>
                  </a:lnTo>
                  <a:lnTo>
                    <a:pt x="0" y="208903"/>
                  </a:lnTo>
                  <a:lnTo>
                    <a:pt x="5510" y="256802"/>
                  </a:lnTo>
                  <a:lnTo>
                    <a:pt x="21206" y="300773"/>
                  </a:lnTo>
                  <a:lnTo>
                    <a:pt x="45836" y="339561"/>
                  </a:lnTo>
                  <a:lnTo>
                    <a:pt x="78147" y="371912"/>
                  </a:lnTo>
                  <a:lnTo>
                    <a:pt x="116886" y="396572"/>
                  </a:lnTo>
                  <a:lnTo>
                    <a:pt x="160802" y="412288"/>
                  </a:lnTo>
                  <a:lnTo>
                    <a:pt x="208641" y="417805"/>
                  </a:lnTo>
                  <a:lnTo>
                    <a:pt x="710665" y="417805"/>
                  </a:lnTo>
                  <a:lnTo>
                    <a:pt x="758504" y="412288"/>
                  </a:lnTo>
                  <a:lnTo>
                    <a:pt x="802420" y="396572"/>
                  </a:lnTo>
                  <a:lnTo>
                    <a:pt x="841159" y="371912"/>
                  </a:lnTo>
                  <a:lnTo>
                    <a:pt x="873470" y="339561"/>
                  </a:lnTo>
                  <a:lnTo>
                    <a:pt x="898099" y="300773"/>
                  </a:lnTo>
                  <a:lnTo>
                    <a:pt x="913795" y="256802"/>
                  </a:lnTo>
                  <a:lnTo>
                    <a:pt x="919306" y="208903"/>
                  </a:lnTo>
                  <a:lnTo>
                    <a:pt x="913795" y="161003"/>
                  </a:lnTo>
                  <a:lnTo>
                    <a:pt x="898099" y="117032"/>
                  </a:lnTo>
                  <a:lnTo>
                    <a:pt x="873470" y="78244"/>
                  </a:lnTo>
                  <a:lnTo>
                    <a:pt x="841159" y="45893"/>
                  </a:lnTo>
                  <a:lnTo>
                    <a:pt x="802420" y="21233"/>
                  </a:lnTo>
                  <a:lnTo>
                    <a:pt x="758504" y="5517"/>
                  </a:lnTo>
                  <a:lnTo>
                    <a:pt x="710665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3668428" y="5131173"/>
              <a:ext cx="919480" cy="417830"/>
            </a:xfrm>
            <a:custGeom>
              <a:avLst/>
              <a:gdLst/>
              <a:ahLst/>
              <a:cxnLst/>
              <a:rect l="l" t="t" r="r" b="b"/>
              <a:pathLst>
                <a:path w="919479" h="417829">
                  <a:moveTo>
                    <a:pt x="0" y="208902"/>
                  </a:moveTo>
                  <a:lnTo>
                    <a:pt x="5510" y="161003"/>
                  </a:lnTo>
                  <a:lnTo>
                    <a:pt x="21206" y="117032"/>
                  </a:lnTo>
                  <a:lnTo>
                    <a:pt x="45836" y="78244"/>
                  </a:lnTo>
                  <a:lnTo>
                    <a:pt x="78146" y="45893"/>
                  </a:lnTo>
                  <a:lnTo>
                    <a:pt x="116886" y="21233"/>
                  </a:lnTo>
                  <a:lnTo>
                    <a:pt x="160801" y="5517"/>
                  </a:lnTo>
                  <a:lnTo>
                    <a:pt x="208641" y="0"/>
                  </a:lnTo>
                  <a:lnTo>
                    <a:pt x="710664" y="0"/>
                  </a:lnTo>
                  <a:lnTo>
                    <a:pt x="758504" y="5517"/>
                  </a:lnTo>
                  <a:lnTo>
                    <a:pt x="802419" y="21233"/>
                  </a:lnTo>
                  <a:lnTo>
                    <a:pt x="841159" y="45893"/>
                  </a:lnTo>
                  <a:lnTo>
                    <a:pt x="873469" y="78244"/>
                  </a:lnTo>
                  <a:lnTo>
                    <a:pt x="898099" y="117032"/>
                  </a:lnTo>
                  <a:lnTo>
                    <a:pt x="913795" y="161003"/>
                  </a:lnTo>
                  <a:lnTo>
                    <a:pt x="919306" y="208902"/>
                  </a:lnTo>
                  <a:lnTo>
                    <a:pt x="913795" y="256801"/>
                  </a:lnTo>
                  <a:lnTo>
                    <a:pt x="898099" y="300772"/>
                  </a:lnTo>
                  <a:lnTo>
                    <a:pt x="873469" y="339560"/>
                  </a:lnTo>
                  <a:lnTo>
                    <a:pt x="841159" y="371911"/>
                  </a:lnTo>
                  <a:lnTo>
                    <a:pt x="802419" y="396571"/>
                  </a:lnTo>
                  <a:lnTo>
                    <a:pt x="758504" y="412287"/>
                  </a:lnTo>
                  <a:lnTo>
                    <a:pt x="710664" y="417804"/>
                  </a:lnTo>
                  <a:lnTo>
                    <a:pt x="208641" y="417804"/>
                  </a:lnTo>
                  <a:lnTo>
                    <a:pt x="160801" y="412287"/>
                  </a:lnTo>
                  <a:lnTo>
                    <a:pt x="116886" y="396571"/>
                  </a:lnTo>
                  <a:lnTo>
                    <a:pt x="78146" y="371911"/>
                  </a:lnTo>
                  <a:lnTo>
                    <a:pt x="45836" y="339560"/>
                  </a:lnTo>
                  <a:lnTo>
                    <a:pt x="21206" y="300772"/>
                  </a:lnTo>
                  <a:lnTo>
                    <a:pt x="5510" y="256801"/>
                  </a:lnTo>
                  <a:lnTo>
                    <a:pt x="0" y="208902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593235" y="4595546"/>
            <a:ext cx="369234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9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324" spc="-4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324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675529" y="4199516"/>
            <a:ext cx="201706" cy="443753"/>
            <a:chOff x="4013200" y="4759452"/>
            <a:chExt cx="228600" cy="502920"/>
          </a:xfrm>
        </p:grpSpPr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13200" y="4759452"/>
              <a:ext cx="228600" cy="50291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084358" y="4775470"/>
              <a:ext cx="87630" cy="356235"/>
            </a:xfrm>
            <a:custGeom>
              <a:avLst/>
              <a:gdLst/>
              <a:ahLst/>
              <a:cxnLst/>
              <a:rect l="l" t="t" r="r" b="b"/>
              <a:pathLst>
                <a:path w="87629" h="356235">
                  <a:moveTo>
                    <a:pt x="10504" y="269674"/>
                  </a:moveTo>
                  <a:lnTo>
                    <a:pt x="1517" y="274923"/>
                  </a:lnTo>
                  <a:lnTo>
                    <a:pt x="0" y="280697"/>
                  </a:lnTo>
                  <a:lnTo>
                    <a:pt x="43723" y="355747"/>
                  </a:lnTo>
                  <a:lnTo>
                    <a:pt x="54628" y="337030"/>
                  </a:lnTo>
                  <a:lnTo>
                    <a:pt x="34305" y="337030"/>
                  </a:lnTo>
                  <a:lnTo>
                    <a:pt x="34304" y="302145"/>
                  </a:lnTo>
                  <a:lnTo>
                    <a:pt x="16271" y="271193"/>
                  </a:lnTo>
                  <a:lnTo>
                    <a:pt x="10504" y="269674"/>
                  </a:lnTo>
                  <a:close/>
                </a:path>
                <a:path w="87629" h="356235">
                  <a:moveTo>
                    <a:pt x="34305" y="302146"/>
                  </a:moveTo>
                  <a:lnTo>
                    <a:pt x="34305" y="337030"/>
                  </a:lnTo>
                  <a:lnTo>
                    <a:pt x="53143" y="337030"/>
                  </a:lnTo>
                  <a:lnTo>
                    <a:pt x="53143" y="332277"/>
                  </a:lnTo>
                  <a:lnTo>
                    <a:pt x="35587" y="332277"/>
                  </a:lnTo>
                  <a:lnTo>
                    <a:pt x="43724" y="318312"/>
                  </a:lnTo>
                  <a:lnTo>
                    <a:pt x="34305" y="302146"/>
                  </a:lnTo>
                  <a:close/>
                </a:path>
                <a:path w="87629" h="356235">
                  <a:moveTo>
                    <a:pt x="76944" y="269674"/>
                  </a:moveTo>
                  <a:lnTo>
                    <a:pt x="71175" y="271193"/>
                  </a:lnTo>
                  <a:lnTo>
                    <a:pt x="53143" y="302145"/>
                  </a:lnTo>
                  <a:lnTo>
                    <a:pt x="53143" y="337030"/>
                  </a:lnTo>
                  <a:lnTo>
                    <a:pt x="54628" y="337030"/>
                  </a:lnTo>
                  <a:lnTo>
                    <a:pt x="87448" y="280697"/>
                  </a:lnTo>
                  <a:lnTo>
                    <a:pt x="85930" y="274923"/>
                  </a:lnTo>
                  <a:lnTo>
                    <a:pt x="76944" y="269674"/>
                  </a:lnTo>
                  <a:close/>
                </a:path>
                <a:path w="87629" h="356235">
                  <a:moveTo>
                    <a:pt x="43724" y="318312"/>
                  </a:moveTo>
                  <a:lnTo>
                    <a:pt x="35587" y="332277"/>
                  </a:lnTo>
                  <a:lnTo>
                    <a:pt x="51860" y="332277"/>
                  </a:lnTo>
                  <a:lnTo>
                    <a:pt x="43724" y="318312"/>
                  </a:lnTo>
                  <a:close/>
                </a:path>
                <a:path w="87629" h="356235">
                  <a:moveTo>
                    <a:pt x="53143" y="302145"/>
                  </a:moveTo>
                  <a:lnTo>
                    <a:pt x="43724" y="318312"/>
                  </a:lnTo>
                  <a:lnTo>
                    <a:pt x="51860" y="332277"/>
                  </a:lnTo>
                  <a:lnTo>
                    <a:pt x="53143" y="332277"/>
                  </a:lnTo>
                  <a:lnTo>
                    <a:pt x="53143" y="302145"/>
                  </a:lnTo>
                  <a:close/>
                </a:path>
                <a:path w="87629" h="356235">
                  <a:moveTo>
                    <a:pt x="53143" y="0"/>
                  </a:moveTo>
                  <a:lnTo>
                    <a:pt x="34303" y="0"/>
                  </a:lnTo>
                  <a:lnTo>
                    <a:pt x="34305" y="302146"/>
                  </a:lnTo>
                  <a:lnTo>
                    <a:pt x="43724" y="318312"/>
                  </a:lnTo>
                  <a:lnTo>
                    <a:pt x="53142" y="302146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25</a:t>
            </a:fld>
            <a:endParaRPr dirty="0"/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53" name="object 53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84942C46-E106-41DA-88D4-4B7BECA3AC17}" type="datetime1">
              <a:rPr lang="en-US" spc="-9" smtClean="0"/>
              <a:t>3/24/2022</a:t>
            </a:fld>
            <a:endParaRPr spc="-9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62908" y="3098765"/>
            <a:ext cx="6023692" cy="37789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2382" spc="-13" dirty="0">
                <a:solidFill>
                  <a:srgbClr val="0070C0"/>
                </a:solidFill>
              </a:rPr>
              <a:t>Selecting</a:t>
            </a:r>
            <a:r>
              <a:rPr sz="2382" spc="-31" dirty="0">
                <a:solidFill>
                  <a:srgbClr val="0070C0"/>
                </a:solidFill>
              </a:rPr>
              <a:t> </a:t>
            </a:r>
            <a:r>
              <a:rPr sz="2382" spc="-18" dirty="0">
                <a:solidFill>
                  <a:srgbClr val="0070C0"/>
                </a:solidFill>
              </a:rPr>
              <a:t>best</a:t>
            </a:r>
            <a:r>
              <a:rPr sz="2382" spc="-35" dirty="0">
                <a:solidFill>
                  <a:srgbClr val="0070C0"/>
                </a:solidFill>
              </a:rPr>
              <a:t> </a:t>
            </a:r>
            <a:r>
              <a:rPr sz="2382" spc="-31" dirty="0">
                <a:solidFill>
                  <a:srgbClr val="0070C0"/>
                </a:solidFill>
              </a:rPr>
              <a:t>feature</a:t>
            </a:r>
            <a:r>
              <a:rPr sz="2382" spc="-35" dirty="0">
                <a:solidFill>
                  <a:srgbClr val="0070C0"/>
                </a:solidFill>
              </a:rPr>
              <a:t> </a:t>
            </a:r>
            <a:r>
              <a:rPr sz="2382" spc="-18" dirty="0">
                <a:solidFill>
                  <a:srgbClr val="0070C0"/>
                </a:solidFill>
              </a:rPr>
              <a:t>to</a:t>
            </a:r>
            <a:r>
              <a:rPr sz="2382" spc="-35" dirty="0">
                <a:solidFill>
                  <a:srgbClr val="0070C0"/>
                </a:solidFill>
              </a:rPr>
              <a:t> </a:t>
            </a:r>
            <a:r>
              <a:rPr sz="2382" spc="-9" dirty="0">
                <a:solidFill>
                  <a:srgbClr val="0070C0"/>
                </a:solidFill>
              </a:rPr>
              <a:t>split</a:t>
            </a:r>
            <a:r>
              <a:rPr sz="2382" spc="-35" dirty="0">
                <a:solidFill>
                  <a:srgbClr val="0070C0"/>
                </a:solidFill>
              </a:rPr>
              <a:t> </a:t>
            </a:r>
            <a:r>
              <a:rPr sz="2382" spc="-9" dirty="0">
                <a:solidFill>
                  <a:srgbClr val="0070C0"/>
                </a:solidFill>
              </a:rPr>
              <a:t>on</a:t>
            </a:r>
            <a:endParaRPr sz="2382" dirty="0">
              <a:solidFill>
                <a:srgbClr val="0070C0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A9C96C81-6708-4113-AC09-C12DB4AC5B28}" type="datetime1">
              <a:rPr lang="en-US" spc="-9" smtClean="0"/>
              <a:t>3/24/2022</a:t>
            </a:fld>
            <a:endParaRPr spc="-9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25741C-F382-42C0-9339-083F5B860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123" y="1143623"/>
            <a:ext cx="5301503" cy="1119877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8" dirty="0"/>
              <a:t>How</a:t>
            </a:r>
            <a:r>
              <a:rPr spc="-35" dirty="0"/>
              <a:t> </a:t>
            </a:r>
            <a:r>
              <a:rPr spc="-9" dirty="0"/>
              <a:t>do</a:t>
            </a:r>
            <a:r>
              <a:rPr spc="-26" dirty="0"/>
              <a:t> we</a:t>
            </a:r>
            <a:r>
              <a:rPr spc="-31" dirty="0"/>
              <a:t> </a:t>
            </a:r>
            <a:r>
              <a:rPr spc="-13" dirty="0"/>
              <a:t>learn</a:t>
            </a:r>
            <a:r>
              <a:rPr spc="-26" dirty="0"/>
              <a:t> </a:t>
            </a:r>
            <a:r>
              <a:rPr dirty="0"/>
              <a:t>a</a:t>
            </a:r>
            <a:r>
              <a:rPr spc="-31" dirty="0"/>
              <a:t> </a:t>
            </a:r>
            <a:r>
              <a:rPr spc="-13" dirty="0"/>
              <a:t>decision</a:t>
            </a:r>
            <a:r>
              <a:rPr spc="-26" dirty="0"/>
              <a:t> </a:t>
            </a:r>
            <a:r>
              <a:rPr spc="-22" dirty="0"/>
              <a:t>stump?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24474" y="2542953"/>
            <a:ext cx="1237690" cy="600075"/>
            <a:chOff x="2822004" y="2882013"/>
            <a:chExt cx="1402715" cy="680085"/>
          </a:xfrm>
        </p:grpSpPr>
        <p:sp>
          <p:nvSpPr>
            <p:cNvPr id="4" name="object 4"/>
            <p:cNvSpPr/>
            <p:nvPr/>
          </p:nvSpPr>
          <p:spPr>
            <a:xfrm>
              <a:off x="2831529" y="2891538"/>
              <a:ext cx="1383665" cy="661035"/>
            </a:xfrm>
            <a:custGeom>
              <a:avLst/>
              <a:gdLst/>
              <a:ahLst/>
              <a:cxnLst/>
              <a:rect l="l" t="t" r="r" b="b"/>
              <a:pathLst>
                <a:path w="1383664" h="661035">
                  <a:moveTo>
                    <a:pt x="1383271" y="0"/>
                  </a:moveTo>
                  <a:lnTo>
                    <a:pt x="0" y="0"/>
                  </a:lnTo>
                  <a:lnTo>
                    <a:pt x="0" y="660730"/>
                  </a:lnTo>
                  <a:lnTo>
                    <a:pt x="1383271" y="660730"/>
                  </a:lnTo>
                  <a:lnTo>
                    <a:pt x="1383271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831529" y="2891538"/>
              <a:ext cx="1383665" cy="661035"/>
            </a:xfrm>
            <a:custGeom>
              <a:avLst/>
              <a:gdLst/>
              <a:ahLst/>
              <a:cxnLst/>
              <a:rect l="l" t="t" r="r" b="b"/>
              <a:pathLst>
                <a:path w="1383664" h="661035">
                  <a:moveTo>
                    <a:pt x="0" y="0"/>
                  </a:moveTo>
                  <a:lnTo>
                    <a:pt x="1383271" y="0"/>
                  </a:lnTo>
                  <a:lnTo>
                    <a:pt x="1383271" y="660731"/>
                  </a:lnTo>
                  <a:lnTo>
                    <a:pt x="0" y="660731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04872" y="2563655"/>
            <a:ext cx="604557" cy="4986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R="62756" algn="r">
              <a:lnSpc>
                <a:spcPts val="1875"/>
              </a:lnSpc>
              <a:spcBef>
                <a:spcPts val="88"/>
              </a:spcBef>
            </a:pPr>
            <a:r>
              <a:rPr sz="1588" b="1" spc="-18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588">
              <a:latin typeface="Calibri"/>
              <a:cs typeface="Calibri"/>
            </a:endParaRPr>
          </a:p>
          <a:p>
            <a:pPr marR="4483" algn="r">
              <a:lnSpc>
                <a:spcPts val="1875"/>
              </a:lnSpc>
              <a:tabLst>
                <a:tab pos="379900" algn="l"/>
              </a:tabLst>
            </a:pPr>
            <a:r>
              <a:rPr sz="1588" spc="-13" dirty="0">
                <a:solidFill>
                  <a:srgbClr val="648E04"/>
                </a:solidFill>
                <a:latin typeface="Calibri"/>
                <a:cs typeface="Calibri"/>
              </a:rPr>
              <a:t>2</a:t>
            </a:r>
            <a:r>
              <a:rPr sz="1588" dirty="0">
                <a:solidFill>
                  <a:srgbClr val="648E04"/>
                </a:solidFill>
                <a:latin typeface="Calibri"/>
                <a:cs typeface="Calibri"/>
              </a:rPr>
              <a:t>2	</a:t>
            </a:r>
            <a:r>
              <a:rPr sz="1588" spc="-13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02376" y="4287639"/>
            <a:ext cx="985557" cy="600075"/>
            <a:chOff x="1096959" y="4859324"/>
            <a:chExt cx="1116965" cy="680085"/>
          </a:xfrm>
        </p:grpSpPr>
        <p:sp>
          <p:nvSpPr>
            <p:cNvPr id="8" name="object 8"/>
            <p:cNvSpPr/>
            <p:nvPr/>
          </p:nvSpPr>
          <p:spPr>
            <a:xfrm>
              <a:off x="1106484" y="4868849"/>
              <a:ext cx="1097915" cy="661035"/>
            </a:xfrm>
            <a:custGeom>
              <a:avLst/>
              <a:gdLst/>
              <a:ahLst/>
              <a:cxnLst/>
              <a:rect l="l" t="t" r="r" b="b"/>
              <a:pathLst>
                <a:path w="1097914" h="661035">
                  <a:moveTo>
                    <a:pt x="1097489" y="0"/>
                  </a:moveTo>
                  <a:lnTo>
                    <a:pt x="0" y="0"/>
                  </a:lnTo>
                  <a:lnTo>
                    <a:pt x="0" y="660731"/>
                  </a:lnTo>
                  <a:lnTo>
                    <a:pt x="1097489" y="660731"/>
                  </a:lnTo>
                  <a:lnTo>
                    <a:pt x="1097489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1106484" y="4868849"/>
              <a:ext cx="1097915" cy="661035"/>
            </a:xfrm>
            <a:custGeom>
              <a:avLst/>
              <a:gdLst/>
              <a:ahLst/>
              <a:cxnLst/>
              <a:rect l="l" t="t" r="r" b="b"/>
              <a:pathLst>
                <a:path w="1097914" h="661035">
                  <a:moveTo>
                    <a:pt x="0" y="0"/>
                  </a:moveTo>
                  <a:lnTo>
                    <a:pt x="1097489" y="0"/>
                  </a:lnTo>
                  <a:lnTo>
                    <a:pt x="1097489" y="660731"/>
                  </a:lnTo>
                  <a:lnTo>
                    <a:pt x="0" y="660731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22252" y="4309083"/>
            <a:ext cx="746872" cy="511641"/>
          </a:xfrm>
          <a:prstGeom prst="rect">
            <a:avLst/>
          </a:prstGeom>
        </p:spPr>
        <p:txBody>
          <a:bodyPr vert="horz" wrap="square" lIns="0" tIns="24093" rIns="0" bIns="0" rtlCol="0">
            <a:spAutoFit/>
          </a:bodyPr>
          <a:lstStyle/>
          <a:p>
            <a:pPr marL="160253" marR="4483" indent="-149607">
              <a:lnSpc>
                <a:spcPts val="1862"/>
              </a:lnSpc>
              <a:spcBef>
                <a:spcPts val="190"/>
              </a:spcBef>
              <a:tabLst>
                <a:tab pos="484120" algn="l"/>
              </a:tabLst>
            </a:pPr>
            <a:r>
              <a:rPr sz="1588" spc="-31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588" spc="-44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celle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588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588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588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60761" y="4299009"/>
            <a:ext cx="973791" cy="600075"/>
            <a:chOff x="2976462" y="4872210"/>
            <a:chExt cx="1103630" cy="680085"/>
          </a:xfrm>
        </p:grpSpPr>
        <p:sp>
          <p:nvSpPr>
            <p:cNvPr id="12" name="object 12"/>
            <p:cNvSpPr/>
            <p:nvPr/>
          </p:nvSpPr>
          <p:spPr>
            <a:xfrm>
              <a:off x="2985987" y="4881735"/>
              <a:ext cx="1084580" cy="661035"/>
            </a:xfrm>
            <a:custGeom>
              <a:avLst/>
              <a:gdLst/>
              <a:ahLst/>
              <a:cxnLst/>
              <a:rect l="l" t="t" r="r" b="b"/>
              <a:pathLst>
                <a:path w="1084579" h="661035">
                  <a:moveTo>
                    <a:pt x="1083997" y="0"/>
                  </a:moveTo>
                  <a:lnTo>
                    <a:pt x="0" y="0"/>
                  </a:lnTo>
                  <a:lnTo>
                    <a:pt x="0" y="660731"/>
                  </a:lnTo>
                  <a:lnTo>
                    <a:pt x="1083997" y="660731"/>
                  </a:lnTo>
                  <a:lnTo>
                    <a:pt x="1083997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2985987" y="4881735"/>
              <a:ext cx="1084580" cy="661035"/>
            </a:xfrm>
            <a:custGeom>
              <a:avLst/>
              <a:gdLst/>
              <a:ahLst/>
              <a:cxnLst/>
              <a:rect l="l" t="t" r="r" b="b"/>
              <a:pathLst>
                <a:path w="1084579" h="661035">
                  <a:moveTo>
                    <a:pt x="0" y="0"/>
                  </a:moveTo>
                  <a:lnTo>
                    <a:pt x="1083996" y="0"/>
                  </a:lnTo>
                  <a:lnTo>
                    <a:pt x="1083996" y="660731"/>
                  </a:lnTo>
                  <a:lnTo>
                    <a:pt x="0" y="660731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23496" y="4319841"/>
            <a:ext cx="448795" cy="511641"/>
          </a:xfrm>
          <a:prstGeom prst="rect">
            <a:avLst/>
          </a:prstGeom>
        </p:spPr>
        <p:txBody>
          <a:bodyPr vert="horz" wrap="square" lIns="0" tIns="24093" rIns="0" bIns="0" rtlCol="0">
            <a:spAutoFit/>
          </a:bodyPr>
          <a:lstStyle/>
          <a:p>
            <a:pPr marL="11206" marR="4483" indent="77885">
              <a:lnSpc>
                <a:spcPts val="1862"/>
              </a:lnSpc>
              <a:spcBef>
                <a:spcPts val="190"/>
              </a:spcBef>
              <a:tabLst>
                <a:tab pos="335074" algn="l"/>
              </a:tabLst>
            </a:pP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fair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588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07657" y="4317001"/>
            <a:ext cx="971550" cy="600075"/>
            <a:chOff x="4842945" y="4892601"/>
            <a:chExt cx="1101090" cy="680085"/>
          </a:xfrm>
        </p:grpSpPr>
        <p:sp>
          <p:nvSpPr>
            <p:cNvPr id="16" name="object 16"/>
            <p:cNvSpPr/>
            <p:nvPr/>
          </p:nvSpPr>
          <p:spPr>
            <a:xfrm>
              <a:off x="4852470" y="4902126"/>
              <a:ext cx="1082040" cy="661035"/>
            </a:xfrm>
            <a:custGeom>
              <a:avLst/>
              <a:gdLst/>
              <a:ahLst/>
              <a:cxnLst/>
              <a:rect l="l" t="t" r="r" b="b"/>
              <a:pathLst>
                <a:path w="1082039" h="661035">
                  <a:moveTo>
                    <a:pt x="1081695" y="0"/>
                  </a:moveTo>
                  <a:lnTo>
                    <a:pt x="0" y="0"/>
                  </a:lnTo>
                  <a:lnTo>
                    <a:pt x="0" y="660731"/>
                  </a:lnTo>
                  <a:lnTo>
                    <a:pt x="1081695" y="660731"/>
                  </a:lnTo>
                  <a:lnTo>
                    <a:pt x="1081695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4852470" y="4902126"/>
              <a:ext cx="1082040" cy="661035"/>
            </a:xfrm>
            <a:custGeom>
              <a:avLst/>
              <a:gdLst/>
              <a:ahLst/>
              <a:cxnLst/>
              <a:rect l="l" t="t" r="r" b="b"/>
              <a:pathLst>
                <a:path w="1082039" h="661035">
                  <a:moveTo>
                    <a:pt x="0" y="0"/>
                  </a:moveTo>
                  <a:lnTo>
                    <a:pt x="1081695" y="0"/>
                  </a:lnTo>
                  <a:lnTo>
                    <a:pt x="1081695" y="660731"/>
                  </a:lnTo>
                  <a:lnTo>
                    <a:pt x="0" y="660731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619239" y="4338667"/>
            <a:ext cx="548528" cy="511641"/>
          </a:xfrm>
          <a:prstGeom prst="rect">
            <a:avLst/>
          </a:prstGeom>
        </p:spPr>
        <p:txBody>
          <a:bodyPr vert="horz" wrap="square" lIns="0" tIns="24093" rIns="0" bIns="0" rtlCol="0">
            <a:spAutoFit/>
          </a:bodyPr>
          <a:lstStyle/>
          <a:p>
            <a:pPr marL="11206" marR="4483" indent="70601">
              <a:lnSpc>
                <a:spcPts val="1862"/>
              </a:lnSpc>
              <a:spcBef>
                <a:spcPts val="190"/>
              </a:spcBef>
              <a:tabLst>
                <a:tab pos="335074" algn="l"/>
              </a:tabLst>
            </a:pP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poor </a:t>
            </a:r>
            <a:r>
              <a:rPr sz="1588" spc="-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648E04"/>
                </a:solidFill>
                <a:latin typeface="Calibri"/>
                <a:cs typeface="Calibri"/>
              </a:rPr>
              <a:t>4	</a:t>
            </a:r>
            <a:r>
              <a:rPr sz="1588" spc="-13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9914" y="2568571"/>
            <a:ext cx="1057835" cy="52427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981"/>
              </a:lnSpc>
              <a:spcBef>
                <a:spcPts val="88"/>
              </a:spcBef>
            </a:pPr>
            <a:r>
              <a:rPr sz="1677" b="1" spc="-18" dirty="0">
                <a:solidFill>
                  <a:srgbClr val="2B2728"/>
                </a:solidFill>
                <a:latin typeface="Calibri"/>
                <a:cs typeface="Calibri"/>
              </a:rPr>
              <a:t>L</a:t>
            </a:r>
            <a:r>
              <a:rPr sz="1677" b="1" spc="-22" dirty="0">
                <a:solidFill>
                  <a:srgbClr val="2B2728"/>
                </a:solidFill>
                <a:latin typeface="Calibri"/>
                <a:cs typeface="Calibri"/>
              </a:rPr>
              <a:t>oa</a:t>
            </a:r>
            <a:r>
              <a:rPr sz="1677" b="1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677" b="1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b="1" spc="-35" dirty="0">
                <a:solidFill>
                  <a:srgbClr val="2B2728"/>
                </a:solidFill>
                <a:latin typeface="Calibri"/>
                <a:cs typeface="Calibri"/>
              </a:rPr>
              <a:t>sta</a:t>
            </a:r>
            <a:r>
              <a:rPr sz="1677" b="1" spc="-18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677" b="1" spc="-26" dirty="0">
                <a:solidFill>
                  <a:srgbClr val="2B2728"/>
                </a:solidFill>
                <a:latin typeface="Calibri"/>
                <a:cs typeface="Calibri"/>
              </a:rPr>
              <a:t>u</a:t>
            </a:r>
            <a:r>
              <a:rPr sz="1677" b="1" spc="-18" dirty="0">
                <a:solidFill>
                  <a:srgbClr val="2B2728"/>
                </a:solidFill>
                <a:latin typeface="Calibri"/>
                <a:cs typeface="Calibri"/>
              </a:rPr>
              <a:t>s:</a:t>
            </a:r>
            <a:endParaRPr sz="1677">
              <a:latin typeface="Calibri"/>
              <a:cs typeface="Calibri"/>
            </a:endParaRPr>
          </a:p>
          <a:p>
            <a:pPr marL="11206">
              <a:lnSpc>
                <a:spcPts val="1981"/>
              </a:lnSpc>
            </a:pPr>
            <a:r>
              <a:rPr sz="1677" spc="-31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677" spc="-53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677" spc="-22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677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86564" y="3134234"/>
            <a:ext cx="3315260" cy="1199590"/>
            <a:chOff x="1645705" y="3552132"/>
            <a:chExt cx="3757295" cy="1359535"/>
          </a:xfrm>
        </p:grpSpPr>
        <p:sp>
          <p:nvSpPr>
            <p:cNvPr id="21" name="object 21"/>
            <p:cNvSpPr/>
            <p:nvPr/>
          </p:nvSpPr>
          <p:spPr>
            <a:xfrm>
              <a:off x="3483182" y="3552132"/>
              <a:ext cx="87630" cy="334010"/>
            </a:xfrm>
            <a:custGeom>
              <a:avLst/>
              <a:gdLst/>
              <a:ahLst/>
              <a:cxnLst/>
              <a:rect l="l" t="t" r="r" b="b"/>
              <a:pathLst>
                <a:path w="87629" h="334010">
                  <a:moveTo>
                    <a:pt x="10344" y="247958"/>
                  </a:moveTo>
                  <a:lnTo>
                    <a:pt x="1433" y="253337"/>
                  </a:lnTo>
                  <a:lnTo>
                    <a:pt x="0" y="259133"/>
                  </a:lnTo>
                  <a:lnTo>
                    <a:pt x="44804" y="333541"/>
                  </a:lnTo>
                  <a:lnTo>
                    <a:pt x="55270" y="314963"/>
                  </a:lnTo>
                  <a:lnTo>
                    <a:pt x="35115" y="314963"/>
                  </a:lnTo>
                  <a:lnTo>
                    <a:pt x="34611" y="280082"/>
                  </a:lnTo>
                  <a:lnTo>
                    <a:pt x="16132" y="249394"/>
                  </a:lnTo>
                  <a:lnTo>
                    <a:pt x="10344" y="247958"/>
                  </a:lnTo>
                  <a:close/>
                </a:path>
                <a:path w="87629" h="334010">
                  <a:moveTo>
                    <a:pt x="34611" y="280082"/>
                  </a:moveTo>
                  <a:lnTo>
                    <a:pt x="35115" y="314963"/>
                  </a:lnTo>
                  <a:lnTo>
                    <a:pt x="53952" y="314690"/>
                  </a:lnTo>
                  <a:lnTo>
                    <a:pt x="53887" y="310193"/>
                  </a:lnTo>
                  <a:lnTo>
                    <a:pt x="36329" y="310193"/>
                  </a:lnTo>
                  <a:lnTo>
                    <a:pt x="44263" y="296111"/>
                  </a:lnTo>
                  <a:lnTo>
                    <a:pt x="34611" y="280082"/>
                  </a:lnTo>
                  <a:close/>
                </a:path>
                <a:path w="87629" h="334010">
                  <a:moveTo>
                    <a:pt x="76776" y="246995"/>
                  </a:moveTo>
                  <a:lnTo>
                    <a:pt x="71031" y="248599"/>
                  </a:lnTo>
                  <a:lnTo>
                    <a:pt x="53447" y="279809"/>
                  </a:lnTo>
                  <a:lnTo>
                    <a:pt x="53952" y="314690"/>
                  </a:lnTo>
                  <a:lnTo>
                    <a:pt x="35115" y="314963"/>
                  </a:lnTo>
                  <a:lnTo>
                    <a:pt x="55270" y="314963"/>
                  </a:lnTo>
                  <a:lnTo>
                    <a:pt x="87439" y="257865"/>
                  </a:lnTo>
                  <a:lnTo>
                    <a:pt x="85838" y="252114"/>
                  </a:lnTo>
                  <a:lnTo>
                    <a:pt x="76776" y="246995"/>
                  </a:lnTo>
                  <a:close/>
                </a:path>
                <a:path w="87629" h="334010">
                  <a:moveTo>
                    <a:pt x="44263" y="296111"/>
                  </a:moveTo>
                  <a:lnTo>
                    <a:pt x="36329" y="310193"/>
                  </a:lnTo>
                  <a:lnTo>
                    <a:pt x="52600" y="309957"/>
                  </a:lnTo>
                  <a:lnTo>
                    <a:pt x="44263" y="296111"/>
                  </a:lnTo>
                  <a:close/>
                </a:path>
                <a:path w="87629" h="334010">
                  <a:moveTo>
                    <a:pt x="53447" y="279809"/>
                  </a:moveTo>
                  <a:lnTo>
                    <a:pt x="44263" y="296111"/>
                  </a:lnTo>
                  <a:lnTo>
                    <a:pt x="52600" y="309957"/>
                  </a:lnTo>
                  <a:lnTo>
                    <a:pt x="36329" y="310193"/>
                  </a:lnTo>
                  <a:lnTo>
                    <a:pt x="53887" y="310193"/>
                  </a:lnTo>
                  <a:lnTo>
                    <a:pt x="53447" y="279809"/>
                  </a:lnTo>
                  <a:close/>
                </a:path>
                <a:path w="87629" h="334010">
                  <a:moveTo>
                    <a:pt x="49402" y="0"/>
                  </a:moveTo>
                  <a:lnTo>
                    <a:pt x="30566" y="273"/>
                  </a:lnTo>
                  <a:lnTo>
                    <a:pt x="34611" y="280082"/>
                  </a:lnTo>
                  <a:lnTo>
                    <a:pt x="44263" y="296111"/>
                  </a:lnTo>
                  <a:lnTo>
                    <a:pt x="53447" y="279809"/>
                  </a:lnTo>
                  <a:lnTo>
                    <a:pt x="49402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1655230" y="4203438"/>
              <a:ext cx="969644" cy="665480"/>
            </a:xfrm>
            <a:custGeom>
              <a:avLst/>
              <a:gdLst/>
              <a:ahLst/>
              <a:cxnLst/>
              <a:rect l="l" t="t" r="r" b="b"/>
              <a:pathLst>
                <a:path w="969644" h="665479">
                  <a:moveTo>
                    <a:pt x="969237" y="0"/>
                  </a:moveTo>
                  <a:lnTo>
                    <a:pt x="0" y="0"/>
                  </a:lnTo>
                  <a:lnTo>
                    <a:pt x="0" y="665411"/>
                  </a:lnTo>
                </a:path>
              </a:pathLst>
            </a:custGeom>
            <a:ln w="18854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3527986" y="4521245"/>
              <a:ext cx="0" cy="360680"/>
            </a:xfrm>
            <a:custGeom>
              <a:avLst/>
              <a:gdLst/>
              <a:ahLst/>
              <a:cxnLst/>
              <a:rect l="l" t="t" r="r" b="b"/>
              <a:pathLst>
                <a:path h="360679">
                  <a:moveTo>
                    <a:pt x="0" y="0"/>
                  </a:moveTo>
                  <a:lnTo>
                    <a:pt x="0" y="360489"/>
                  </a:lnTo>
                </a:path>
              </a:pathLst>
            </a:custGeom>
            <a:ln w="18838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431505" y="4203438"/>
              <a:ext cx="962025" cy="699135"/>
            </a:xfrm>
            <a:custGeom>
              <a:avLst/>
              <a:gdLst/>
              <a:ahLst/>
              <a:cxnLst/>
              <a:rect l="l" t="t" r="r" b="b"/>
              <a:pathLst>
                <a:path w="962025" h="699135">
                  <a:moveTo>
                    <a:pt x="0" y="0"/>
                  </a:moveTo>
                  <a:lnTo>
                    <a:pt x="961813" y="0"/>
                  </a:lnTo>
                  <a:lnTo>
                    <a:pt x="961813" y="698688"/>
                  </a:lnTo>
                </a:path>
              </a:pathLst>
            </a:custGeom>
            <a:ln w="18853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2624466" y="3885630"/>
              <a:ext cx="1807210" cy="635635"/>
            </a:xfrm>
            <a:custGeom>
              <a:avLst/>
              <a:gdLst/>
              <a:ahLst/>
              <a:cxnLst/>
              <a:rect l="l" t="t" r="r" b="b"/>
              <a:pathLst>
                <a:path w="1807210" h="635635">
                  <a:moveTo>
                    <a:pt x="903519" y="0"/>
                  </a:moveTo>
                  <a:lnTo>
                    <a:pt x="0" y="317807"/>
                  </a:lnTo>
                  <a:lnTo>
                    <a:pt x="903519" y="635614"/>
                  </a:lnTo>
                  <a:lnTo>
                    <a:pt x="1807038" y="317807"/>
                  </a:lnTo>
                  <a:lnTo>
                    <a:pt x="903519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2624466" y="3885630"/>
              <a:ext cx="1807210" cy="635635"/>
            </a:xfrm>
            <a:custGeom>
              <a:avLst/>
              <a:gdLst/>
              <a:ahLst/>
              <a:cxnLst/>
              <a:rect l="l" t="t" r="r" b="b"/>
              <a:pathLst>
                <a:path w="1807210" h="635635">
                  <a:moveTo>
                    <a:pt x="0" y="317807"/>
                  </a:moveTo>
                  <a:lnTo>
                    <a:pt x="903519" y="0"/>
                  </a:lnTo>
                  <a:lnTo>
                    <a:pt x="1807038" y="317807"/>
                  </a:lnTo>
                  <a:lnTo>
                    <a:pt x="903519" y="635614"/>
                  </a:lnTo>
                  <a:lnTo>
                    <a:pt x="0" y="317807"/>
                  </a:lnTo>
                  <a:close/>
                </a:path>
              </a:pathLst>
            </a:custGeom>
            <a:ln w="18859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969367" y="3581177"/>
            <a:ext cx="554131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Credit?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56682" y="3122490"/>
            <a:ext cx="706531" cy="395007"/>
          </a:xfrm>
          <a:custGeom>
            <a:avLst/>
            <a:gdLst/>
            <a:ahLst/>
            <a:cxnLst/>
            <a:rect l="l" t="t" r="r" b="b"/>
            <a:pathLst>
              <a:path w="800735" h="447675">
                <a:moveTo>
                  <a:pt x="58563" y="362965"/>
                </a:moveTo>
                <a:lnTo>
                  <a:pt x="0" y="447408"/>
                </a:lnTo>
                <a:lnTo>
                  <a:pt x="102608" y="443651"/>
                </a:lnTo>
                <a:lnTo>
                  <a:pt x="91938" y="424106"/>
                </a:lnTo>
                <a:lnTo>
                  <a:pt x="74494" y="424106"/>
                </a:lnTo>
                <a:lnTo>
                  <a:pt x="59813" y="397211"/>
                </a:lnTo>
                <a:lnTo>
                  <a:pt x="73245" y="389861"/>
                </a:lnTo>
                <a:lnTo>
                  <a:pt x="58563" y="362965"/>
                </a:lnTo>
                <a:close/>
              </a:path>
              <a:path w="800735" h="447675">
                <a:moveTo>
                  <a:pt x="73245" y="389861"/>
                </a:moveTo>
                <a:lnTo>
                  <a:pt x="59813" y="397211"/>
                </a:lnTo>
                <a:lnTo>
                  <a:pt x="74494" y="424106"/>
                </a:lnTo>
                <a:lnTo>
                  <a:pt x="87926" y="416755"/>
                </a:lnTo>
                <a:lnTo>
                  <a:pt x="73245" y="389861"/>
                </a:lnTo>
                <a:close/>
              </a:path>
              <a:path w="800735" h="447675">
                <a:moveTo>
                  <a:pt x="87926" y="416755"/>
                </a:moveTo>
                <a:lnTo>
                  <a:pt x="74494" y="424106"/>
                </a:lnTo>
                <a:lnTo>
                  <a:pt x="91938" y="424106"/>
                </a:lnTo>
                <a:lnTo>
                  <a:pt x="87926" y="416755"/>
                </a:lnTo>
                <a:close/>
              </a:path>
              <a:path w="800735" h="447675">
                <a:moveTo>
                  <a:pt x="785647" y="0"/>
                </a:moveTo>
                <a:lnTo>
                  <a:pt x="73245" y="389861"/>
                </a:lnTo>
                <a:lnTo>
                  <a:pt x="87926" y="416755"/>
                </a:lnTo>
                <a:lnTo>
                  <a:pt x="800329" y="26894"/>
                </a:lnTo>
                <a:lnTo>
                  <a:pt x="785647" y="0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 txBox="1"/>
          <p:nvPr/>
        </p:nvSpPr>
        <p:spPr>
          <a:xfrm>
            <a:off x="4151098" y="2565882"/>
            <a:ext cx="1655669" cy="521447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1206" marR="4483">
              <a:lnSpc>
                <a:spcPct val="101099"/>
              </a:lnSpc>
              <a:spcBef>
                <a:spcPts val="66"/>
              </a:spcBef>
            </a:pP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Find the </a:t>
            </a:r>
            <a:r>
              <a:rPr sz="1677" dirty="0">
                <a:solidFill>
                  <a:srgbClr val="2B2728"/>
                </a:solidFill>
                <a:latin typeface="Calibri"/>
                <a:cs typeface="Calibri"/>
              </a:rPr>
              <a:t>“best”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-9" dirty="0">
                <a:solidFill>
                  <a:srgbClr val="2B2728"/>
                </a:solidFill>
                <a:latin typeface="Calibri"/>
                <a:cs typeface="Calibri"/>
              </a:rPr>
              <a:t>feature </a:t>
            </a:r>
            <a:r>
              <a:rPr sz="1677" spc="-4" dirty="0">
                <a:solidFill>
                  <a:srgbClr val="2B2728"/>
                </a:solidFill>
                <a:latin typeface="Calibri"/>
                <a:cs typeface="Calibri"/>
              </a:rPr>
              <a:t>to</a:t>
            </a:r>
            <a:r>
              <a:rPr sz="1677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677" spc="-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on!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27</a:t>
            </a:fld>
            <a:endParaRPr dirty="0"/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10C8B9BE-5F5B-4A3F-8B9E-2133A9BF7B37}" type="datetime1">
              <a:rPr lang="en-US" spc="-9" smtClean="0"/>
              <a:t>3/24/2022</a:t>
            </a:fld>
            <a:endParaRPr spc="-9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123" y="1473553"/>
            <a:ext cx="5275729" cy="460017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8" dirty="0"/>
              <a:t>How</a:t>
            </a:r>
            <a:r>
              <a:rPr spc="-31" dirty="0"/>
              <a:t> </a:t>
            </a:r>
            <a:r>
              <a:rPr spc="-9" dirty="0"/>
              <a:t>do</a:t>
            </a:r>
            <a:r>
              <a:rPr spc="-26" dirty="0"/>
              <a:t> we </a:t>
            </a:r>
            <a:r>
              <a:rPr spc="-13" dirty="0"/>
              <a:t>select</a:t>
            </a:r>
            <a:r>
              <a:rPr spc="-26" dirty="0"/>
              <a:t> </a:t>
            </a:r>
            <a:r>
              <a:rPr spc="-13" dirty="0"/>
              <a:t>the</a:t>
            </a:r>
            <a:r>
              <a:rPr spc="-26" dirty="0"/>
              <a:t> </a:t>
            </a:r>
            <a:r>
              <a:rPr spc="-22" dirty="0"/>
              <a:t>best</a:t>
            </a:r>
            <a:r>
              <a:rPr spc="-26" dirty="0"/>
              <a:t> </a:t>
            </a:r>
            <a:r>
              <a:rPr spc="-35" dirty="0"/>
              <a:t>feature?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05997" y="3242367"/>
            <a:ext cx="710453" cy="473449"/>
            <a:chOff x="2574397" y="3674682"/>
            <a:chExt cx="805180" cy="536575"/>
          </a:xfrm>
        </p:grpSpPr>
        <p:sp>
          <p:nvSpPr>
            <p:cNvPr id="4" name="object 4"/>
            <p:cNvSpPr/>
            <p:nvPr/>
          </p:nvSpPr>
          <p:spPr>
            <a:xfrm>
              <a:off x="2583922" y="3684207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785821" y="0"/>
                  </a:moveTo>
                  <a:lnTo>
                    <a:pt x="0" y="0"/>
                  </a:lnTo>
                  <a:lnTo>
                    <a:pt x="0" y="517208"/>
                  </a:lnTo>
                  <a:lnTo>
                    <a:pt x="785821" y="517208"/>
                  </a:lnTo>
                  <a:lnTo>
                    <a:pt x="785821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583922" y="3684207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0" y="0"/>
                  </a:moveTo>
                  <a:lnTo>
                    <a:pt x="785821" y="0"/>
                  </a:lnTo>
                  <a:lnTo>
                    <a:pt x="785821" y="517208"/>
                  </a:lnTo>
                  <a:lnTo>
                    <a:pt x="0" y="517208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22721" y="3259090"/>
            <a:ext cx="676835" cy="217918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14007" rIns="0" bIns="0" rtlCol="0">
            <a:spAutoFit/>
          </a:bodyPr>
          <a:lstStyle/>
          <a:p>
            <a:pPr marL="179304">
              <a:spcBef>
                <a:spcPts val="110"/>
              </a:spcBef>
            </a:pP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2721" y="3479053"/>
            <a:ext cx="676835" cy="192360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0" rIns="0" bIns="0" rtlCol="0">
            <a:spAutoFit/>
          </a:bodyPr>
          <a:lstStyle/>
          <a:p>
            <a:pPr marL="132236">
              <a:lnSpc>
                <a:spcPts val="1468"/>
              </a:lnSpc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22</a:t>
            </a:r>
            <a:r>
              <a:rPr sz="1324" spc="229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324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0757" y="4688990"/>
            <a:ext cx="201706" cy="58360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39328" y="4776804"/>
            <a:ext cx="855009" cy="432811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267835" marR="117668" indent="-143443">
              <a:lnSpc>
                <a:spcPts val="1500"/>
              </a:lnSpc>
              <a:spcBef>
                <a:spcPts val="375"/>
              </a:spcBef>
              <a:tabLst>
                <a:tab pos="501490" algn="l"/>
              </a:tabLst>
            </a:pPr>
            <a:r>
              <a:rPr sz="1324" spc="-26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324" spc="-40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324" spc="-4" dirty="0">
                <a:solidFill>
                  <a:srgbClr val="2B2728"/>
                </a:solidFill>
                <a:latin typeface="Calibri"/>
                <a:cs typeface="Calibri"/>
              </a:rPr>
              <a:t>celle</a:t>
            </a:r>
            <a:r>
              <a:rPr sz="1324" spc="-2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87624" y="4776804"/>
            <a:ext cx="753035" cy="419232"/>
          </a:xfrm>
          <a:prstGeom prst="rect">
            <a:avLst/>
          </a:prstGeom>
          <a:solidFill>
            <a:srgbClr val="C8EBFA"/>
          </a:solidFill>
          <a:ln w="18855">
            <a:solidFill>
              <a:srgbClr val="0D6993"/>
            </a:solidFill>
          </a:ln>
        </p:spPr>
        <p:txBody>
          <a:bodyPr vert="horz" wrap="square" lIns="0" tIns="34178" rIns="0" bIns="0" rtlCol="0">
            <a:spAutoFit/>
          </a:bodyPr>
          <a:lstStyle/>
          <a:p>
            <a:pPr marL="235896" marR="228052" indent="28016">
              <a:lnSpc>
                <a:spcPts val="1500"/>
              </a:lnSpc>
              <a:spcBef>
                <a:spcPts val="269"/>
              </a:spcBef>
            </a:pPr>
            <a:r>
              <a:rPr sz="1324" spc="-13" dirty="0">
                <a:solidFill>
                  <a:srgbClr val="2B2728"/>
                </a:solidFill>
                <a:latin typeface="Calibri"/>
                <a:cs typeface="Calibri"/>
              </a:rPr>
              <a:t>fair </a:t>
            </a:r>
            <a:r>
              <a:rPr sz="1324" spc="-287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9</a:t>
            </a:r>
            <a:r>
              <a:rPr sz="1324" spc="190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25668" y="4768221"/>
            <a:ext cx="675715" cy="472888"/>
            <a:chOff x="3843357" y="5403984"/>
            <a:chExt cx="765810" cy="535940"/>
          </a:xfrm>
        </p:grpSpPr>
        <p:sp>
          <p:nvSpPr>
            <p:cNvPr id="12" name="object 12"/>
            <p:cNvSpPr/>
            <p:nvPr/>
          </p:nvSpPr>
          <p:spPr>
            <a:xfrm>
              <a:off x="3852882" y="5413509"/>
              <a:ext cx="746760" cy="516890"/>
            </a:xfrm>
            <a:custGeom>
              <a:avLst/>
              <a:gdLst/>
              <a:ahLst/>
              <a:cxnLst/>
              <a:rect l="l" t="t" r="r" b="b"/>
              <a:pathLst>
                <a:path w="746760" h="516889">
                  <a:moveTo>
                    <a:pt x="746648" y="0"/>
                  </a:moveTo>
                  <a:lnTo>
                    <a:pt x="0" y="0"/>
                  </a:lnTo>
                  <a:lnTo>
                    <a:pt x="0" y="516314"/>
                  </a:lnTo>
                  <a:lnTo>
                    <a:pt x="746648" y="516314"/>
                  </a:lnTo>
                  <a:lnTo>
                    <a:pt x="746648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852882" y="5413509"/>
              <a:ext cx="746760" cy="516890"/>
            </a:xfrm>
            <a:custGeom>
              <a:avLst/>
              <a:gdLst/>
              <a:ahLst/>
              <a:cxnLst/>
              <a:rect l="l" t="t" r="r" b="b"/>
              <a:pathLst>
                <a:path w="746760" h="516889">
                  <a:moveTo>
                    <a:pt x="0" y="0"/>
                  </a:moveTo>
                  <a:lnTo>
                    <a:pt x="746648" y="0"/>
                  </a:lnTo>
                  <a:lnTo>
                    <a:pt x="746648" y="516314"/>
                  </a:lnTo>
                  <a:lnTo>
                    <a:pt x="0" y="516314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42391" y="4789184"/>
            <a:ext cx="64265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60813">
              <a:spcBef>
                <a:spcPts val="88"/>
              </a:spcBef>
            </a:pPr>
            <a:r>
              <a:rPr sz="1324" spc="-9" dirty="0">
                <a:solidFill>
                  <a:srgbClr val="2B2728"/>
                </a:solidFill>
                <a:latin typeface="Calibri"/>
                <a:cs typeface="Calibri"/>
              </a:rPr>
              <a:t>poor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42391" y="4980132"/>
            <a:ext cx="64265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38400">
              <a:spcBef>
                <a:spcPts val="88"/>
              </a:spcBef>
            </a:pP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324" spc="216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5627" y="3165766"/>
            <a:ext cx="3567952" cy="2192991"/>
          </a:xfrm>
          <a:custGeom>
            <a:avLst/>
            <a:gdLst/>
            <a:ahLst/>
            <a:cxnLst/>
            <a:rect l="l" t="t" r="r" b="b"/>
            <a:pathLst>
              <a:path w="4043679" h="2485390">
                <a:moveTo>
                  <a:pt x="0" y="0"/>
                </a:moveTo>
                <a:lnTo>
                  <a:pt x="4043572" y="0"/>
                </a:lnTo>
                <a:lnTo>
                  <a:pt x="4043572" y="2485019"/>
                </a:lnTo>
                <a:lnTo>
                  <a:pt x="0" y="2485019"/>
                </a:lnTo>
                <a:lnTo>
                  <a:pt x="0" y="0"/>
                </a:lnTo>
                <a:close/>
              </a:path>
            </a:pathLst>
          </a:custGeom>
          <a:ln w="18855">
            <a:solidFill>
              <a:srgbClr val="B0007E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1056203" y="3159401"/>
            <a:ext cx="851087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b="1" spc="-4" dirty="0">
                <a:solidFill>
                  <a:srgbClr val="2B2728"/>
                </a:solidFill>
                <a:latin typeface="Calibri"/>
                <a:cs typeface="Calibri"/>
              </a:rPr>
              <a:t>L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oa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b="1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b="1" spc="-22" dirty="0">
                <a:solidFill>
                  <a:srgbClr val="2B2728"/>
                </a:solidFill>
                <a:latin typeface="Calibri"/>
                <a:cs typeface="Calibri"/>
              </a:rPr>
              <a:t>sta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tus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:</a:t>
            </a:r>
            <a:endParaRPr sz="1324">
              <a:latin typeface="Calibri"/>
              <a:cs typeface="Calibri"/>
            </a:endParaRPr>
          </a:p>
          <a:p>
            <a:pPr marL="11206">
              <a:lnSpc>
                <a:spcPts val="1544"/>
              </a:lnSpc>
            </a:pPr>
            <a:r>
              <a:rPr sz="1324" spc="-18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324" spc="23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985458" y="4008543"/>
            <a:ext cx="1561540" cy="368674"/>
            <a:chOff x="2097785" y="4543016"/>
            <a:chExt cx="1769745" cy="417830"/>
          </a:xfrm>
        </p:grpSpPr>
        <p:sp>
          <p:nvSpPr>
            <p:cNvPr id="19" name="object 19"/>
            <p:cNvSpPr/>
            <p:nvPr/>
          </p:nvSpPr>
          <p:spPr>
            <a:xfrm>
              <a:off x="2107310" y="4552541"/>
              <a:ext cx="1750695" cy="398780"/>
            </a:xfrm>
            <a:custGeom>
              <a:avLst/>
              <a:gdLst/>
              <a:ahLst/>
              <a:cxnLst/>
              <a:rect l="l" t="t" r="r" b="b"/>
              <a:pathLst>
                <a:path w="1750695" h="398779">
                  <a:moveTo>
                    <a:pt x="875263" y="0"/>
                  </a:moveTo>
                  <a:lnTo>
                    <a:pt x="0" y="199092"/>
                  </a:lnTo>
                  <a:lnTo>
                    <a:pt x="875263" y="398184"/>
                  </a:lnTo>
                  <a:lnTo>
                    <a:pt x="1750527" y="199092"/>
                  </a:lnTo>
                  <a:lnTo>
                    <a:pt x="875263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2107310" y="4552541"/>
              <a:ext cx="1750695" cy="398780"/>
            </a:xfrm>
            <a:custGeom>
              <a:avLst/>
              <a:gdLst/>
              <a:ahLst/>
              <a:cxnLst/>
              <a:rect l="l" t="t" r="r" b="b"/>
              <a:pathLst>
                <a:path w="1750695" h="398779">
                  <a:moveTo>
                    <a:pt x="0" y="199092"/>
                  </a:moveTo>
                  <a:lnTo>
                    <a:pt x="875263" y="0"/>
                  </a:lnTo>
                  <a:lnTo>
                    <a:pt x="1750527" y="199092"/>
                  </a:lnTo>
                  <a:lnTo>
                    <a:pt x="875263" y="398184"/>
                  </a:lnTo>
                  <a:lnTo>
                    <a:pt x="0" y="199092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536201" y="4085483"/>
            <a:ext cx="45776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4" dirty="0">
                <a:solidFill>
                  <a:srgbClr val="2B2728"/>
                </a:solidFill>
                <a:latin typeface="Calibri"/>
                <a:cs typeface="Calibri"/>
              </a:rPr>
              <a:t>Credit?</a:t>
            </a:r>
            <a:endParaRPr sz="1147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558191" y="3242366"/>
            <a:ext cx="5396753" cy="1549774"/>
            <a:chOff x="1613550" y="3674682"/>
            <a:chExt cx="6116320" cy="1756410"/>
          </a:xfrm>
        </p:grpSpPr>
        <p:sp>
          <p:nvSpPr>
            <p:cNvPr id="23" name="object 23"/>
            <p:cNvSpPr/>
            <p:nvPr/>
          </p:nvSpPr>
          <p:spPr>
            <a:xfrm>
              <a:off x="1623075" y="4751633"/>
              <a:ext cx="484505" cy="669925"/>
            </a:xfrm>
            <a:custGeom>
              <a:avLst/>
              <a:gdLst/>
              <a:ahLst/>
              <a:cxnLst/>
              <a:rect l="l" t="t" r="r" b="b"/>
              <a:pathLst>
                <a:path w="484505" h="669925">
                  <a:moveTo>
                    <a:pt x="484235" y="0"/>
                  </a:moveTo>
                  <a:lnTo>
                    <a:pt x="0" y="0"/>
                  </a:lnTo>
                  <a:lnTo>
                    <a:pt x="0" y="669338"/>
                  </a:lnTo>
                </a:path>
              </a:pathLst>
            </a:custGeom>
            <a:ln w="18846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3857838" y="4751633"/>
              <a:ext cx="368935" cy="662305"/>
            </a:xfrm>
            <a:custGeom>
              <a:avLst/>
              <a:gdLst/>
              <a:ahLst/>
              <a:cxnLst/>
              <a:rect l="l" t="t" r="r" b="b"/>
              <a:pathLst>
                <a:path w="368935" h="662304">
                  <a:moveTo>
                    <a:pt x="0" y="0"/>
                  </a:moveTo>
                  <a:lnTo>
                    <a:pt x="368368" y="0"/>
                  </a:lnTo>
                  <a:lnTo>
                    <a:pt x="368368" y="661875"/>
                  </a:lnTo>
                </a:path>
              </a:pathLst>
            </a:custGeom>
            <a:ln w="18843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2980096" y="4950725"/>
              <a:ext cx="2540" cy="455930"/>
            </a:xfrm>
            <a:custGeom>
              <a:avLst/>
              <a:gdLst/>
              <a:ahLst/>
              <a:cxnLst/>
              <a:rect l="l" t="t" r="r" b="b"/>
              <a:pathLst>
                <a:path w="2539" h="455929">
                  <a:moveTo>
                    <a:pt x="2477" y="0"/>
                  </a:moveTo>
                  <a:lnTo>
                    <a:pt x="0" y="455725"/>
                  </a:lnTo>
                </a:path>
              </a:pathLst>
            </a:custGeom>
            <a:ln w="18838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2937629" y="4201261"/>
              <a:ext cx="87630" cy="351790"/>
            </a:xfrm>
            <a:custGeom>
              <a:avLst/>
              <a:gdLst/>
              <a:ahLst/>
              <a:cxnLst/>
              <a:rect l="l" t="t" r="r" b="b"/>
              <a:pathLst>
                <a:path w="87630" h="351789">
                  <a:moveTo>
                    <a:pt x="10323" y="265805"/>
                  </a:moveTo>
                  <a:lnTo>
                    <a:pt x="1423" y="271202"/>
                  </a:lnTo>
                  <a:lnTo>
                    <a:pt x="0" y="277000"/>
                  </a:lnTo>
                  <a:lnTo>
                    <a:pt x="44945" y="351323"/>
                  </a:lnTo>
                  <a:lnTo>
                    <a:pt x="55356" y="332762"/>
                  </a:lnTo>
                  <a:lnTo>
                    <a:pt x="35222" y="332762"/>
                  </a:lnTo>
                  <a:lnTo>
                    <a:pt x="34651" y="297884"/>
                  </a:lnTo>
                  <a:lnTo>
                    <a:pt x="16115" y="267230"/>
                  </a:lnTo>
                  <a:lnTo>
                    <a:pt x="10323" y="265805"/>
                  </a:lnTo>
                  <a:close/>
                </a:path>
                <a:path w="87630" h="351789">
                  <a:moveTo>
                    <a:pt x="34651" y="297884"/>
                  </a:moveTo>
                  <a:lnTo>
                    <a:pt x="35222" y="332762"/>
                  </a:lnTo>
                  <a:lnTo>
                    <a:pt x="54057" y="332454"/>
                  </a:lnTo>
                  <a:lnTo>
                    <a:pt x="53984" y="327991"/>
                  </a:lnTo>
                  <a:lnTo>
                    <a:pt x="36427" y="327991"/>
                  </a:lnTo>
                  <a:lnTo>
                    <a:pt x="44334" y="313894"/>
                  </a:lnTo>
                  <a:lnTo>
                    <a:pt x="34651" y="297884"/>
                  </a:lnTo>
                  <a:close/>
                </a:path>
                <a:path w="87630" h="351789">
                  <a:moveTo>
                    <a:pt x="76753" y="264717"/>
                  </a:moveTo>
                  <a:lnTo>
                    <a:pt x="71012" y="266331"/>
                  </a:lnTo>
                  <a:lnTo>
                    <a:pt x="53487" y="297575"/>
                  </a:lnTo>
                  <a:lnTo>
                    <a:pt x="54057" y="332454"/>
                  </a:lnTo>
                  <a:lnTo>
                    <a:pt x="35222" y="332762"/>
                  </a:lnTo>
                  <a:lnTo>
                    <a:pt x="55356" y="332762"/>
                  </a:lnTo>
                  <a:lnTo>
                    <a:pt x="87436" y="275567"/>
                  </a:lnTo>
                  <a:lnTo>
                    <a:pt x="85825" y="269817"/>
                  </a:lnTo>
                  <a:lnTo>
                    <a:pt x="76753" y="264717"/>
                  </a:lnTo>
                  <a:close/>
                </a:path>
                <a:path w="87630" h="351789">
                  <a:moveTo>
                    <a:pt x="44334" y="313894"/>
                  </a:moveTo>
                  <a:lnTo>
                    <a:pt x="36427" y="327991"/>
                  </a:lnTo>
                  <a:lnTo>
                    <a:pt x="52697" y="327724"/>
                  </a:lnTo>
                  <a:lnTo>
                    <a:pt x="44334" y="313894"/>
                  </a:lnTo>
                  <a:close/>
                </a:path>
                <a:path w="87630" h="351789">
                  <a:moveTo>
                    <a:pt x="53487" y="297575"/>
                  </a:moveTo>
                  <a:lnTo>
                    <a:pt x="44334" y="313894"/>
                  </a:lnTo>
                  <a:lnTo>
                    <a:pt x="52697" y="327724"/>
                  </a:lnTo>
                  <a:lnTo>
                    <a:pt x="36427" y="327991"/>
                  </a:lnTo>
                  <a:lnTo>
                    <a:pt x="53984" y="327991"/>
                  </a:lnTo>
                  <a:lnTo>
                    <a:pt x="53487" y="297575"/>
                  </a:lnTo>
                  <a:close/>
                </a:path>
                <a:path w="87630" h="351789">
                  <a:moveTo>
                    <a:pt x="48621" y="0"/>
                  </a:moveTo>
                  <a:lnTo>
                    <a:pt x="29786" y="308"/>
                  </a:lnTo>
                  <a:lnTo>
                    <a:pt x="34651" y="297884"/>
                  </a:lnTo>
                  <a:lnTo>
                    <a:pt x="44334" y="313894"/>
                  </a:lnTo>
                  <a:lnTo>
                    <a:pt x="53487" y="297575"/>
                  </a:lnTo>
                  <a:lnTo>
                    <a:pt x="48621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6934362" y="3684207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785821" y="0"/>
                  </a:moveTo>
                  <a:lnTo>
                    <a:pt x="0" y="0"/>
                  </a:lnTo>
                  <a:lnTo>
                    <a:pt x="0" y="517208"/>
                  </a:lnTo>
                  <a:lnTo>
                    <a:pt x="785821" y="517208"/>
                  </a:lnTo>
                  <a:lnTo>
                    <a:pt x="785821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6934362" y="3684207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0" y="0"/>
                  </a:moveTo>
                  <a:lnTo>
                    <a:pt x="785821" y="0"/>
                  </a:lnTo>
                  <a:lnTo>
                    <a:pt x="785821" y="517208"/>
                  </a:lnTo>
                  <a:lnTo>
                    <a:pt x="0" y="517208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600915" y="2796247"/>
            <a:ext cx="2326901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spc="-13" dirty="0">
                <a:solidFill>
                  <a:srgbClr val="B0007E"/>
                </a:solidFill>
                <a:latin typeface="Calibri"/>
                <a:cs typeface="Calibri"/>
              </a:rPr>
              <a:t>Choice</a:t>
            </a:r>
            <a:r>
              <a:rPr sz="1853" b="1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b="1" spc="-4" dirty="0">
                <a:solidFill>
                  <a:srgbClr val="B0007E"/>
                </a:solidFill>
                <a:latin typeface="Calibri"/>
                <a:cs typeface="Calibri"/>
              </a:rPr>
              <a:t>1:</a:t>
            </a:r>
            <a:r>
              <a:rPr sz="1853" b="1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b="1" spc="-9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853" b="1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b="1" spc="-9" dirty="0">
                <a:solidFill>
                  <a:srgbClr val="2B2728"/>
                </a:solidFill>
                <a:latin typeface="Calibri"/>
                <a:cs typeface="Calibri"/>
              </a:rPr>
              <a:t>on</a:t>
            </a:r>
            <a:r>
              <a:rPr sz="1853" b="1" spc="-31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b="1" spc="-13" dirty="0">
                <a:solidFill>
                  <a:srgbClr val="2B2728"/>
                </a:solidFill>
                <a:latin typeface="Calibri"/>
                <a:cs typeface="Calibri"/>
              </a:rPr>
              <a:t>Credit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61344" y="3259090"/>
            <a:ext cx="676835" cy="217918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14007" rIns="0" bIns="0" rtlCol="0">
            <a:spAutoFit/>
          </a:bodyPr>
          <a:lstStyle/>
          <a:p>
            <a:pPr marL="179304">
              <a:spcBef>
                <a:spcPts val="110"/>
              </a:spcBef>
            </a:pP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61344" y="3479053"/>
            <a:ext cx="676835" cy="192360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0" rIns="0" bIns="0" rtlCol="0">
            <a:spAutoFit/>
          </a:bodyPr>
          <a:lstStyle/>
          <a:p>
            <a:pPr marL="132236">
              <a:lnSpc>
                <a:spcPts val="1468"/>
              </a:lnSpc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22</a:t>
            </a:r>
            <a:r>
              <a:rPr sz="1324" spc="229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11463" y="4779370"/>
            <a:ext cx="805142" cy="406220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21291" rIns="0" bIns="0" rtlCol="0">
            <a:spAutoFit/>
          </a:bodyPr>
          <a:lstStyle/>
          <a:p>
            <a:pPr marL="163054">
              <a:lnSpc>
                <a:spcPts val="1544"/>
              </a:lnSpc>
              <a:spcBef>
                <a:spcPts val="168"/>
              </a:spcBef>
            </a:pP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324" spc="-4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324">
              <a:latin typeface="Calibri"/>
              <a:cs typeface="Calibri"/>
            </a:endParaRPr>
          </a:p>
          <a:p>
            <a:pPr marL="219647">
              <a:lnSpc>
                <a:spcPts val="1544"/>
              </a:lnSpc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16</a:t>
            </a:r>
            <a:r>
              <a:rPr sz="1324" spc="221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170646" y="4775317"/>
            <a:ext cx="821951" cy="461682"/>
            <a:chOff x="7974332" y="5412026"/>
            <a:chExt cx="931544" cy="523240"/>
          </a:xfrm>
        </p:grpSpPr>
        <p:sp>
          <p:nvSpPr>
            <p:cNvPr id="34" name="object 34"/>
            <p:cNvSpPr/>
            <p:nvPr/>
          </p:nvSpPr>
          <p:spPr>
            <a:xfrm>
              <a:off x="7983857" y="5421551"/>
              <a:ext cx="912494" cy="504190"/>
            </a:xfrm>
            <a:custGeom>
              <a:avLst/>
              <a:gdLst/>
              <a:ahLst/>
              <a:cxnLst/>
              <a:rect l="l" t="t" r="r" b="b"/>
              <a:pathLst>
                <a:path w="912495" h="504189">
                  <a:moveTo>
                    <a:pt x="911940" y="0"/>
                  </a:moveTo>
                  <a:lnTo>
                    <a:pt x="0" y="0"/>
                  </a:lnTo>
                  <a:lnTo>
                    <a:pt x="0" y="503675"/>
                  </a:lnTo>
                  <a:lnTo>
                    <a:pt x="911940" y="503675"/>
                  </a:lnTo>
                  <a:lnTo>
                    <a:pt x="911940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7983857" y="5421551"/>
              <a:ext cx="912494" cy="504190"/>
            </a:xfrm>
            <a:custGeom>
              <a:avLst/>
              <a:gdLst/>
              <a:ahLst/>
              <a:cxnLst/>
              <a:rect l="l" t="t" r="r" b="b"/>
              <a:pathLst>
                <a:path w="912495" h="504189">
                  <a:moveTo>
                    <a:pt x="0" y="0"/>
                  </a:moveTo>
                  <a:lnTo>
                    <a:pt x="911939" y="0"/>
                  </a:lnTo>
                  <a:lnTo>
                    <a:pt x="911939" y="503675"/>
                  </a:lnTo>
                  <a:lnTo>
                    <a:pt x="0" y="503675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187369" y="4787688"/>
            <a:ext cx="788333" cy="224707"/>
          </a:xfrm>
          <a:prstGeom prst="rect">
            <a:avLst/>
          </a:prstGeom>
          <a:solidFill>
            <a:srgbClr val="C8EBFA"/>
          </a:solidFill>
        </p:spPr>
        <p:txBody>
          <a:bodyPr vert="horz" wrap="square" lIns="0" tIns="20731" rIns="0" bIns="0" rtlCol="0">
            <a:spAutoFit/>
          </a:bodyPr>
          <a:lstStyle/>
          <a:p>
            <a:pPr marL="154649">
              <a:spcBef>
                <a:spcPts val="163"/>
              </a:spcBef>
            </a:pP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324" spc="-4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87369" y="5014708"/>
            <a:ext cx="788333" cy="192360"/>
          </a:xfrm>
          <a:prstGeom prst="rect">
            <a:avLst/>
          </a:prstGeom>
          <a:solidFill>
            <a:srgbClr val="C8EBFA"/>
          </a:solidFill>
        </p:spPr>
        <p:txBody>
          <a:bodyPr vert="horz" wrap="square" lIns="0" tIns="0" rIns="0" bIns="0" rtlCol="0">
            <a:spAutoFit/>
          </a:bodyPr>
          <a:lstStyle/>
          <a:p>
            <a:pPr marL="192751">
              <a:lnSpc>
                <a:spcPts val="1468"/>
              </a:lnSpc>
              <a:tabLst>
                <a:tab pos="426406" algn="l"/>
              </a:tabLst>
            </a:pP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6	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888065" y="3147229"/>
            <a:ext cx="3304614" cy="2227169"/>
          </a:xfrm>
          <a:custGeom>
            <a:avLst/>
            <a:gdLst/>
            <a:ahLst/>
            <a:cxnLst/>
            <a:rect l="l" t="t" r="r" b="b"/>
            <a:pathLst>
              <a:path w="3745229" h="2524125">
                <a:moveTo>
                  <a:pt x="0" y="0"/>
                </a:moveTo>
                <a:lnTo>
                  <a:pt x="3744854" y="0"/>
                </a:lnTo>
                <a:lnTo>
                  <a:pt x="3744854" y="2524031"/>
                </a:lnTo>
                <a:lnTo>
                  <a:pt x="0" y="2524031"/>
                </a:lnTo>
                <a:lnTo>
                  <a:pt x="0" y="0"/>
                </a:lnTo>
                <a:close/>
              </a:path>
            </a:pathLst>
          </a:custGeom>
          <a:ln w="18854">
            <a:solidFill>
              <a:srgbClr val="B0007E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9" name="object 39"/>
          <p:cNvSpPr txBox="1"/>
          <p:nvPr/>
        </p:nvSpPr>
        <p:spPr>
          <a:xfrm>
            <a:off x="4962127" y="3175538"/>
            <a:ext cx="851087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b="1" spc="-4" dirty="0">
                <a:solidFill>
                  <a:srgbClr val="2B2728"/>
                </a:solidFill>
                <a:latin typeface="Calibri"/>
                <a:cs typeface="Calibri"/>
              </a:rPr>
              <a:t>L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oa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b="1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b="1" spc="-22" dirty="0">
                <a:solidFill>
                  <a:srgbClr val="2B2728"/>
                </a:solidFill>
                <a:latin typeface="Calibri"/>
                <a:cs typeface="Calibri"/>
              </a:rPr>
              <a:t>sta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tus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:</a:t>
            </a:r>
            <a:endParaRPr sz="1324">
              <a:latin typeface="Calibri"/>
              <a:cs typeface="Calibri"/>
            </a:endParaRPr>
          </a:p>
          <a:p>
            <a:pPr marL="11206">
              <a:lnSpc>
                <a:spcPts val="1544"/>
              </a:lnSpc>
            </a:pPr>
            <a:r>
              <a:rPr sz="1324" spc="-18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324" spc="23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011967" y="4017833"/>
            <a:ext cx="1175497" cy="368674"/>
            <a:chOff x="6661163" y="4553544"/>
            <a:chExt cx="1332230" cy="417830"/>
          </a:xfrm>
        </p:grpSpPr>
        <p:sp>
          <p:nvSpPr>
            <p:cNvPr id="41" name="object 41"/>
            <p:cNvSpPr/>
            <p:nvPr/>
          </p:nvSpPr>
          <p:spPr>
            <a:xfrm>
              <a:off x="6670688" y="4563069"/>
              <a:ext cx="1313180" cy="398780"/>
            </a:xfrm>
            <a:custGeom>
              <a:avLst/>
              <a:gdLst/>
              <a:ahLst/>
              <a:cxnLst/>
              <a:rect l="l" t="t" r="r" b="b"/>
              <a:pathLst>
                <a:path w="1313179" h="398779">
                  <a:moveTo>
                    <a:pt x="656583" y="0"/>
                  </a:moveTo>
                  <a:lnTo>
                    <a:pt x="0" y="199092"/>
                  </a:lnTo>
                  <a:lnTo>
                    <a:pt x="656583" y="398184"/>
                  </a:lnTo>
                  <a:lnTo>
                    <a:pt x="1313168" y="199092"/>
                  </a:lnTo>
                  <a:lnTo>
                    <a:pt x="656583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6670688" y="4563069"/>
              <a:ext cx="1313180" cy="398780"/>
            </a:xfrm>
            <a:custGeom>
              <a:avLst/>
              <a:gdLst/>
              <a:ahLst/>
              <a:cxnLst/>
              <a:rect l="l" t="t" r="r" b="b"/>
              <a:pathLst>
                <a:path w="1313179" h="398779">
                  <a:moveTo>
                    <a:pt x="0" y="199092"/>
                  </a:moveTo>
                  <a:lnTo>
                    <a:pt x="656584" y="0"/>
                  </a:lnTo>
                  <a:lnTo>
                    <a:pt x="1313168" y="199092"/>
                  </a:lnTo>
                  <a:lnTo>
                    <a:pt x="656584" y="398184"/>
                  </a:lnTo>
                  <a:lnTo>
                    <a:pt x="0" y="199092"/>
                  </a:lnTo>
                  <a:close/>
                </a:path>
              </a:pathLst>
            </a:custGeom>
            <a:ln w="18859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400884" y="4093552"/>
            <a:ext cx="395567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93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147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147" spc="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147" spc="22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147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147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229549" y="3707132"/>
            <a:ext cx="3360643" cy="1085290"/>
            <a:chOff x="4641088" y="4201416"/>
            <a:chExt cx="3808729" cy="1229995"/>
          </a:xfrm>
        </p:grpSpPr>
        <p:sp>
          <p:nvSpPr>
            <p:cNvPr id="45" name="object 45"/>
            <p:cNvSpPr/>
            <p:nvPr/>
          </p:nvSpPr>
          <p:spPr>
            <a:xfrm>
              <a:off x="6323228" y="4762161"/>
              <a:ext cx="347980" cy="649605"/>
            </a:xfrm>
            <a:custGeom>
              <a:avLst/>
              <a:gdLst/>
              <a:ahLst/>
              <a:cxnLst/>
              <a:rect l="l" t="t" r="r" b="b"/>
              <a:pathLst>
                <a:path w="347979" h="649604">
                  <a:moveTo>
                    <a:pt x="0" y="649526"/>
                  </a:moveTo>
                  <a:lnTo>
                    <a:pt x="0" y="0"/>
                  </a:lnTo>
                  <a:lnTo>
                    <a:pt x="347460" y="0"/>
                  </a:lnTo>
                </a:path>
              </a:pathLst>
            </a:custGeom>
            <a:ln w="18856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983858" y="4762162"/>
              <a:ext cx="456565" cy="659765"/>
            </a:xfrm>
            <a:custGeom>
              <a:avLst/>
              <a:gdLst/>
              <a:ahLst/>
              <a:cxnLst/>
              <a:rect l="l" t="t" r="r" b="b"/>
              <a:pathLst>
                <a:path w="456565" h="659764">
                  <a:moveTo>
                    <a:pt x="455969" y="659388"/>
                  </a:moveTo>
                  <a:lnTo>
                    <a:pt x="455969" y="0"/>
                  </a:lnTo>
                  <a:lnTo>
                    <a:pt x="0" y="0"/>
                  </a:lnTo>
                </a:path>
              </a:pathLst>
            </a:custGeom>
            <a:ln w="18854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283549" y="4201416"/>
              <a:ext cx="87630" cy="361950"/>
            </a:xfrm>
            <a:custGeom>
              <a:avLst/>
              <a:gdLst/>
              <a:ahLst/>
              <a:cxnLst/>
              <a:rect l="l" t="t" r="r" b="b"/>
              <a:pathLst>
                <a:path w="87629" h="361950">
                  <a:moveTo>
                    <a:pt x="10505" y="275624"/>
                  </a:moveTo>
                  <a:lnTo>
                    <a:pt x="1517" y="280873"/>
                  </a:lnTo>
                  <a:lnTo>
                    <a:pt x="0" y="286647"/>
                  </a:lnTo>
                  <a:lnTo>
                    <a:pt x="43724" y="361697"/>
                  </a:lnTo>
                  <a:lnTo>
                    <a:pt x="54629" y="342980"/>
                  </a:lnTo>
                  <a:lnTo>
                    <a:pt x="34305" y="342980"/>
                  </a:lnTo>
                  <a:lnTo>
                    <a:pt x="34305" y="308095"/>
                  </a:lnTo>
                  <a:lnTo>
                    <a:pt x="16272" y="277143"/>
                  </a:lnTo>
                  <a:lnTo>
                    <a:pt x="10505" y="275624"/>
                  </a:lnTo>
                  <a:close/>
                </a:path>
                <a:path w="87629" h="361950">
                  <a:moveTo>
                    <a:pt x="34305" y="308095"/>
                  </a:moveTo>
                  <a:lnTo>
                    <a:pt x="34305" y="342980"/>
                  </a:lnTo>
                  <a:lnTo>
                    <a:pt x="53144" y="342980"/>
                  </a:lnTo>
                  <a:lnTo>
                    <a:pt x="53144" y="338227"/>
                  </a:lnTo>
                  <a:lnTo>
                    <a:pt x="35589" y="338227"/>
                  </a:lnTo>
                  <a:lnTo>
                    <a:pt x="43724" y="324263"/>
                  </a:lnTo>
                  <a:lnTo>
                    <a:pt x="34305" y="308095"/>
                  </a:lnTo>
                  <a:close/>
                </a:path>
                <a:path w="87629" h="361950">
                  <a:moveTo>
                    <a:pt x="76944" y="275624"/>
                  </a:moveTo>
                  <a:lnTo>
                    <a:pt x="71177" y="277143"/>
                  </a:lnTo>
                  <a:lnTo>
                    <a:pt x="53144" y="308095"/>
                  </a:lnTo>
                  <a:lnTo>
                    <a:pt x="53144" y="342980"/>
                  </a:lnTo>
                  <a:lnTo>
                    <a:pt x="54629" y="342980"/>
                  </a:lnTo>
                  <a:lnTo>
                    <a:pt x="87449" y="286647"/>
                  </a:lnTo>
                  <a:lnTo>
                    <a:pt x="85930" y="280873"/>
                  </a:lnTo>
                  <a:lnTo>
                    <a:pt x="76944" y="275624"/>
                  </a:lnTo>
                  <a:close/>
                </a:path>
                <a:path w="87629" h="361950">
                  <a:moveTo>
                    <a:pt x="43724" y="324263"/>
                  </a:moveTo>
                  <a:lnTo>
                    <a:pt x="35589" y="338227"/>
                  </a:lnTo>
                  <a:lnTo>
                    <a:pt x="51860" y="338227"/>
                  </a:lnTo>
                  <a:lnTo>
                    <a:pt x="43724" y="324263"/>
                  </a:lnTo>
                  <a:close/>
                </a:path>
                <a:path w="87629" h="361950">
                  <a:moveTo>
                    <a:pt x="53144" y="308095"/>
                  </a:moveTo>
                  <a:lnTo>
                    <a:pt x="43724" y="324263"/>
                  </a:lnTo>
                  <a:lnTo>
                    <a:pt x="51860" y="338227"/>
                  </a:lnTo>
                  <a:lnTo>
                    <a:pt x="53144" y="338227"/>
                  </a:lnTo>
                  <a:lnTo>
                    <a:pt x="53144" y="308095"/>
                  </a:lnTo>
                  <a:close/>
                </a:path>
                <a:path w="87629" h="361950">
                  <a:moveTo>
                    <a:pt x="53143" y="0"/>
                  </a:moveTo>
                  <a:lnTo>
                    <a:pt x="34305" y="0"/>
                  </a:lnTo>
                  <a:lnTo>
                    <a:pt x="34305" y="308095"/>
                  </a:lnTo>
                  <a:lnTo>
                    <a:pt x="43724" y="324263"/>
                  </a:lnTo>
                  <a:lnTo>
                    <a:pt x="53144" y="308095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1088" y="4415027"/>
              <a:ext cx="1069848" cy="71323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694464" y="4451052"/>
              <a:ext cx="964565" cy="607060"/>
            </a:xfrm>
            <a:custGeom>
              <a:avLst/>
              <a:gdLst/>
              <a:ahLst/>
              <a:cxnLst/>
              <a:rect l="l" t="t" r="r" b="b"/>
              <a:pathLst>
                <a:path w="964564" h="607060">
                  <a:moveTo>
                    <a:pt x="8282" y="0"/>
                  </a:moveTo>
                  <a:lnTo>
                    <a:pt x="0" y="593335"/>
                  </a:lnTo>
                  <a:lnTo>
                    <a:pt x="956222" y="606715"/>
                  </a:lnTo>
                  <a:lnTo>
                    <a:pt x="964504" y="13380"/>
                  </a:lnTo>
                  <a:lnTo>
                    <a:pt x="82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4702747" y="4451052"/>
              <a:ext cx="956310" cy="593725"/>
            </a:xfrm>
            <a:custGeom>
              <a:avLst/>
              <a:gdLst/>
              <a:ahLst/>
              <a:cxnLst/>
              <a:rect l="l" t="t" r="r" b="b"/>
              <a:pathLst>
                <a:path w="956310" h="593725">
                  <a:moveTo>
                    <a:pt x="0" y="0"/>
                  </a:moveTo>
                  <a:lnTo>
                    <a:pt x="956222" y="0"/>
                  </a:lnTo>
                  <a:lnTo>
                    <a:pt x="956222" y="593335"/>
                  </a:lnTo>
                  <a:lnTo>
                    <a:pt x="0" y="593335"/>
                  </a:lnTo>
                  <a:lnTo>
                    <a:pt x="0" y="0"/>
                  </a:lnTo>
                  <a:close/>
                </a:path>
              </a:pathLst>
            </a:custGeom>
            <a:ln w="42420">
              <a:solidFill>
                <a:srgbClr val="AE3C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365288" y="2804315"/>
            <a:ext cx="2229410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spc="-13" dirty="0">
                <a:solidFill>
                  <a:srgbClr val="B0007E"/>
                </a:solidFill>
                <a:latin typeface="Calibri"/>
                <a:cs typeface="Calibri"/>
              </a:rPr>
              <a:t>Choice</a:t>
            </a:r>
            <a:r>
              <a:rPr sz="1853" b="1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b="1" spc="-4" dirty="0">
                <a:solidFill>
                  <a:srgbClr val="B0007E"/>
                </a:solidFill>
                <a:latin typeface="Calibri"/>
                <a:cs typeface="Calibri"/>
              </a:rPr>
              <a:t>2:</a:t>
            </a:r>
            <a:r>
              <a:rPr sz="1853" b="1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b="1" spc="-9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853" b="1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b="1" spc="-9" dirty="0">
                <a:solidFill>
                  <a:srgbClr val="2B2728"/>
                </a:solidFill>
                <a:latin typeface="Calibri"/>
                <a:cs typeface="Calibri"/>
              </a:rPr>
              <a:t>on</a:t>
            </a:r>
            <a:r>
              <a:rPr sz="1853" b="1" spc="-31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b="1" spc="-49" dirty="0">
                <a:solidFill>
                  <a:srgbClr val="2B2728"/>
                </a:solidFill>
                <a:latin typeface="Calibri"/>
                <a:cs typeface="Calibri"/>
              </a:rPr>
              <a:t>Term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xfrm>
            <a:off x="5916706" y="5832663"/>
            <a:ext cx="1882588" cy="168086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33619">
              <a:spcBef>
                <a:spcPts val="40"/>
              </a:spcBef>
            </a:pPr>
            <a:r>
              <a:rPr dirty="0"/>
              <a:t>25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xfrm>
            <a:off x="2891118" y="5852488"/>
            <a:ext cx="2554941" cy="128436"/>
          </a:xfrm>
          <a:prstGeom prst="rect">
            <a:avLst/>
          </a:prstGeom>
        </p:spPr>
        <p:txBody>
          <a:bodyPr vert="horz" wrap="square" lIns="0" tIns="6163" rIns="0" bIns="0" rtlCol="0" anchor="ctr">
            <a:spAutoFit/>
          </a:bodyPr>
          <a:lstStyle/>
          <a:p>
            <a:pPr marL="11206">
              <a:spcBef>
                <a:spcPts val="49"/>
              </a:spcBef>
            </a:pPr>
            <a:r>
              <a:rPr lang="en-US" spc="-9"/>
              <a:t>Presented by    Dr. AKHTAR JAMIL </a:t>
            </a:r>
            <a:endParaRPr spc="-9" dirty="0"/>
          </a:p>
        </p:txBody>
      </p:sp>
      <p:sp>
        <p:nvSpPr>
          <p:cNvPr id="55" name="object 55"/>
          <p:cNvSpPr txBox="1">
            <a:spLocks noGrp="1"/>
          </p:cNvSpPr>
          <p:nvPr>
            <p:ph type="dt" sz="half" idx="6"/>
          </p:nvPr>
        </p:nvSpPr>
        <p:spPr>
          <a:xfrm>
            <a:off x="537882" y="5852488"/>
            <a:ext cx="1882588" cy="128436"/>
          </a:xfrm>
          <a:prstGeom prst="rect">
            <a:avLst/>
          </a:prstGeom>
        </p:spPr>
        <p:txBody>
          <a:bodyPr vert="horz" wrap="square" lIns="0" tIns="6163" rIns="0" bIns="0" rtlCol="0" anchor="ctr">
            <a:spAutoFit/>
          </a:bodyPr>
          <a:lstStyle/>
          <a:p>
            <a:pPr marL="11206">
              <a:spcBef>
                <a:spcPts val="49"/>
              </a:spcBef>
            </a:pPr>
            <a:fld id="{3F32478B-B79B-43CB-9695-50531C21B357}" type="datetime1">
              <a:rPr lang="en-US" spc="-9" smtClean="0"/>
              <a:t>3/24/2022</a:t>
            </a:fld>
            <a:endParaRPr spc="-9" dirty="0"/>
          </a:p>
        </p:txBody>
      </p:sp>
      <p:sp>
        <p:nvSpPr>
          <p:cNvPr id="52" name="object 52"/>
          <p:cNvSpPr txBox="1"/>
          <p:nvPr/>
        </p:nvSpPr>
        <p:spPr>
          <a:xfrm>
            <a:off x="4349879" y="3828434"/>
            <a:ext cx="690843" cy="622946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3971" spc="101" dirty="0">
                <a:solidFill>
                  <a:srgbClr val="C0504D"/>
                </a:solidFill>
                <a:latin typeface="Trebuchet MS"/>
                <a:cs typeface="Trebuchet MS"/>
              </a:rPr>
              <a:t>OR</a:t>
            </a:r>
            <a:endParaRPr sz="3971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115" y="1143623"/>
            <a:ext cx="6615393" cy="1119877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8" dirty="0"/>
              <a:t>How</a:t>
            </a:r>
            <a:r>
              <a:rPr spc="-22" dirty="0"/>
              <a:t> </a:t>
            </a:r>
            <a:r>
              <a:rPr spc="-9" dirty="0"/>
              <a:t>do</a:t>
            </a:r>
            <a:r>
              <a:rPr spc="-18" dirty="0"/>
              <a:t> </a:t>
            </a:r>
            <a:r>
              <a:rPr spc="-26" dirty="0"/>
              <a:t>we</a:t>
            </a:r>
            <a:r>
              <a:rPr spc="-22" dirty="0"/>
              <a:t> measure </a:t>
            </a:r>
            <a:r>
              <a:rPr spc="-31" dirty="0"/>
              <a:t>effectiveness</a:t>
            </a:r>
            <a:r>
              <a:rPr spc="-13" dirty="0"/>
              <a:t> </a:t>
            </a:r>
            <a:r>
              <a:rPr spc="-9" dirty="0"/>
              <a:t>of</a:t>
            </a:r>
            <a:r>
              <a:rPr spc="-18" dirty="0"/>
              <a:t> </a:t>
            </a:r>
            <a:r>
              <a:rPr dirty="0"/>
              <a:t>a</a:t>
            </a:r>
            <a:r>
              <a:rPr spc="-18" dirty="0"/>
              <a:t> </a:t>
            </a:r>
            <a:r>
              <a:rPr spc="-13" dirty="0"/>
              <a:t>split?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28982" y="3566069"/>
            <a:ext cx="1925731" cy="471192"/>
          </a:xfrm>
          <a:prstGeom prst="rect">
            <a:avLst/>
          </a:prstGeom>
          <a:solidFill>
            <a:srgbClr val="B0007E"/>
          </a:solidFill>
          <a:ln w="18860">
            <a:solidFill>
              <a:srgbClr val="80005B"/>
            </a:solidFill>
          </a:ln>
        </p:spPr>
        <p:txBody>
          <a:bodyPr vert="horz" wrap="square" lIns="0" tIns="23532" rIns="0" bIns="0" rtlCol="0">
            <a:spAutoFit/>
          </a:bodyPr>
          <a:lstStyle/>
          <a:p>
            <a:pPr marL="59394">
              <a:spcBef>
                <a:spcPts val="185"/>
              </a:spcBef>
            </a:pPr>
            <a:r>
              <a:rPr sz="1412" dirty="0">
                <a:solidFill>
                  <a:srgbClr val="FFFFFF"/>
                </a:solidFill>
                <a:latin typeface="Calibri"/>
                <a:cs typeface="Calibri"/>
              </a:rPr>
              <a:t>Error =</a:t>
            </a:r>
            <a:r>
              <a:rPr sz="1412" u="heavy" spc="33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12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#</a:t>
            </a:r>
            <a:r>
              <a:rPr sz="1412" u="heavy" spc="9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12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mistakes</a:t>
            </a:r>
            <a:endParaRPr sz="1412">
              <a:latin typeface="Calibri"/>
              <a:cs typeface="Calibri"/>
            </a:endParaRPr>
          </a:p>
          <a:p>
            <a:pPr marL="599547">
              <a:spcBef>
                <a:spcPts val="66"/>
              </a:spcBef>
            </a:pPr>
            <a:r>
              <a:rPr sz="1412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1412" spc="-4" dirty="0">
                <a:solidFill>
                  <a:srgbClr val="FFFFFF"/>
                </a:solidFill>
                <a:latin typeface="Calibri"/>
                <a:cs typeface="Calibri"/>
              </a:rPr>
              <a:t> data </a:t>
            </a:r>
            <a:r>
              <a:rPr sz="1412" spc="4" dirty="0">
                <a:solidFill>
                  <a:srgbClr val="FFFFFF"/>
                </a:solidFill>
                <a:latin typeface="Calibri"/>
                <a:cs typeface="Calibri"/>
              </a:rPr>
              <a:t>points</a:t>
            </a:r>
            <a:endParaRPr sz="1412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5997" y="2443705"/>
            <a:ext cx="710453" cy="473449"/>
            <a:chOff x="2574397" y="2769532"/>
            <a:chExt cx="805180" cy="536575"/>
          </a:xfrm>
        </p:grpSpPr>
        <p:sp>
          <p:nvSpPr>
            <p:cNvPr id="5" name="object 5"/>
            <p:cNvSpPr/>
            <p:nvPr/>
          </p:nvSpPr>
          <p:spPr>
            <a:xfrm>
              <a:off x="2583922" y="2779057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785821" y="0"/>
                  </a:moveTo>
                  <a:lnTo>
                    <a:pt x="0" y="0"/>
                  </a:lnTo>
                  <a:lnTo>
                    <a:pt x="0" y="517208"/>
                  </a:lnTo>
                  <a:lnTo>
                    <a:pt x="785821" y="517208"/>
                  </a:lnTo>
                  <a:lnTo>
                    <a:pt x="785821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583922" y="2779057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0" y="0"/>
                  </a:moveTo>
                  <a:lnTo>
                    <a:pt x="785821" y="0"/>
                  </a:lnTo>
                  <a:lnTo>
                    <a:pt x="785821" y="517208"/>
                  </a:lnTo>
                  <a:lnTo>
                    <a:pt x="0" y="517208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91058" y="2462843"/>
            <a:ext cx="34065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35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324" spc="-13" dirty="0">
                <a:solidFill>
                  <a:srgbClr val="2B2728"/>
                </a:solidFill>
                <a:latin typeface="Calibri"/>
                <a:cs typeface="Calibri"/>
              </a:rPr>
              <a:t>oo</a:t>
            </a: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4185" y="2653791"/>
            <a:ext cx="43422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22</a:t>
            </a:r>
            <a:r>
              <a:rPr sz="1324" spc="202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92303" y="3990429"/>
            <a:ext cx="342900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9" dirty="0">
                <a:solidFill>
                  <a:srgbClr val="2B2728"/>
                </a:solidFill>
                <a:latin typeface="Calibri"/>
                <a:cs typeface="Calibri"/>
              </a:rPr>
              <a:t>p</a:t>
            </a:r>
            <a:r>
              <a:rPr sz="1324" spc="-13" dirty="0">
                <a:solidFill>
                  <a:srgbClr val="2B2728"/>
                </a:solidFill>
                <a:latin typeface="Calibri"/>
                <a:cs typeface="Calibri"/>
              </a:rPr>
              <a:t>oo</a:t>
            </a: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9946" y="4181377"/>
            <a:ext cx="387162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324" spc="490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6203" y="2357957"/>
            <a:ext cx="851087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b="1" spc="-4" dirty="0">
                <a:solidFill>
                  <a:srgbClr val="2B2728"/>
                </a:solidFill>
                <a:latin typeface="Calibri"/>
                <a:cs typeface="Calibri"/>
              </a:rPr>
              <a:t>L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oa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b="1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b="1" spc="-22" dirty="0">
                <a:solidFill>
                  <a:srgbClr val="2B2728"/>
                </a:solidFill>
                <a:latin typeface="Calibri"/>
                <a:cs typeface="Calibri"/>
              </a:rPr>
              <a:t>sta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tus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:</a:t>
            </a:r>
            <a:endParaRPr sz="1324">
              <a:latin typeface="Calibri"/>
              <a:cs typeface="Calibri"/>
            </a:endParaRPr>
          </a:p>
          <a:p>
            <a:pPr marL="11206">
              <a:lnSpc>
                <a:spcPts val="1544"/>
              </a:lnSpc>
            </a:pPr>
            <a:r>
              <a:rPr sz="1324" spc="-18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324" spc="23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39629" y="3209881"/>
            <a:ext cx="1453402" cy="368674"/>
            <a:chOff x="2159179" y="3637865"/>
            <a:chExt cx="1647189" cy="417830"/>
          </a:xfrm>
        </p:grpSpPr>
        <p:sp>
          <p:nvSpPr>
            <p:cNvPr id="13" name="object 13"/>
            <p:cNvSpPr/>
            <p:nvPr/>
          </p:nvSpPr>
          <p:spPr>
            <a:xfrm>
              <a:off x="2168704" y="3647390"/>
              <a:ext cx="1628139" cy="398780"/>
            </a:xfrm>
            <a:custGeom>
              <a:avLst/>
              <a:gdLst/>
              <a:ahLst/>
              <a:cxnLst/>
              <a:rect l="l" t="t" r="r" b="b"/>
              <a:pathLst>
                <a:path w="1628139" h="398779">
                  <a:moveTo>
                    <a:pt x="813870" y="0"/>
                  </a:moveTo>
                  <a:lnTo>
                    <a:pt x="0" y="199092"/>
                  </a:lnTo>
                  <a:lnTo>
                    <a:pt x="813870" y="398184"/>
                  </a:lnTo>
                  <a:lnTo>
                    <a:pt x="1627741" y="199092"/>
                  </a:lnTo>
                  <a:lnTo>
                    <a:pt x="813870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2168704" y="3647390"/>
              <a:ext cx="1628139" cy="398780"/>
            </a:xfrm>
            <a:custGeom>
              <a:avLst/>
              <a:gdLst/>
              <a:ahLst/>
              <a:cxnLst/>
              <a:rect l="l" t="t" r="r" b="b"/>
              <a:pathLst>
                <a:path w="1628139" h="398779">
                  <a:moveTo>
                    <a:pt x="0" y="199092"/>
                  </a:moveTo>
                  <a:lnTo>
                    <a:pt x="813870" y="0"/>
                  </a:lnTo>
                  <a:lnTo>
                    <a:pt x="1627741" y="199092"/>
                  </a:lnTo>
                  <a:lnTo>
                    <a:pt x="813870" y="398184"/>
                  </a:lnTo>
                  <a:lnTo>
                    <a:pt x="0" y="199092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36201" y="3286728"/>
            <a:ext cx="45776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4" dirty="0">
                <a:solidFill>
                  <a:srgbClr val="2B2728"/>
                </a:solidFill>
                <a:latin typeface="Calibri"/>
                <a:cs typeface="Calibri"/>
              </a:rPr>
              <a:t>Credit?</a:t>
            </a:r>
            <a:endParaRPr sz="1147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30923" y="3385551"/>
            <a:ext cx="2740959" cy="1062318"/>
            <a:chOff x="1129313" y="3836958"/>
            <a:chExt cx="3106420" cy="1203960"/>
          </a:xfrm>
        </p:grpSpPr>
        <p:sp>
          <p:nvSpPr>
            <p:cNvPr id="17" name="object 17"/>
            <p:cNvSpPr/>
            <p:nvPr/>
          </p:nvSpPr>
          <p:spPr>
            <a:xfrm>
              <a:off x="1623078" y="3846483"/>
              <a:ext cx="546100" cy="669925"/>
            </a:xfrm>
            <a:custGeom>
              <a:avLst/>
              <a:gdLst/>
              <a:ahLst/>
              <a:cxnLst/>
              <a:rect l="l" t="t" r="r" b="b"/>
              <a:pathLst>
                <a:path w="546100" h="669925">
                  <a:moveTo>
                    <a:pt x="545625" y="0"/>
                  </a:moveTo>
                  <a:lnTo>
                    <a:pt x="0" y="0"/>
                  </a:lnTo>
                  <a:lnTo>
                    <a:pt x="0" y="669338"/>
                  </a:lnTo>
                </a:path>
              </a:pathLst>
            </a:custGeom>
            <a:ln w="18847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3796445" y="3846483"/>
              <a:ext cx="429895" cy="662305"/>
            </a:xfrm>
            <a:custGeom>
              <a:avLst/>
              <a:gdLst/>
              <a:ahLst/>
              <a:cxnLst/>
              <a:rect l="l" t="t" r="r" b="b"/>
              <a:pathLst>
                <a:path w="429895" h="662304">
                  <a:moveTo>
                    <a:pt x="0" y="0"/>
                  </a:moveTo>
                  <a:lnTo>
                    <a:pt x="429761" y="0"/>
                  </a:lnTo>
                  <a:lnTo>
                    <a:pt x="429761" y="661875"/>
                  </a:lnTo>
                </a:path>
              </a:pathLst>
            </a:custGeom>
            <a:ln w="18845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2981336" y="4036155"/>
              <a:ext cx="0" cy="465455"/>
            </a:xfrm>
            <a:custGeom>
              <a:avLst/>
              <a:gdLst/>
              <a:ahLst/>
              <a:cxnLst/>
              <a:rect l="l" t="t" r="r" b="b"/>
              <a:pathLst>
                <a:path h="465454">
                  <a:moveTo>
                    <a:pt x="0" y="0"/>
                  </a:moveTo>
                  <a:lnTo>
                    <a:pt x="0" y="465144"/>
                  </a:lnTo>
                </a:path>
              </a:pathLst>
            </a:custGeom>
            <a:ln w="21315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1138838" y="4515821"/>
              <a:ext cx="969010" cy="515620"/>
            </a:xfrm>
            <a:custGeom>
              <a:avLst/>
              <a:gdLst/>
              <a:ahLst/>
              <a:cxnLst/>
              <a:rect l="l" t="t" r="r" b="b"/>
              <a:pathLst>
                <a:path w="969010" h="515620">
                  <a:moveTo>
                    <a:pt x="968472" y="0"/>
                  </a:moveTo>
                  <a:lnTo>
                    <a:pt x="0" y="0"/>
                  </a:lnTo>
                  <a:lnTo>
                    <a:pt x="0" y="515421"/>
                  </a:lnTo>
                  <a:lnTo>
                    <a:pt x="968472" y="515421"/>
                  </a:lnTo>
                  <a:lnTo>
                    <a:pt x="968472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1138838" y="4515821"/>
              <a:ext cx="969010" cy="515620"/>
            </a:xfrm>
            <a:custGeom>
              <a:avLst/>
              <a:gdLst/>
              <a:ahLst/>
              <a:cxnLst/>
              <a:rect l="l" t="t" r="r" b="b"/>
              <a:pathLst>
                <a:path w="969010" h="515620">
                  <a:moveTo>
                    <a:pt x="0" y="0"/>
                  </a:moveTo>
                  <a:lnTo>
                    <a:pt x="968472" y="0"/>
                  </a:lnTo>
                  <a:lnTo>
                    <a:pt x="968472" y="515421"/>
                  </a:lnTo>
                  <a:lnTo>
                    <a:pt x="0" y="515421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53346" y="3995808"/>
            <a:ext cx="626969" cy="411877"/>
          </a:xfrm>
          <a:prstGeom prst="rect">
            <a:avLst/>
          </a:prstGeom>
        </p:spPr>
        <p:txBody>
          <a:bodyPr vert="horz" wrap="square" lIns="0" tIns="26894" rIns="0" bIns="0" rtlCol="0">
            <a:spAutoFit/>
          </a:bodyPr>
          <a:lstStyle/>
          <a:p>
            <a:pPr marL="154089" marR="4483" indent="-143443">
              <a:lnSpc>
                <a:spcPts val="1500"/>
              </a:lnSpc>
              <a:spcBef>
                <a:spcPts val="212"/>
              </a:spcBef>
              <a:tabLst>
                <a:tab pos="387744" algn="l"/>
              </a:tabLst>
            </a:pPr>
            <a:r>
              <a:rPr sz="1324" spc="-26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324" spc="-40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324" spc="-4" dirty="0">
                <a:solidFill>
                  <a:srgbClr val="2B2728"/>
                </a:solidFill>
                <a:latin typeface="Calibri"/>
                <a:cs typeface="Calibri"/>
              </a:rPr>
              <a:t>celle</a:t>
            </a:r>
            <a:r>
              <a:rPr sz="1324" spc="-2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379220" y="3963331"/>
            <a:ext cx="769844" cy="481293"/>
            <a:chOff x="2544049" y="4491775"/>
            <a:chExt cx="872490" cy="545465"/>
          </a:xfrm>
        </p:grpSpPr>
        <p:sp>
          <p:nvSpPr>
            <p:cNvPr id="24" name="object 24"/>
            <p:cNvSpPr/>
            <p:nvPr/>
          </p:nvSpPr>
          <p:spPr>
            <a:xfrm>
              <a:off x="2553574" y="4501300"/>
              <a:ext cx="853440" cy="526415"/>
            </a:xfrm>
            <a:custGeom>
              <a:avLst/>
              <a:gdLst/>
              <a:ahLst/>
              <a:cxnLst/>
              <a:rect l="l" t="t" r="r" b="b"/>
              <a:pathLst>
                <a:path w="853439" h="526414">
                  <a:moveTo>
                    <a:pt x="853042" y="0"/>
                  </a:moveTo>
                  <a:lnTo>
                    <a:pt x="0" y="0"/>
                  </a:lnTo>
                  <a:lnTo>
                    <a:pt x="0" y="526340"/>
                  </a:lnTo>
                  <a:lnTo>
                    <a:pt x="853042" y="526340"/>
                  </a:lnTo>
                  <a:lnTo>
                    <a:pt x="853042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2553574" y="4501300"/>
              <a:ext cx="853440" cy="526415"/>
            </a:xfrm>
            <a:custGeom>
              <a:avLst/>
              <a:gdLst/>
              <a:ahLst/>
              <a:cxnLst/>
              <a:rect l="l" t="t" r="r" b="b"/>
              <a:pathLst>
                <a:path w="853439" h="526414">
                  <a:moveTo>
                    <a:pt x="0" y="0"/>
                  </a:moveTo>
                  <a:lnTo>
                    <a:pt x="853042" y="0"/>
                  </a:lnTo>
                  <a:lnTo>
                    <a:pt x="853042" y="526340"/>
                  </a:lnTo>
                  <a:lnTo>
                    <a:pt x="0" y="526340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612327" y="3985050"/>
            <a:ext cx="304240" cy="411877"/>
          </a:xfrm>
          <a:prstGeom prst="rect">
            <a:avLst/>
          </a:prstGeom>
        </p:spPr>
        <p:txBody>
          <a:bodyPr vert="horz" wrap="square" lIns="0" tIns="26894" rIns="0" bIns="0" rtlCol="0">
            <a:spAutoFit/>
          </a:bodyPr>
          <a:lstStyle/>
          <a:p>
            <a:pPr marL="11206" marR="4483" indent="28016">
              <a:lnSpc>
                <a:spcPts val="1500"/>
              </a:lnSpc>
              <a:spcBef>
                <a:spcPts val="212"/>
              </a:spcBef>
            </a:pPr>
            <a:r>
              <a:rPr sz="1324" spc="-13" dirty="0">
                <a:solidFill>
                  <a:srgbClr val="2B2728"/>
                </a:solidFill>
                <a:latin typeface="Calibri"/>
                <a:cs typeface="Calibri"/>
              </a:rPr>
              <a:t>fair </a:t>
            </a:r>
            <a:r>
              <a:rPr sz="1324" spc="-287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9</a:t>
            </a:r>
            <a:r>
              <a:rPr sz="1324" spc="190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726496" y="2908332"/>
            <a:ext cx="77321" cy="310403"/>
          </a:xfrm>
          <a:custGeom>
            <a:avLst/>
            <a:gdLst/>
            <a:ahLst/>
            <a:cxnLst/>
            <a:rect l="l" t="t" r="r" b="b"/>
            <a:pathLst>
              <a:path w="87630" h="351789">
                <a:moveTo>
                  <a:pt x="10323" y="265805"/>
                </a:moveTo>
                <a:lnTo>
                  <a:pt x="1423" y="271202"/>
                </a:lnTo>
                <a:lnTo>
                  <a:pt x="0" y="277000"/>
                </a:lnTo>
                <a:lnTo>
                  <a:pt x="44945" y="351323"/>
                </a:lnTo>
                <a:lnTo>
                  <a:pt x="55356" y="332762"/>
                </a:lnTo>
                <a:lnTo>
                  <a:pt x="35222" y="332762"/>
                </a:lnTo>
                <a:lnTo>
                  <a:pt x="34651" y="297884"/>
                </a:lnTo>
                <a:lnTo>
                  <a:pt x="16115" y="267230"/>
                </a:lnTo>
                <a:lnTo>
                  <a:pt x="10323" y="265805"/>
                </a:lnTo>
                <a:close/>
              </a:path>
              <a:path w="87630" h="351789">
                <a:moveTo>
                  <a:pt x="34651" y="297884"/>
                </a:moveTo>
                <a:lnTo>
                  <a:pt x="35222" y="332762"/>
                </a:lnTo>
                <a:lnTo>
                  <a:pt x="54057" y="332454"/>
                </a:lnTo>
                <a:lnTo>
                  <a:pt x="53984" y="327991"/>
                </a:lnTo>
                <a:lnTo>
                  <a:pt x="36427" y="327991"/>
                </a:lnTo>
                <a:lnTo>
                  <a:pt x="44334" y="313894"/>
                </a:lnTo>
                <a:lnTo>
                  <a:pt x="34651" y="297884"/>
                </a:lnTo>
                <a:close/>
              </a:path>
              <a:path w="87630" h="351789">
                <a:moveTo>
                  <a:pt x="76753" y="264717"/>
                </a:moveTo>
                <a:lnTo>
                  <a:pt x="71012" y="266331"/>
                </a:lnTo>
                <a:lnTo>
                  <a:pt x="53487" y="297575"/>
                </a:lnTo>
                <a:lnTo>
                  <a:pt x="54057" y="332454"/>
                </a:lnTo>
                <a:lnTo>
                  <a:pt x="35222" y="332762"/>
                </a:lnTo>
                <a:lnTo>
                  <a:pt x="55356" y="332762"/>
                </a:lnTo>
                <a:lnTo>
                  <a:pt x="87436" y="275567"/>
                </a:lnTo>
                <a:lnTo>
                  <a:pt x="85825" y="269819"/>
                </a:lnTo>
                <a:lnTo>
                  <a:pt x="76753" y="264717"/>
                </a:lnTo>
                <a:close/>
              </a:path>
              <a:path w="87630" h="351789">
                <a:moveTo>
                  <a:pt x="44334" y="313894"/>
                </a:moveTo>
                <a:lnTo>
                  <a:pt x="36427" y="327991"/>
                </a:lnTo>
                <a:lnTo>
                  <a:pt x="52697" y="327724"/>
                </a:lnTo>
                <a:lnTo>
                  <a:pt x="44334" y="313894"/>
                </a:lnTo>
                <a:close/>
              </a:path>
              <a:path w="87630" h="351789">
                <a:moveTo>
                  <a:pt x="53487" y="297575"/>
                </a:moveTo>
                <a:lnTo>
                  <a:pt x="44334" y="313894"/>
                </a:lnTo>
                <a:lnTo>
                  <a:pt x="52697" y="327724"/>
                </a:lnTo>
                <a:lnTo>
                  <a:pt x="36427" y="327991"/>
                </a:lnTo>
                <a:lnTo>
                  <a:pt x="53984" y="327991"/>
                </a:lnTo>
                <a:lnTo>
                  <a:pt x="53487" y="297575"/>
                </a:lnTo>
                <a:close/>
              </a:path>
              <a:path w="87630" h="351789">
                <a:moveTo>
                  <a:pt x="48621" y="0"/>
                </a:moveTo>
                <a:lnTo>
                  <a:pt x="29786" y="308"/>
                </a:lnTo>
                <a:lnTo>
                  <a:pt x="34651" y="297884"/>
                </a:lnTo>
                <a:lnTo>
                  <a:pt x="44334" y="313894"/>
                </a:lnTo>
                <a:lnTo>
                  <a:pt x="53487" y="297575"/>
                </a:lnTo>
                <a:lnTo>
                  <a:pt x="48621" y="0"/>
                </a:lnTo>
                <a:close/>
              </a:path>
            </a:pathLst>
          </a:custGeom>
          <a:solidFill>
            <a:srgbClr val="5D555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8" name="object 28"/>
          <p:cNvSpPr txBox="1"/>
          <p:nvPr/>
        </p:nvSpPr>
        <p:spPr>
          <a:xfrm>
            <a:off x="4241512" y="2824528"/>
            <a:ext cx="2743200" cy="511641"/>
          </a:xfrm>
          <a:prstGeom prst="rect">
            <a:avLst/>
          </a:prstGeom>
        </p:spPr>
        <p:txBody>
          <a:bodyPr vert="horz" wrap="square" lIns="0" tIns="24093" rIns="0" bIns="0" rtlCol="0">
            <a:spAutoFit/>
          </a:bodyPr>
          <a:lstStyle/>
          <a:p>
            <a:pPr marL="11206" marR="4483">
              <a:lnSpc>
                <a:spcPts val="1862"/>
              </a:lnSpc>
              <a:spcBef>
                <a:spcPts val="190"/>
              </a:spcBef>
            </a:pPr>
            <a:r>
              <a:rPr sz="1588" spc="-9" dirty="0">
                <a:solidFill>
                  <a:srgbClr val="B0007E"/>
                </a:solidFill>
                <a:latin typeface="Calibri"/>
                <a:cs typeface="Calibri"/>
              </a:rPr>
              <a:t>Idea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: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Calculate classification error </a:t>
            </a:r>
            <a:r>
              <a:rPr sz="1588" spc="-34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this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decision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stump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972701" y="3343435"/>
            <a:ext cx="755276" cy="519393"/>
          </a:xfrm>
          <a:custGeom>
            <a:avLst/>
            <a:gdLst/>
            <a:ahLst/>
            <a:cxnLst/>
            <a:rect l="l" t="t" r="r" b="b"/>
            <a:pathLst>
              <a:path w="855979" h="588645">
                <a:moveTo>
                  <a:pt x="50199" y="498551"/>
                </a:moveTo>
                <a:lnTo>
                  <a:pt x="0" y="588232"/>
                </a:lnTo>
                <a:lnTo>
                  <a:pt x="101773" y="574633"/>
                </a:lnTo>
                <a:lnTo>
                  <a:pt x="90416" y="557879"/>
                </a:lnTo>
                <a:lnTo>
                  <a:pt x="71918" y="557879"/>
                </a:lnTo>
                <a:lnTo>
                  <a:pt x="54726" y="532518"/>
                </a:lnTo>
                <a:lnTo>
                  <a:pt x="67391" y="523912"/>
                </a:lnTo>
                <a:lnTo>
                  <a:pt x="50199" y="498551"/>
                </a:lnTo>
                <a:close/>
              </a:path>
              <a:path w="855979" h="588645">
                <a:moveTo>
                  <a:pt x="67391" y="523912"/>
                </a:moveTo>
                <a:lnTo>
                  <a:pt x="54726" y="532518"/>
                </a:lnTo>
                <a:lnTo>
                  <a:pt x="71918" y="557879"/>
                </a:lnTo>
                <a:lnTo>
                  <a:pt x="84582" y="549272"/>
                </a:lnTo>
                <a:lnTo>
                  <a:pt x="67391" y="523912"/>
                </a:lnTo>
                <a:close/>
              </a:path>
              <a:path w="855979" h="588645">
                <a:moveTo>
                  <a:pt x="84582" y="549272"/>
                </a:moveTo>
                <a:lnTo>
                  <a:pt x="71918" y="557879"/>
                </a:lnTo>
                <a:lnTo>
                  <a:pt x="90416" y="557879"/>
                </a:lnTo>
                <a:lnTo>
                  <a:pt x="84582" y="549272"/>
                </a:lnTo>
                <a:close/>
              </a:path>
              <a:path w="855979" h="588645">
                <a:moveTo>
                  <a:pt x="838316" y="0"/>
                </a:moveTo>
                <a:lnTo>
                  <a:pt x="67391" y="523912"/>
                </a:lnTo>
                <a:lnTo>
                  <a:pt x="84582" y="549272"/>
                </a:lnTo>
                <a:lnTo>
                  <a:pt x="855508" y="25360"/>
                </a:lnTo>
                <a:lnTo>
                  <a:pt x="838316" y="0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29</a:t>
            </a:fld>
            <a:endParaRPr dirty="0"/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16547B3F-CEA4-4355-A944-7F6E6789E155}" type="datetime1">
              <a:rPr lang="en-US" spc="-9" smtClean="0"/>
              <a:t>3/24/2022</a:t>
            </a:fld>
            <a:endParaRPr spc="-9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122" y="1143000"/>
            <a:ext cx="6710277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8" dirty="0"/>
              <a:t>Calculating</a:t>
            </a:r>
            <a:r>
              <a:rPr spc="-35" dirty="0"/>
              <a:t> </a:t>
            </a:r>
            <a:r>
              <a:rPr spc="-18" dirty="0"/>
              <a:t>classification</a:t>
            </a:r>
            <a:r>
              <a:rPr spc="-35" dirty="0"/>
              <a:t> </a:t>
            </a:r>
            <a:r>
              <a:rPr spc="-26" dirty="0"/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2123" y="1899688"/>
            <a:ext cx="6527986" cy="1114789"/>
          </a:xfrm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235336" indent="-224690">
              <a:spcBef>
                <a:spcPts val="552"/>
              </a:spcBef>
              <a:buClr>
                <a:srgbClr val="5D5555"/>
              </a:buClr>
              <a:buFont typeface="Arial MT"/>
              <a:buChar char="•"/>
              <a:tabLst>
                <a:tab pos="235336" algn="l"/>
                <a:tab pos="235896" algn="l"/>
              </a:tabLst>
            </a:pPr>
            <a:r>
              <a:rPr sz="2118" spc="-18" dirty="0">
                <a:solidFill>
                  <a:srgbClr val="B0007E"/>
                </a:solidFill>
                <a:latin typeface="Calibri"/>
                <a:cs typeface="Calibri"/>
              </a:rPr>
              <a:t>Step </a:t>
            </a:r>
            <a:r>
              <a:rPr sz="2118" spc="-9" dirty="0">
                <a:solidFill>
                  <a:srgbClr val="B0007E"/>
                </a:solidFill>
                <a:latin typeface="Calibri"/>
                <a:cs typeface="Calibri"/>
              </a:rPr>
              <a:t>1: </a:t>
            </a:r>
            <a:r>
              <a:rPr sz="2118" dirty="0">
                <a:latin typeface="Calibri"/>
                <a:cs typeface="Calibri"/>
              </a:rPr>
              <a:t>ŷ</a:t>
            </a:r>
            <a:r>
              <a:rPr sz="2118" spc="-18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=</a:t>
            </a:r>
            <a:r>
              <a:rPr sz="2118" spc="-13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class</a:t>
            </a:r>
            <a:r>
              <a:rPr sz="2118" spc="-18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of</a:t>
            </a:r>
            <a:r>
              <a:rPr sz="2118" spc="-18" dirty="0">
                <a:latin typeface="Calibri"/>
                <a:cs typeface="Calibri"/>
              </a:rPr>
              <a:t> </a:t>
            </a:r>
            <a:r>
              <a:rPr sz="2118" spc="-13" dirty="0">
                <a:solidFill>
                  <a:srgbClr val="2B2728"/>
                </a:solidFill>
                <a:latin typeface="Calibri"/>
                <a:cs typeface="Calibri"/>
              </a:rPr>
              <a:t>majority</a:t>
            </a:r>
            <a:r>
              <a:rPr sz="2118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118" spc="-9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2118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118" spc="-22" dirty="0">
                <a:solidFill>
                  <a:srgbClr val="2B2728"/>
                </a:solidFill>
                <a:latin typeface="Calibri"/>
                <a:cs typeface="Calibri"/>
              </a:rPr>
              <a:t>data</a:t>
            </a:r>
            <a:r>
              <a:rPr sz="2118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118" spc="-4" dirty="0">
                <a:solidFill>
                  <a:srgbClr val="2B2728"/>
                </a:solidFill>
                <a:latin typeface="Calibri"/>
                <a:cs typeface="Calibri"/>
              </a:rPr>
              <a:t>in</a:t>
            </a:r>
            <a:r>
              <a:rPr sz="2118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118" spc="-9" dirty="0">
                <a:solidFill>
                  <a:srgbClr val="2B2728"/>
                </a:solidFill>
                <a:latin typeface="Calibri"/>
                <a:cs typeface="Calibri"/>
              </a:rPr>
              <a:t>node</a:t>
            </a:r>
            <a:endParaRPr sz="2118">
              <a:latin typeface="Calibri"/>
              <a:cs typeface="Calibri"/>
            </a:endParaRPr>
          </a:p>
          <a:p>
            <a:pPr marL="235336" marR="4483" indent="-224690">
              <a:lnSpc>
                <a:spcPts val="2480"/>
              </a:lnSpc>
              <a:spcBef>
                <a:spcPts val="600"/>
              </a:spcBef>
              <a:buClr>
                <a:srgbClr val="5D5555"/>
              </a:buClr>
              <a:buFont typeface="Arial MT"/>
              <a:buChar char="•"/>
              <a:tabLst>
                <a:tab pos="235336" algn="l"/>
                <a:tab pos="235896" algn="l"/>
              </a:tabLst>
            </a:pPr>
            <a:r>
              <a:rPr sz="2118" spc="-18" dirty="0">
                <a:solidFill>
                  <a:srgbClr val="B0007E"/>
                </a:solidFill>
                <a:latin typeface="Calibri"/>
                <a:cs typeface="Calibri"/>
              </a:rPr>
              <a:t>Step </a:t>
            </a:r>
            <a:r>
              <a:rPr sz="2118" spc="-9" dirty="0">
                <a:solidFill>
                  <a:srgbClr val="B0007E"/>
                </a:solidFill>
                <a:latin typeface="Calibri"/>
                <a:cs typeface="Calibri"/>
              </a:rPr>
              <a:t>2: </a:t>
            </a:r>
            <a:r>
              <a:rPr sz="2118" spc="-13" dirty="0">
                <a:solidFill>
                  <a:srgbClr val="2B2728"/>
                </a:solidFill>
                <a:latin typeface="Calibri"/>
                <a:cs typeface="Calibri"/>
              </a:rPr>
              <a:t>Calculate classification </a:t>
            </a:r>
            <a:r>
              <a:rPr sz="2118" spc="-18" dirty="0">
                <a:solidFill>
                  <a:srgbClr val="2B2728"/>
                </a:solidFill>
                <a:latin typeface="Calibri"/>
                <a:cs typeface="Calibri"/>
              </a:rPr>
              <a:t>error </a:t>
            </a:r>
            <a:r>
              <a:rPr sz="2118" spc="-9" dirty="0">
                <a:solidFill>
                  <a:srgbClr val="2B2728"/>
                </a:solidFill>
                <a:latin typeface="Calibri"/>
                <a:cs typeface="Calibri"/>
              </a:rPr>
              <a:t>of </a:t>
            </a:r>
            <a:r>
              <a:rPr sz="2118" spc="-13" dirty="0">
                <a:solidFill>
                  <a:srgbClr val="2B2728"/>
                </a:solidFill>
                <a:latin typeface="Calibri"/>
                <a:cs typeface="Calibri"/>
              </a:rPr>
              <a:t>predicting </a:t>
            </a:r>
            <a:r>
              <a:rPr sz="2118" dirty="0">
                <a:latin typeface="Calibri"/>
                <a:cs typeface="Calibri"/>
              </a:rPr>
              <a:t>ŷ </a:t>
            </a:r>
            <a:r>
              <a:rPr sz="2118" spc="-22" dirty="0">
                <a:latin typeface="Calibri"/>
                <a:cs typeface="Calibri"/>
              </a:rPr>
              <a:t>for </a:t>
            </a:r>
            <a:r>
              <a:rPr sz="2118" spc="-9" dirty="0">
                <a:latin typeface="Calibri"/>
                <a:cs typeface="Calibri"/>
              </a:rPr>
              <a:t>this </a:t>
            </a:r>
            <a:r>
              <a:rPr sz="2118" spc="-468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data</a:t>
            </a:r>
            <a:endParaRPr sz="2118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79768" y="3418413"/>
            <a:ext cx="920002" cy="473449"/>
            <a:chOff x="2431336" y="3874201"/>
            <a:chExt cx="1042669" cy="536575"/>
          </a:xfrm>
        </p:grpSpPr>
        <p:sp>
          <p:nvSpPr>
            <p:cNvPr id="5" name="object 5"/>
            <p:cNvSpPr/>
            <p:nvPr/>
          </p:nvSpPr>
          <p:spPr>
            <a:xfrm>
              <a:off x="2440861" y="3883726"/>
              <a:ext cx="1023619" cy="517525"/>
            </a:xfrm>
            <a:custGeom>
              <a:avLst/>
              <a:gdLst/>
              <a:ahLst/>
              <a:cxnLst/>
              <a:rect l="l" t="t" r="r" b="b"/>
              <a:pathLst>
                <a:path w="1023620" h="517525">
                  <a:moveTo>
                    <a:pt x="1023136" y="0"/>
                  </a:moveTo>
                  <a:lnTo>
                    <a:pt x="0" y="0"/>
                  </a:lnTo>
                  <a:lnTo>
                    <a:pt x="0" y="517208"/>
                  </a:lnTo>
                  <a:lnTo>
                    <a:pt x="1023136" y="517208"/>
                  </a:lnTo>
                  <a:lnTo>
                    <a:pt x="1023136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440861" y="3883726"/>
              <a:ext cx="1023619" cy="517525"/>
            </a:xfrm>
            <a:custGeom>
              <a:avLst/>
              <a:gdLst/>
              <a:ahLst/>
              <a:cxnLst/>
              <a:rect l="l" t="t" r="r" b="b"/>
              <a:pathLst>
                <a:path w="1023620" h="517525">
                  <a:moveTo>
                    <a:pt x="0" y="0"/>
                  </a:moveTo>
                  <a:lnTo>
                    <a:pt x="1023135" y="0"/>
                  </a:lnTo>
                  <a:lnTo>
                    <a:pt x="1023135" y="517208"/>
                  </a:lnTo>
                  <a:lnTo>
                    <a:pt x="0" y="517208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485251" y="3439099"/>
            <a:ext cx="508747" cy="411877"/>
          </a:xfrm>
          <a:prstGeom prst="rect">
            <a:avLst/>
          </a:prstGeom>
        </p:spPr>
        <p:txBody>
          <a:bodyPr vert="horz" wrap="square" lIns="0" tIns="26894" rIns="0" bIns="0" rtlCol="0">
            <a:spAutoFit/>
          </a:bodyPr>
          <a:lstStyle/>
          <a:p>
            <a:pPr marL="11206" marR="4483" indent="84049">
              <a:lnSpc>
                <a:spcPts val="1500"/>
              </a:lnSpc>
              <a:spcBef>
                <a:spcPts val="212"/>
              </a:spcBef>
              <a:tabLst>
                <a:tab pos="328910" algn="l"/>
              </a:tabLst>
            </a:pP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Root </a:t>
            </a:r>
            <a:r>
              <a:rPr sz="1324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648E04"/>
                </a:solidFill>
                <a:latin typeface="Calibri"/>
                <a:cs typeface="Calibri"/>
              </a:rPr>
              <a:t>2</a:t>
            </a: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2	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0013" y="3307319"/>
            <a:ext cx="851087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b="1" spc="-4" dirty="0">
                <a:solidFill>
                  <a:srgbClr val="2B2728"/>
                </a:solidFill>
                <a:latin typeface="Calibri"/>
                <a:cs typeface="Calibri"/>
              </a:rPr>
              <a:t>L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oa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b="1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b="1" spc="-22" dirty="0">
                <a:solidFill>
                  <a:srgbClr val="2B2728"/>
                </a:solidFill>
                <a:latin typeface="Calibri"/>
                <a:cs typeface="Calibri"/>
              </a:rPr>
              <a:t>sta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tus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:</a:t>
            </a:r>
            <a:endParaRPr sz="1324">
              <a:latin typeface="Calibri"/>
              <a:cs typeface="Calibri"/>
            </a:endParaRPr>
          </a:p>
          <a:p>
            <a:pPr marL="11206">
              <a:lnSpc>
                <a:spcPts val="1544"/>
              </a:lnSpc>
            </a:pPr>
            <a:r>
              <a:rPr sz="1324" spc="-18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324" spc="23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59867" y="3368934"/>
            <a:ext cx="2261347" cy="977250"/>
          </a:xfrm>
          <a:prstGeom prst="rect">
            <a:avLst/>
          </a:prstGeom>
          <a:solidFill>
            <a:srgbClr val="B0007E"/>
          </a:solidFill>
          <a:ln w="18857">
            <a:solidFill>
              <a:srgbClr val="80005B"/>
            </a:solidFill>
          </a:ln>
        </p:spPr>
        <p:txBody>
          <a:bodyPr vert="horz" wrap="square" lIns="0" tIns="12886" rIns="0" bIns="0" rtlCol="0">
            <a:spAutoFit/>
          </a:bodyPr>
          <a:lstStyle/>
          <a:p>
            <a:pPr marL="59394">
              <a:spcBef>
                <a:spcPts val="101"/>
              </a:spcBef>
              <a:tabLst>
                <a:tab pos="1559941" algn="l"/>
              </a:tabLst>
            </a:pPr>
            <a:r>
              <a:rPr sz="2118" spc="-18" dirty="0">
                <a:solidFill>
                  <a:srgbClr val="FFFFFF"/>
                </a:solidFill>
                <a:latin typeface="Calibri"/>
                <a:cs typeface="Calibri"/>
              </a:rPr>
              <a:t>Error </a:t>
            </a:r>
            <a:r>
              <a:rPr sz="2118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18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706" spc="-4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706">
              <a:latin typeface="Calibri"/>
              <a:cs typeface="Calibri"/>
            </a:endParaRPr>
          </a:p>
          <a:p>
            <a:pPr>
              <a:spcBef>
                <a:spcPts val="22"/>
              </a:spcBef>
            </a:pPr>
            <a:endParaRPr sz="2030">
              <a:latin typeface="Calibri"/>
              <a:cs typeface="Calibri"/>
            </a:endParaRPr>
          </a:p>
          <a:p>
            <a:pPr marL="601788"/>
            <a:r>
              <a:rPr sz="2118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endParaRPr sz="2118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57455" y="3720802"/>
            <a:ext cx="1073524" cy="621366"/>
            <a:chOff x="3199383" y="4216908"/>
            <a:chExt cx="1216660" cy="70421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99383" y="4216908"/>
              <a:ext cx="1216152" cy="7040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317200" y="4315107"/>
              <a:ext cx="1068705" cy="558800"/>
            </a:xfrm>
            <a:custGeom>
              <a:avLst/>
              <a:gdLst/>
              <a:ahLst/>
              <a:cxnLst/>
              <a:rect l="l" t="t" r="r" b="b"/>
              <a:pathLst>
                <a:path w="1068704" h="558800">
                  <a:moveTo>
                    <a:pt x="81867" y="26180"/>
                  </a:moveTo>
                  <a:lnTo>
                    <a:pt x="68961" y="51350"/>
                  </a:lnTo>
                  <a:lnTo>
                    <a:pt x="1055444" y="558429"/>
                  </a:lnTo>
                  <a:lnTo>
                    <a:pt x="1068350" y="533259"/>
                  </a:lnTo>
                  <a:lnTo>
                    <a:pt x="81867" y="26180"/>
                  </a:lnTo>
                  <a:close/>
                </a:path>
                <a:path w="1068704" h="558800">
                  <a:moveTo>
                    <a:pt x="0" y="0"/>
                  </a:moveTo>
                  <a:lnTo>
                    <a:pt x="56056" y="76520"/>
                  </a:lnTo>
                  <a:lnTo>
                    <a:pt x="68961" y="51350"/>
                  </a:lnTo>
                  <a:lnTo>
                    <a:pt x="56391" y="44889"/>
                  </a:lnTo>
                  <a:lnTo>
                    <a:pt x="69297" y="19719"/>
                  </a:lnTo>
                  <a:lnTo>
                    <a:pt x="85180" y="19719"/>
                  </a:lnTo>
                  <a:lnTo>
                    <a:pt x="94772" y="1010"/>
                  </a:lnTo>
                  <a:lnTo>
                    <a:pt x="0" y="0"/>
                  </a:lnTo>
                  <a:close/>
                </a:path>
                <a:path w="1068704" h="558800">
                  <a:moveTo>
                    <a:pt x="69297" y="19719"/>
                  </a:moveTo>
                  <a:lnTo>
                    <a:pt x="56391" y="44889"/>
                  </a:lnTo>
                  <a:lnTo>
                    <a:pt x="68961" y="51350"/>
                  </a:lnTo>
                  <a:lnTo>
                    <a:pt x="81867" y="26180"/>
                  </a:lnTo>
                  <a:lnTo>
                    <a:pt x="69297" y="19719"/>
                  </a:lnTo>
                  <a:close/>
                </a:path>
                <a:path w="1068704" h="558800">
                  <a:moveTo>
                    <a:pt x="85180" y="19719"/>
                  </a:moveTo>
                  <a:lnTo>
                    <a:pt x="69297" y="19719"/>
                  </a:lnTo>
                  <a:lnTo>
                    <a:pt x="81867" y="26180"/>
                  </a:lnTo>
                  <a:lnTo>
                    <a:pt x="85180" y="19719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05786" y="4301014"/>
            <a:ext cx="97155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18</a:t>
            </a:r>
            <a:r>
              <a:rPr sz="1588" spc="-7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mistakes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583166" y="3720802"/>
            <a:ext cx="946897" cy="621366"/>
            <a:chOff x="1641855" y="4216908"/>
            <a:chExt cx="1073150" cy="70421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1855" y="4216908"/>
              <a:ext cx="1072895" cy="70408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73644" y="4315107"/>
              <a:ext cx="924560" cy="558165"/>
            </a:xfrm>
            <a:custGeom>
              <a:avLst/>
              <a:gdLst/>
              <a:ahLst/>
              <a:cxnLst/>
              <a:rect l="l" t="t" r="r" b="b"/>
              <a:pathLst>
                <a:path w="924560" h="558164">
                  <a:moveTo>
                    <a:pt x="844114" y="31215"/>
                  </a:moveTo>
                  <a:lnTo>
                    <a:pt x="0" y="533684"/>
                  </a:lnTo>
                  <a:lnTo>
                    <a:pt x="14439" y="558003"/>
                  </a:lnTo>
                  <a:lnTo>
                    <a:pt x="858554" y="55534"/>
                  </a:lnTo>
                  <a:lnTo>
                    <a:pt x="844114" y="31215"/>
                  </a:lnTo>
                  <a:close/>
                </a:path>
                <a:path w="924560" h="558164">
                  <a:moveTo>
                    <a:pt x="908820" y="23986"/>
                  </a:moveTo>
                  <a:lnTo>
                    <a:pt x="856258" y="23986"/>
                  </a:lnTo>
                  <a:lnTo>
                    <a:pt x="870699" y="48305"/>
                  </a:lnTo>
                  <a:lnTo>
                    <a:pt x="858554" y="55534"/>
                  </a:lnTo>
                  <a:lnTo>
                    <a:pt x="872995" y="79855"/>
                  </a:lnTo>
                  <a:lnTo>
                    <a:pt x="908820" y="23986"/>
                  </a:lnTo>
                  <a:close/>
                </a:path>
                <a:path w="924560" h="558164">
                  <a:moveTo>
                    <a:pt x="856258" y="23986"/>
                  </a:moveTo>
                  <a:lnTo>
                    <a:pt x="844114" y="31215"/>
                  </a:lnTo>
                  <a:lnTo>
                    <a:pt x="858554" y="55534"/>
                  </a:lnTo>
                  <a:lnTo>
                    <a:pt x="870699" y="48305"/>
                  </a:lnTo>
                  <a:lnTo>
                    <a:pt x="856258" y="23986"/>
                  </a:lnTo>
                  <a:close/>
                </a:path>
                <a:path w="924560" h="558164">
                  <a:moveTo>
                    <a:pt x="924201" y="0"/>
                  </a:moveTo>
                  <a:lnTo>
                    <a:pt x="829674" y="6896"/>
                  </a:lnTo>
                  <a:lnTo>
                    <a:pt x="844114" y="31215"/>
                  </a:lnTo>
                  <a:lnTo>
                    <a:pt x="856258" y="23986"/>
                  </a:lnTo>
                  <a:lnTo>
                    <a:pt x="908820" y="23986"/>
                  </a:lnTo>
                  <a:lnTo>
                    <a:pt x="924201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95633" y="4301014"/>
            <a:ext cx="844924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2</a:t>
            </a:r>
            <a:r>
              <a:rPr sz="1588" dirty="0">
                <a:solidFill>
                  <a:srgbClr val="2B2728"/>
                </a:solidFill>
                <a:latin typeface="Calibri"/>
                <a:cs typeface="Calibri"/>
              </a:rPr>
              <a:t>2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o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ec</a:t>
            </a:r>
            <a:r>
              <a:rPr sz="1588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81691" y="4753536"/>
            <a:ext cx="387724" cy="365872"/>
            <a:chOff x="1980183" y="5387340"/>
            <a:chExt cx="439420" cy="41465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80183" y="5387340"/>
              <a:ext cx="438912" cy="41452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012060" y="5487938"/>
              <a:ext cx="289560" cy="264795"/>
            </a:xfrm>
            <a:custGeom>
              <a:avLst/>
              <a:gdLst/>
              <a:ahLst/>
              <a:cxnLst/>
              <a:rect l="l" t="t" r="r" b="b"/>
              <a:pathLst>
                <a:path w="289560" h="264795">
                  <a:moveTo>
                    <a:pt x="217218" y="46509"/>
                  </a:moveTo>
                  <a:lnTo>
                    <a:pt x="0" y="243579"/>
                  </a:lnTo>
                  <a:lnTo>
                    <a:pt x="18973" y="264546"/>
                  </a:lnTo>
                  <a:lnTo>
                    <a:pt x="236192" y="67475"/>
                  </a:lnTo>
                  <a:lnTo>
                    <a:pt x="217218" y="46509"/>
                  </a:lnTo>
                  <a:close/>
                </a:path>
                <a:path w="289560" h="264795">
                  <a:moveTo>
                    <a:pt x="275146" y="37010"/>
                  </a:moveTo>
                  <a:lnTo>
                    <a:pt x="227688" y="37010"/>
                  </a:lnTo>
                  <a:lnTo>
                    <a:pt x="246661" y="57976"/>
                  </a:lnTo>
                  <a:lnTo>
                    <a:pt x="236192" y="67475"/>
                  </a:lnTo>
                  <a:lnTo>
                    <a:pt x="255165" y="88441"/>
                  </a:lnTo>
                  <a:lnTo>
                    <a:pt x="275146" y="37010"/>
                  </a:lnTo>
                  <a:close/>
                </a:path>
                <a:path w="289560" h="264795">
                  <a:moveTo>
                    <a:pt x="227688" y="37010"/>
                  </a:moveTo>
                  <a:lnTo>
                    <a:pt x="217218" y="46509"/>
                  </a:lnTo>
                  <a:lnTo>
                    <a:pt x="236192" y="67475"/>
                  </a:lnTo>
                  <a:lnTo>
                    <a:pt x="246661" y="57976"/>
                  </a:lnTo>
                  <a:lnTo>
                    <a:pt x="227688" y="37010"/>
                  </a:lnTo>
                  <a:close/>
                </a:path>
                <a:path w="289560" h="264795">
                  <a:moveTo>
                    <a:pt x="289524" y="0"/>
                  </a:moveTo>
                  <a:lnTo>
                    <a:pt x="198244" y="25543"/>
                  </a:lnTo>
                  <a:lnTo>
                    <a:pt x="217218" y="46509"/>
                  </a:lnTo>
                  <a:lnTo>
                    <a:pt x="227688" y="37010"/>
                  </a:lnTo>
                  <a:lnTo>
                    <a:pt x="275146" y="37010"/>
                  </a:lnTo>
                  <a:lnTo>
                    <a:pt x="289524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16305" y="5068800"/>
            <a:ext cx="1679201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dirty="0">
                <a:latin typeface="Calibri"/>
                <a:cs typeface="Calibri"/>
              </a:rPr>
              <a:t>ŷ</a:t>
            </a:r>
            <a:r>
              <a:rPr sz="1853" spc="-35" dirty="0">
                <a:latin typeface="Calibri"/>
                <a:cs typeface="Calibri"/>
              </a:rPr>
              <a:t> </a:t>
            </a:r>
            <a:r>
              <a:rPr sz="1853" dirty="0">
                <a:latin typeface="Calibri"/>
                <a:cs typeface="Calibri"/>
              </a:rPr>
              <a:t>=</a:t>
            </a:r>
            <a:r>
              <a:rPr sz="1853" spc="-26" dirty="0">
                <a:latin typeface="Calibri"/>
                <a:cs typeface="Calibri"/>
              </a:rPr>
              <a:t> </a:t>
            </a:r>
            <a:r>
              <a:rPr sz="1853" b="1" spc="-13" dirty="0">
                <a:solidFill>
                  <a:srgbClr val="2B2728"/>
                </a:solidFill>
                <a:latin typeface="Calibri"/>
                <a:cs typeface="Calibri"/>
              </a:rPr>
              <a:t>majority</a:t>
            </a:r>
            <a:r>
              <a:rPr sz="1853" b="1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b="1" spc="-9" dirty="0">
                <a:solidFill>
                  <a:srgbClr val="2B2728"/>
                </a:solidFill>
                <a:latin typeface="Calibri"/>
                <a:cs typeface="Calibri"/>
              </a:rPr>
              <a:t>class</a:t>
            </a:r>
            <a:endParaRPr sz="1853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156960" y="3868718"/>
            <a:ext cx="1159809" cy="982196"/>
            <a:chOff x="2292155" y="4384547"/>
            <a:chExt cx="1314450" cy="111315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3624" y="4384547"/>
              <a:ext cx="231648" cy="81686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905780" y="4400887"/>
              <a:ext cx="87630" cy="669290"/>
            </a:xfrm>
            <a:custGeom>
              <a:avLst/>
              <a:gdLst/>
              <a:ahLst/>
              <a:cxnLst/>
              <a:rect l="l" t="t" r="r" b="b"/>
              <a:pathLst>
                <a:path w="87630" h="669289">
                  <a:moveTo>
                    <a:pt x="10558" y="583051"/>
                  </a:moveTo>
                  <a:lnTo>
                    <a:pt x="1545" y="588256"/>
                  </a:lnTo>
                  <a:lnTo>
                    <a:pt x="0" y="594023"/>
                  </a:lnTo>
                  <a:lnTo>
                    <a:pt x="43353" y="669288"/>
                  </a:lnTo>
                  <a:lnTo>
                    <a:pt x="54354" y="650618"/>
                  </a:lnTo>
                  <a:lnTo>
                    <a:pt x="34027" y="650525"/>
                  </a:lnTo>
                  <a:lnTo>
                    <a:pt x="34198" y="615641"/>
                  </a:lnTo>
                  <a:lnTo>
                    <a:pt x="16318" y="584600"/>
                  </a:lnTo>
                  <a:lnTo>
                    <a:pt x="10558" y="583051"/>
                  </a:lnTo>
                  <a:close/>
                </a:path>
                <a:path w="87630" h="669289">
                  <a:moveTo>
                    <a:pt x="34198" y="615641"/>
                  </a:moveTo>
                  <a:lnTo>
                    <a:pt x="34027" y="650525"/>
                  </a:lnTo>
                  <a:lnTo>
                    <a:pt x="52865" y="650618"/>
                  </a:lnTo>
                  <a:lnTo>
                    <a:pt x="52888" y="645859"/>
                  </a:lnTo>
                  <a:lnTo>
                    <a:pt x="35333" y="645779"/>
                  </a:lnTo>
                  <a:lnTo>
                    <a:pt x="43538" y="631855"/>
                  </a:lnTo>
                  <a:lnTo>
                    <a:pt x="34198" y="615641"/>
                  </a:lnTo>
                  <a:close/>
                </a:path>
                <a:path w="87630" h="669289">
                  <a:moveTo>
                    <a:pt x="76996" y="583379"/>
                  </a:moveTo>
                  <a:lnTo>
                    <a:pt x="71221" y="584871"/>
                  </a:lnTo>
                  <a:lnTo>
                    <a:pt x="53036" y="615734"/>
                  </a:lnTo>
                  <a:lnTo>
                    <a:pt x="52865" y="650618"/>
                  </a:lnTo>
                  <a:lnTo>
                    <a:pt x="54354" y="650618"/>
                  </a:lnTo>
                  <a:lnTo>
                    <a:pt x="87447" y="594455"/>
                  </a:lnTo>
                  <a:lnTo>
                    <a:pt x="85957" y="588672"/>
                  </a:lnTo>
                  <a:lnTo>
                    <a:pt x="76996" y="583379"/>
                  </a:lnTo>
                  <a:close/>
                </a:path>
                <a:path w="87630" h="669289">
                  <a:moveTo>
                    <a:pt x="43538" y="631855"/>
                  </a:moveTo>
                  <a:lnTo>
                    <a:pt x="35333" y="645779"/>
                  </a:lnTo>
                  <a:lnTo>
                    <a:pt x="51605" y="645859"/>
                  </a:lnTo>
                  <a:lnTo>
                    <a:pt x="43538" y="631855"/>
                  </a:lnTo>
                  <a:close/>
                </a:path>
                <a:path w="87630" h="669289">
                  <a:moveTo>
                    <a:pt x="53036" y="615734"/>
                  </a:moveTo>
                  <a:lnTo>
                    <a:pt x="43538" y="631855"/>
                  </a:lnTo>
                  <a:lnTo>
                    <a:pt x="51605" y="645859"/>
                  </a:lnTo>
                  <a:lnTo>
                    <a:pt x="52888" y="645859"/>
                  </a:lnTo>
                  <a:lnTo>
                    <a:pt x="53036" y="615734"/>
                  </a:lnTo>
                  <a:close/>
                </a:path>
                <a:path w="87630" h="669289">
                  <a:moveTo>
                    <a:pt x="37230" y="0"/>
                  </a:moveTo>
                  <a:lnTo>
                    <a:pt x="34359" y="583051"/>
                  </a:lnTo>
                  <a:lnTo>
                    <a:pt x="34252" y="615734"/>
                  </a:lnTo>
                  <a:lnTo>
                    <a:pt x="43538" y="631855"/>
                  </a:lnTo>
                  <a:lnTo>
                    <a:pt x="53036" y="615734"/>
                  </a:lnTo>
                  <a:lnTo>
                    <a:pt x="56067" y="92"/>
                  </a:lnTo>
                  <a:lnTo>
                    <a:pt x="3723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2301585" y="5070131"/>
              <a:ext cx="1295400" cy="417830"/>
            </a:xfrm>
            <a:custGeom>
              <a:avLst/>
              <a:gdLst/>
              <a:ahLst/>
              <a:cxnLst/>
              <a:rect l="l" t="t" r="r" b="b"/>
              <a:pathLst>
                <a:path w="1295400" h="417829">
                  <a:moveTo>
                    <a:pt x="1086454" y="0"/>
                  </a:moveTo>
                  <a:lnTo>
                    <a:pt x="208641" y="0"/>
                  </a:lnTo>
                  <a:lnTo>
                    <a:pt x="160802" y="5517"/>
                  </a:lnTo>
                  <a:lnTo>
                    <a:pt x="116886" y="21233"/>
                  </a:lnTo>
                  <a:lnTo>
                    <a:pt x="78147" y="45893"/>
                  </a:lnTo>
                  <a:lnTo>
                    <a:pt x="45836" y="78244"/>
                  </a:lnTo>
                  <a:lnTo>
                    <a:pt x="21206" y="117032"/>
                  </a:lnTo>
                  <a:lnTo>
                    <a:pt x="5510" y="161003"/>
                  </a:lnTo>
                  <a:lnTo>
                    <a:pt x="0" y="208902"/>
                  </a:lnTo>
                  <a:lnTo>
                    <a:pt x="5510" y="256801"/>
                  </a:lnTo>
                  <a:lnTo>
                    <a:pt x="21206" y="300772"/>
                  </a:lnTo>
                  <a:lnTo>
                    <a:pt x="45836" y="339559"/>
                  </a:lnTo>
                  <a:lnTo>
                    <a:pt x="78147" y="371910"/>
                  </a:lnTo>
                  <a:lnTo>
                    <a:pt x="116886" y="396571"/>
                  </a:lnTo>
                  <a:lnTo>
                    <a:pt x="160802" y="412287"/>
                  </a:lnTo>
                  <a:lnTo>
                    <a:pt x="208641" y="417804"/>
                  </a:lnTo>
                  <a:lnTo>
                    <a:pt x="1086454" y="417804"/>
                  </a:lnTo>
                  <a:lnTo>
                    <a:pt x="1134294" y="412287"/>
                  </a:lnTo>
                  <a:lnTo>
                    <a:pt x="1178209" y="396571"/>
                  </a:lnTo>
                  <a:lnTo>
                    <a:pt x="1216949" y="371910"/>
                  </a:lnTo>
                  <a:lnTo>
                    <a:pt x="1249260" y="339559"/>
                  </a:lnTo>
                  <a:lnTo>
                    <a:pt x="1273889" y="300772"/>
                  </a:lnTo>
                  <a:lnTo>
                    <a:pt x="1289586" y="256801"/>
                  </a:lnTo>
                  <a:lnTo>
                    <a:pt x="1295096" y="208902"/>
                  </a:lnTo>
                  <a:lnTo>
                    <a:pt x="1289586" y="161003"/>
                  </a:lnTo>
                  <a:lnTo>
                    <a:pt x="1273889" y="117032"/>
                  </a:lnTo>
                  <a:lnTo>
                    <a:pt x="1249260" y="78244"/>
                  </a:lnTo>
                  <a:lnTo>
                    <a:pt x="1216949" y="45893"/>
                  </a:lnTo>
                  <a:lnTo>
                    <a:pt x="1178209" y="21233"/>
                  </a:lnTo>
                  <a:lnTo>
                    <a:pt x="1134294" y="5517"/>
                  </a:lnTo>
                  <a:lnTo>
                    <a:pt x="1086454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2301585" y="5070131"/>
              <a:ext cx="1295400" cy="417830"/>
            </a:xfrm>
            <a:custGeom>
              <a:avLst/>
              <a:gdLst/>
              <a:ahLst/>
              <a:cxnLst/>
              <a:rect l="l" t="t" r="r" b="b"/>
              <a:pathLst>
                <a:path w="1295400" h="417829">
                  <a:moveTo>
                    <a:pt x="0" y="208902"/>
                  </a:moveTo>
                  <a:lnTo>
                    <a:pt x="5510" y="161003"/>
                  </a:lnTo>
                  <a:lnTo>
                    <a:pt x="21206" y="117032"/>
                  </a:lnTo>
                  <a:lnTo>
                    <a:pt x="45836" y="78244"/>
                  </a:lnTo>
                  <a:lnTo>
                    <a:pt x="78146" y="45893"/>
                  </a:lnTo>
                  <a:lnTo>
                    <a:pt x="116886" y="21233"/>
                  </a:lnTo>
                  <a:lnTo>
                    <a:pt x="160802" y="5517"/>
                  </a:lnTo>
                  <a:lnTo>
                    <a:pt x="208641" y="0"/>
                  </a:lnTo>
                  <a:lnTo>
                    <a:pt x="1086454" y="0"/>
                  </a:lnTo>
                  <a:lnTo>
                    <a:pt x="1134293" y="5517"/>
                  </a:lnTo>
                  <a:lnTo>
                    <a:pt x="1178209" y="21233"/>
                  </a:lnTo>
                  <a:lnTo>
                    <a:pt x="1216949" y="45893"/>
                  </a:lnTo>
                  <a:lnTo>
                    <a:pt x="1249259" y="78244"/>
                  </a:lnTo>
                  <a:lnTo>
                    <a:pt x="1273889" y="117032"/>
                  </a:lnTo>
                  <a:lnTo>
                    <a:pt x="1289585" y="161003"/>
                  </a:lnTo>
                  <a:lnTo>
                    <a:pt x="1295096" y="208902"/>
                  </a:lnTo>
                  <a:lnTo>
                    <a:pt x="1289585" y="256801"/>
                  </a:lnTo>
                  <a:lnTo>
                    <a:pt x="1273889" y="300772"/>
                  </a:lnTo>
                  <a:lnTo>
                    <a:pt x="1249259" y="339560"/>
                  </a:lnTo>
                  <a:lnTo>
                    <a:pt x="1216949" y="371911"/>
                  </a:lnTo>
                  <a:lnTo>
                    <a:pt x="1178209" y="396571"/>
                  </a:lnTo>
                  <a:lnTo>
                    <a:pt x="1134293" y="412287"/>
                  </a:lnTo>
                  <a:lnTo>
                    <a:pt x="1086454" y="417804"/>
                  </a:lnTo>
                  <a:lnTo>
                    <a:pt x="208641" y="417804"/>
                  </a:lnTo>
                  <a:lnTo>
                    <a:pt x="160802" y="412287"/>
                  </a:lnTo>
                  <a:lnTo>
                    <a:pt x="116886" y="396571"/>
                  </a:lnTo>
                  <a:lnTo>
                    <a:pt x="78146" y="371911"/>
                  </a:lnTo>
                  <a:lnTo>
                    <a:pt x="45836" y="339560"/>
                  </a:lnTo>
                  <a:lnTo>
                    <a:pt x="21206" y="300772"/>
                  </a:lnTo>
                  <a:lnTo>
                    <a:pt x="5510" y="256801"/>
                  </a:lnTo>
                  <a:lnTo>
                    <a:pt x="0" y="208902"/>
                  </a:lnTo>
                  <a:close/>
                </a:path>
              </a:pathLst>
            </a:custGeom>
            <a:ln w="18859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582554" y="4541758"/>
            <a:ext cx="308722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324" spc="-13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24" spc="-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32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30</a:t>
            </a:fld>
            <a:endParaRPr dirty="0"/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0E82B71A-A010-4A60-9BCF-B5FC5EBEE233}" type="datetime1">
              <a:rPr lang="en-US" spc="-9" smtClean="0"/>
              <a:t>3/24/2022</a:t>
            </a:fld>
            <a:endParaRPr spc="-9" dirty="0"/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4779103" y="4587410"/>
          <a:ext cx="3501839" cy="6790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1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9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51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9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Tree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2326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9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Classification</a:t>
                      </a:r>
                      <a:r>
                        <a:rPr sz="19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2326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51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900" spc="-20" dirty="0">
                          <a:latin typeface="Calibri"/>
                          <a:cs typeface="Calibri"/>
                        </a:rPr>
                        <a:t>(root)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456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marL="120014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0.45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456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8821" y="1240432"/>
            <a:ext cx="6831961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3" dirty="0"/>
              <a:t>Choice</a:t>
            </a:r>
            <a:r>
              <a:rPr spc="-35" dirty="0"/>
              <a:t> </a:t>
            </a:r>
            <a:r>
              <a:rPr spc="-13" dirty="0"/>
              <a:t>1:</a:t>
            </a:r>
            <a:r>
              <a:rPr spc="-26" dirty="0"/>
              <a:t> </a:t>
            </a:r>
            <a:r>
              <a:rPr spc="-13" dirty="0"/>
              <a:t>Split</a:t>
            </a:r>
            <a:r>
              <a:rPr spc="-26" dirty="0"/>
              <a:t> </a:t>
            </a:r>
            <a:r>
              <a:rPr spc="-9" dirty="0"/>
              <a:t>on</a:t>
            </a:r>
            <a:r>
              <a:rPr spc="-31" dirty="0"/>
              <a:t> </a:t>
            </a:r>
            <a:r>
              <a:rPr spc="-22" dirty="0">
                <a:solidFill>
                  <a:srgbClr val="B0007E"/>
                </a:solidFill>
              </a:rPr>
              <a:t>Credit </a:t>
            </a:r>
            <a:r>
              <a:rPr spc="-18" dirty="0"/>
              <a:t>history?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1553" y="2566344"/>
            <a:ext cx="2540934" cy="487690"/>
          </a:xfrm>
          <a:prstGeom prst="rect">
            <a:avLst/>
          </a:prstGeom>
        </p:spPr>
        <p:txBody>
          <a:bodyPr vert="horz" wrap="square" lIns="0" tIns="25773" rIns="0" bIns="0" rtlCol="0">
            <a:spAutoFit/>
          </a:bodyPr>
          <a:lstStyle/>
          <a:p>
            <a:pPr marL="11206" marR="4483">
              <a:lnSpc>
                <a:spcPts val="1844"/>
              </a:lnSpc>
              <a:spcBef>
                <a:spcPts val="202"/>
              </a:spcBef>
            </a:pP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Does </a:t>
            </a:r>
            <a:r>
              <a:rPr sz="1588" dirty="0">
                <a:solidFill>
                  <a:srgbClr val="2B2728"/>
                </a:solidFill>
                <a:latin typeface="Calibri"/>
                <a:cs typeface="Calibri"/>
              </a:rPr>
              <a:t>a </a:t>
            </a:r>
            <a:r>
              <a:rPr sz="1588" spc="-9" dirty="0">
                <a:solidFill>
                  <a:srgbClr val="B0007E"/>
                </a:solidFill>
                <a:latin typeface="Calibri"/>
                <a:cs typeface="Calibri"/>
              </a:rPr>
              <a:t>split on </a:t>
            </a:r>
            <a:r>
              <a:rPr sz="1588" spc="-13" dirty="0">
                <a:solidFill>
                  <a:srgbClr val="B0007E"/>
                </a:solidFill>
                <a:latin typeface="Calibri"/>
                <a:cs typeface="Calibri"/>
              </a:rPr>
              <a:t>Credit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reduce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classification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error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below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0.45?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2589" y="2469567"/>
            <a:ext cx="1533525" cy="853328"/>
            <a:chOff x="2491200" y="2798842"/>
            <a:chExt cx="1737995" cy="967105"/>
          </a:xfrm>
        </p:grpSpPr>
        <p:sp>
          <p:nvSpPr>
            <p:cNvPr id="5" name="object 5"/>
            <p:cNvSpPr/>
            <p:nvPr/>
          </p:nvSpPr>
          <p:spPr>
            <a:xfrm>
              <a:off x="3596681" y="3487205"/>
              <a:ext cx="632460" cy="278765"/>
            </a:xfrm>
            <a:custGeom>
              <a:avLst/>
              <a:gdLst/>
              <a:ahLst/>
              <a:cxnLst/>
              <a:rect l="l" t="t" r="r" b="b"/>
              <a:pathLst>
                <a:path w="632460" h="278764">
                  <a:moveTo>
                    <a:pt x="67594" y="193594"/>
                  </a:moveTo>
                  <a:lnTo>
                    <a:pt x="0" y="270979"/>
                  </a:lnTo>
                  <a:lnTo>
                    <a:pt x="102387" y="278691"/>
                  </a:lnTo>
                  <a:lnTo>
                    <a:pt x="93163" y="256132"/>
                  </a:lnTo>
                  <a:lnTo>
                    <a:pt x="76624" y="256132"/>
                  </a:lnTo>
                  <a:lnTo>
                    <a:pt x="65026" y="227766"/>
                  </a:lnTo>
                  <a:lnTo>
                    <a:pt x="79192" y="221960"/>
                  </a:lnTo>
                  <a:lnTo>
                    <a:pt x="67594" y="193594"/>
                  </a:lnTo>
                  <a:close/>
                </a:path>
                <a:path w="632460" h="278764">
                  <a:moveTo>
                    <a:pt x="79192" y="221960"/>
                  </a:moveTo>
                  <a:lnTo>
                    <a:pt x="65026" y="227766"/>
                  </a:lnTo>
                  <a:lnTo>
                    <a:pt x="76624" y="256132"/>
                  </a:lnTo>
                  <a:lnTo>
                    <a:pt x="90789" y="250325"/>
                  </a:lnTo>
                  <a:lnTo>
                    <a:pt x="79192" y="221960"/>
                  </a:lnTo>
                  <a:close/>
                </a:path>
                <a:path w="632460" h="278764">
                  <a:moveTo>
                    <a:pt x="90789" y="250325"/>
                  </a:moveTo>
                  <a:lnTo>
                    <a:pt x="76624" y="256132"/>
                  </a:lnTo>
                  <a:lnTo>
                    <a:pt x="93163" y="256132"/>
                  </a:lnTo>
                  <a:lnTo>
                    <a:pt x="90789" y="250325"/>
                  </a:lnTo>
                  <a:close/>
                </a:path>
                <a:path w="632460" h="278764">
                  <a:moveTo>
                    <a:pt x="620702" y="0"/>
                  </a:moveTo>
                  <a:lnTo>
                    <a:pt x="79192" y="221960"/>
                  </a:lnTo>
                  <a:lnTo>
                    <a:pt x="90789" y="250325"/>
                  </a:lnTo>
                  <a:lnTo>
                    <a:pt x="632299" y="28365"/>
                  </a:lnTo>
                  <a:lnTo>
                    <a:pt x="620702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500725" y="2808367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785820" y="0"/>
                  </a:moveTo>
                  <a:lnTo>
                    <a:pt x="0" y="0"/>
                  </a:lnTo>
                  <a:lnTo>
                    <a:pt x="0" y="517208"/>
                  </a:lnTo>
                  <a:lnTo>
                    <a:pt x="785820" y="517208"/>
                  </a:lnTo>
                  <a:lnTo>
                    <a:pt x="785820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2500725" y="2808367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0" y="0"/>
                  </a:moveTo>
                  <a:lnTo>
                    <a:pt x="785821" y="0"/>
                  </a:lnTo>
                  <a:lnTo>
                    <a:pt x="785821" y="517208"/>
                  </a:lnTo>
                  <a:lnTo>
                    <a:pt x="0" y="517208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349311" y="2486289"/>
            <a:ext cx="676835" cy="218484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14568" rIns="0" bIns="0" rtlCol="0">
            <a:spAutoFit/>
          </a:bodyPr>
          <a:lstStyle/>
          <a:p>
            <a:pPr marL="179304">
              <a:spcBef>
                <a:spcPts val="115"/>
              </a:spcBef>
            </a:pP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49311" y="2705848"/>
            <a:ext cx="676835" cy="192360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0" rIns="0" bIns="0" rtlCol="0">
            <a:spAutoFit/>
          </a:bodyPr>
          <a:lstStyle/>
          <a:p>
            <a:pPr marL="132236">
              <a:lnSpc>
                <a:spcPts val="1460"/>
              </a:lnSpc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22</a:t>
            </a:r>
            <a:r>
              <a:rPr sz="1324" spc="229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324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4696" y="3669703"/>
            <a:ext cx="201706" cy="58629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52747" y="3767713"/>
            <a:ext cx="855009" cy="424890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39781" rIns="0" bIns="0" rtlCol="0">
            <a:spAutoFit/>
          </a:bodyPr>
          <a:lstStyle/>
          <a:p>
            <a:pPr marL="267835" marR="117668" indent="-143443">
              <a:lnSpc>
                <a:spcPts val="1500"/>
              </a:lnSpc>
              <a:spcBef>
                <a:spcPts val="313"/>
              </a:spcBef>
              <a:tabLst>
                <a:tab pos="501490" algn="l"/>
              </a:tabLst>
            </a:pPr>
            <a:r>
              <a:rPr sz="1324" spc="-26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324" spc="-40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324" spc="-4" dirty="0">
                <a:solidFill>
                  <a:srgbClr val="2B2728"/>
                </a:solidFill>
                <a:latin typeface="Calibri"/>
                <a:cs typeface="Calibri"/>
              </a:rPr>
              <a:t>celle</a:t>
            </a:r>
            <a:r>
              <a:rPr sz="1324" spc="-2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1335" y="3758078"/>
            <a:ext cx="753035" cy="423758"/>
          </a:xfrm>
          <a:prstGeom prst="rect">
            <a:avLst/>
          </a:prstGeom>
          <a:solidFill>
            <a:srgbClr val="C8EBFA"/>
          </a:solidFill>
          <a:ln w="18855">
            <a:solidFill>
              <a:srgbClr val="0D6993"/>
            </a:solidFill>
          </a:ln>
        </p:spPr>
        <p:txBody>
          <a:bodyPr vert="horz" wrap="square" lIns="0" tIns="38660" rIns="0" bIns="0" rtlCol="0">
            <a:spAutoFit/>
          </a:bodyPr>
          <a:lstStyle/>
          <a:p>
            <a:pPr marL="235896" marR="228052" indent="28016">
              <a:lnSpc>
                <a:spcPts val="1500"/>
              </a:lnSpc>
              <a:spcBef>
                <a:spcPts val="304"/>
              </a:spcBef>
            </a:pPr>
            <a:r>
              <a:rPr sz="1324" spc="-13" dirty="0">
                <a:solidFill>
                  <a:srgbClr val="2B2728"/>
                </a:solidFill>
                <a:latin typeface="Calibri"/>
                <a:cs typeface="Calibri"/>
              </a:rPr>
              <a:t>fair </a:t>
            </a:r>
            <a:r>
              <a:rPr sz="1324" spc="-287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9</a:t>
            </a:r>
            <a:r>
              <a:rPr sz="1324" spc="190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39087" y="3749674"/>
            <a:ext cx="675715" cy="472888"/>
            <a:chOff x="3745232" y="4249630"/>
            <a:chExt cx="765810" cy="535940"/>
          </a:xfrm>
        </p:grpSpPr>
        <p:sp>
          <p:nvSpPr>
            <p:cNvPr id="14" name="object 14"/>
            <p:cNvSpPr/>
            <p:nvPr/>
          </p:nvSpPr>
          <p:spPr>
            <a:xfrm>
              <a:off x="3754757" y="4259155"/>
              <a:ext cx="746760" cy="516890"/>
            </a:xfrm>
            <a:custGeom>
              <a:avLst/>
              <a:gdLst/>
              <a:ahLst/>
              <a:cxnLst/>
              <a:rect l="l" t="t" r="r" b="b"/>
              <a:pathLst>
                <a:path w="746760" h="516889">
                  <a:moveTo>
                    <a:pt x="746648" y="0"/>
                  </a:moveTo>
                  <a:lnTo>
                    <a:pt x="0" y="0"/>
                  </a:lnTo>
                  <a:lnTo>
                    <a:pt x="0" y="516314"/>
                  </a:lnTo>
                  <a:lnTo>
                    <a:pt x="746648" y="516314"/>
                  </a:lnTo>
                  <a:lnTo>
                    <a:pt x="746648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754757" y="4259155"/>
              <a:ext cx="746760" cy="516890"/>
            </a:xfrm>
            <a:custGeom>
              <a:avLst/>
              <a:gdLst/>
              <a:ahLst/>
              <a:cxnLst/>
              <a:rect l="l" t="t" r="r" b="b"/>
              <a:pathLst>
                <a:path w="746760" h="516889">
                  <a:moveTo>
                    <a:pt x="0" y="0"/>
                  </a:moveTo>
                  <a:lnTo>
                    <a:pt x="746648" y="0"/>
                  </a:lnTo>
                  <a:lnTo>
                    <a:pt x="746648" y="516314"/>
                  </a:lnTo>
                  <a:lnTo>
                    <a:pt x="0" y="516314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55810" y="3769897"/>
            <a:ext cx="64265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60813">
              <a:spcBef>
                <a:spcPts val="88"/>
              </a:spcBef>
            </a:pPr>
            <a:r>
              <a:rPr sz="1324" spc="-9" dirty="0">
                <a:solidFill>
                  <a:srgbClr val="2B2728"/>
                </a:solidFill>
                <a:latin typeface="Calibri"/>
                <a:cs typeface="Calibri"/>
              </a:rPr>
              <a:t>poor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55810" y="3960845"/>
            <a:ext cx="64265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38400">
              <a:spcBef>
                <a:spcPts val="88"/>
              </a:spcBef>
            </a:pP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324" spc="216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69622" y="2497807"/>
            <a:ext cx="851087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b="1" spc="-4" dirty="0">
                <a:solidFill>
                  <a:srgbClr val="2B2728"/>
                </a:solidFill>
                <a:latin typeface="Calibri"/>
                <a:cs typeface="Calibri"/>
              </a:rPr>
              <a:t>L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oa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b="1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b="1" spc="-22" dirty="0">
                <a:solidFill>
                  <a:srgbClr val="2B2728"/>
                </a:solidFill>
                <a:latin typeface="Calibri"/>
                <a:cs typeface="Calibri"/>
              </a:rPr>
              <a:t>sta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tus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:</a:t>
            </a:r>
            <a:endParaRPr sz="1324">
              <a:latin typeface="Calibri"/>
              <a:cs typeface="Calibri"/>
            </a:endParaRPr>
          </a:p>
          <a:p>
            <a:pPr marL="11206">
              <a:lnSpc>
                <a:spcPts val="1544"/>
              </a:lnSpc>
            </a:pPr>
            <a:r>
              <a:rPr sz="1324" spc="-18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324" spc="23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08565" y="3230422"/>
            <a:ext cx="1358713" cy="368674"/>
            <a:chOff x="2123973" y="3661145"/>
            <a:chExt cx="1539875" cy="417830"/>
          </a:xfrm>
        </p:grpSpPr>
        <p:sp>
          <p:nvSpPr>
            <p:cNvPr id="20" name="object 20"/>
            <p:cNvSpPr/>
            <p:nvPr/>
          </p:nvSpPr>
          <p:spPr>
            <a:xfrm>
              <a:off x="2133498" y="3670670"/>
              <a:ext cx="1520825" cy="398780"/>
            </a:xfrm>
            <a:custGeom>
              <a:avLst/>
              <a:gdLst/>
              <a:ahLst/>
              <a:cxnLst/>
              <a:rect l="l" t="t" r="r" b="b"/>
              <a:pathLst>
                <a:path w="1520825" h="398779">
                  <a:moveTo>
                    <a:pt x="760136" y="0"/>
                  </a:moveTo>
                  <a:lnTo>
                    <a:pt x="0" y="199092"/>
                  </a:lnTo>
                  <a:lnTo>
                    <a:pt x="760136" y="398184"/>
                  </a:lnTo>
                  <a:lnTo>
                    <a:pt x="1520273" y="199092"/>
                  </a:lnTo>
                  <a:lnTo>
                    <a:pt x="760136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2133498" y="3670670"/>
              <a:ext cx="1520825" cy="398780"/>
            </a:xfrm>
            <a:custGeom>
              <a:avLst/>
              <a:gdLst/>
              <a:ahLst/>
              <a:cxnLst/>
              <a:rect l="l" t="t" r="r" b="b"/>
              <a:pathLst>
                <a:path w="1520825" h="398779">
                  <a:moveTo>
                    <a:pt x="0" y="199092"/>
                  </a:moveTo>
                  <a:lnTo>
                    <a:pt x="760136" y="0"/>
                  </a:lnTo>
                  <a:lnTo>
                    <a:pt x="1520272" y="199092"/>
                  </a:lnTo>
                  <a:lnTo>
                    <a:pt x="760136" y="398184"/>
                  </a:lnTo>
                  <a:lnTo>
                    <a:pt x="0" y="199092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57726" y="3305554"/>
            <a:ext cx="45776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4" dirty="0">
                <a:solidFill>
                  <a:srgbClr val="2B2728"/>
                </a:solidFill>
                <a:latin typeface="Calibri"/>
                <a:cs typeface="Calibri"/>
              </a:rPr>
              <a:t>Credit?</a:t>
            </a:r>
            <a:endParaRPr sz="1147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71695" y="2934332"/>
            <a:ext cx="2314015" cy="842122"/>
            <a:chOff x="1515521" y="3325576"/>
            <a:chExt cx="2622550" cy="954405"/>
          </a:xfrm>
        </p:grpSpPr>
        <p:sp>
          <p:nvSpPr>
            <p:cNvPr id="24" name="object 24"/>
            <p:cNvSpPr/>
            <p:nvPr/>
          </p:nvSpPr>
          <p:spPr>
            <a:xfrm>
              <a:off x="1524949" y="3869762"/>
              <a:ext cx="608965" cy="400685"/>
            </a:xfrm>
            <a:custGeom>
              <a:avLst/>
              <a:gdLst/>
              <a:ahLst/>
              <a:cxnLst/>
              <a:rect l="l" t="t" r="r" b="b"/>
              <a:pathLst>
                <a:path w="608964" h="400685">
                  <a:moveTo>
                    <a:pt x="608549" y="0"/>
                  </a:moveTo>
                  <a:lnTo>
                    <a:pt x="0" y="0"/>
                  </a:lnTo>
                  <a:lnTo>
                    <a:pt x="0" y="400311"/>
                  </a:lnTo>
                </a:path>
              </a:pathLst>
            </a:custGeom>
            <a:ln w="18854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3653772" y="3869763"/>
              <a:ext cx="474345" cy="389890"/>
            </a:xfrm>
            <a:custGeom>
              <a:avLst/>
              <a:gdLst/>
              <a:ahLst/>
              <a:cxnLst/>
              <a:rect l="l" t="t" r="r" b="b"/>
              <a:pathLst>
                <a:path w="474345" h="389889">
                  <a:moveTo>
                    <a:pt x="0" y="0"/>
                  </a:moveTo>
                  <a:lnTo>
                    <a:pt x="474309" y="0"/>
                  </a:lnTo>
                  <a:lnTo>
                    <a:pt x="474309" y="389392"/>
                  </a:lnTo>
                </a:path>
              </a:pathLst>
            </a:custGeom>
            <a:ln w="18852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2893635" y="4068855"/>
              <a:ext cx="0" cy="190500"/>
            </a:xfrm>
            <a:custGeom>
              <a:avLst/>
              <a:gdLst/>
              <a:ahLst/>
              <a:cxnLst/>
              <a:rect l="l" t="t" r="r" b="b"/>
              <a:pathLst>
                <a:path h="190500">
                  <a:moveTo>
                    <a:pt x="0" y="0"/>
                  </a:moveTo>
                  <a:lnTo>
                    <a:pt x="0" y="190300"/>
                  </a:lnTo>
                </a:path>
              </a:pathLst>
            </a:custGeom>
            <a:ln w="18838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2849911" y="3325576"/>
              <a:ext cx="87630" cy="345440"/>
            </a:xfrm>
            <a:custGeom>
              <a:avLst/>
              <a:gdLst/>
              <a:ahLst/>
              <a:cxnLst/>
              <a:rect l="l" t="t" r="r" b="b"/>
              <a:pathLst>
                <a:path w="87630" h="345439">
                  <a:moveTo>
                    <a:pt x="10504" y="259066"/>
                  </a:moveTo>
                  <a:lnTo>
                    <a:pt x="1517" y="264314"/>
                  </a:lnTo>
                  <a:lnTo>
                    <a:pt x="0" y="270089"/>
                  </a:lnTo>
                  <a:lnTo>
                    <a:pt x="43724" y="345139"/>
                  </a:lnTo>
                  <a:lnTo>
                    <a:pt x="54629" y="326421"/>
                  </a:lnTo>
                  <a:lnTo>
                    <a:pt x="34305" y="326421"/>
                  </a:lnTo>
                  <a:lnTo>
                    <a:pt x="34305" y="291536"/>
                  </a:lnTo>
                  <a:lnTo>
                    <a:pt x="16272" y="260584"/>
                  </a:lnTo>
                  <a:lnTo>
                    <a:pt x="10504" y="259066"/>
                  </a:lnTo>
                  <a:close/>
                </a:path>
                <a:path w="87630" h="345439">
                  <a:moveTo>
                    <a:pt x="34305" y="291536"/>
                  </a:moveTo>
                  <a:lnTo>
                    <a:pt x="34305" y="326421"/>
                  </a:lnTo>
                  <a:lnTo>
                    <a:pt x="53143" y="326421"/>
                  </a:lnTo>
                  <a:lnTo>
                    <a:pt x="53143" y="321669"/>
                  </a:lnTo>
                  <a:lnTo>
                    <a:pt x="35587" y="321669"/>
                  </a:lnTo>
                  <a:lnTo>
                    <a:pt x="43724" y="307704"/>
                  </a:lnTo>
                  <a:lnTo>
                    <a:pt x="34305" y="291536"/>
                  </a:lnTo>
                  <a:close/>
                </a:path>
                <a:path w="87630" h="345439">
                  <a:moveTo>
                    <a:pt x="76944" y="259066"/>
                  </a:moveTo>
                  <a:lnTo>
                    <a:pt x="71175" y="260584"/>
                  </a:lnTo>
                  <a:lnTo>
                    <a:pt x="53143" y="291536"/>
                  </a:lnTo>
                  <a:lnTo>
                    <a:pt x="53143" y="326421"/>
                  </a:lnTo>
                  <a:lnTo>
                    <a:pt x="54629" y="326421"/>
                  </a:lnTo>
                  <a:lnTo>
                    <a:pt x="87448" y="270089"/>
                  </a:lnTo>
                  <a:lnTo>
                    <a:pt x="85930" y="264314"/>
                  </a:lnTo>
                  <a:lnTo>
                    <a:pt x="76944" y="259066"/>
                  </a:lnTo>
                  <a:close/>
                </a:path>
                <a:path w="87630" h="345439">
                  <a:moveTo>
                    <a:pt x="43724" y="307704"/>
                  </a:moveTo>
                  <a:lnTo>
                    <a:pt x="35587" y="321669"/>
                  </a:lnTo>
                  <a:lnTo>
                    <a:pt x="51860" y="321669"/>
                  </a:lnTo>
                  <a:lnTo>
                    <a:pt x="43724" y="307704"/>
                  </a:lnTo>
                  <a:close/>
                </a:path>
                <a:path w="87630" h="345439">
                  <a:moveTo>
                    <a:pt x="53143" y="291536"/>
                  </a:moveTo>
                  <a:lnTo>
                    <a:pt x="43724" y="307704"/>
                  </a:lnTo>
                  <a:lnTo>
                    <a:pt x="51860" y="321669"/>
                  </a:lnTo>
                  <a:lnTo>
                    <a:pt x="53143" y="321669"/>
                  </a:lnTo>
                  <a:lnTo>
                    <a:pt x="53143" y="291536"/>
                  </a:lnTo>
                  <a:close/>
                </a:path>
                <a:path w="87630" h="345439">
                  <a:moveTo>
                    <a:pt x="53143" y="0"/>
                  </a:moveTo>
                  <a:lnTo>
                    <a:pt x="34303" y="0"/>
                  </a:lnTo>
                  <a:lnTo>
                    <a:pt x="34305" y="291536"/>
                  </a:lnTo>
                  <a:lnTo>
                    <a:pt x="43724" y="307704"/>
                  </a:lnTo>
                  <a:lnTo>
                    <a:pt x="53143" y="291536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363630" y="2070105"/>
            <a:ext cx="228151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13" dirty="0">
                <a:solidFill>
                  <a:srgbClr val="B0007E"/>
                </a:solidFill>
                <a:latin typeface="Calibri"/>
                <a:cs typeface="Calibri"/>
              </a:rPr>
              <a:t>Choice</a:t>
            </a:r>
            <a:r>
              <a:rPr sz="1853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4" dirty="0">
                <a:solidFill>
                  <a:srgbClr val="B0007E"/>
                </a:solidFill>
                <a:latin typeface="Calibri"/>
                <a:cs typeface="Calibri"/>
              </a:rPr>
              <a:t>1:</a:t>
            </a:r>
            <a:r>
              <a:rPr sz="1853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853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2B2728"/>
                </a:solidFill>
                <a:latin typeface="Calibri"/>
                <a:cs typeface="Calibri"/>
              </a:rPr>
              <a:t>on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18" dirty="0">
                <a:solidFill>
                  <a:srgbClr val="2B2728"/>
                </a:solidFill>
                <a:latin typeface="Calibri"/>
                <a:cs typeface="Calibri"/>
              </a:rPr>
              <a:t>Credit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31</a:t>
            </a:fld>
            <a:endParaRPr dirty="0"/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99D9018F-A90A-4E8F-B31D-86FDD2C60496}" type="datetime1">
              <a:rPr lang="en-US" spc="-9" smtClean="0"/>
              <a:t>3/24/2022</a:t>
            </a:fld>
            <a:endParaRPr spc="-9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123" y="1240432"/>
            <a:ext cx="6938877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9" dirty="0"/>
              <a:t>Split</a:t>
            </a:r>
            <a:r>
              <a:rPr spc="-22" dirty="0"/>
              <a:t> </a:t>
            </a:r>
            <a:r>
              <a:rPr spc="-9" dirty="0"/>
              <a:t>on</a:t>
            </a:r>
            <a:r>
              <a:rPr spc="-26" dirty="0"/>
              <a:t> </a:t>
            </a:r>
            <a:r>
              <a:rPr spc="-22" dirty="0">
                <a:solidFill>
                  <a:srgbClr val="B0007E"/>
                </a:solidFill>
              </a:rPr>
              <a:t>Credit</a:t>
            </a:r>
            <a:r>
              <a:rPr spc="-22" dirty="0"/>
              <a:t>:</a:t>
            </a:r>
            <a:r>
              <a:rPr spc="-18" dirty="0"/>
              <a:t> Classification</a:t>
            </a:r>
            <a:r>
              <a:rPr spc="-22" dirty="0"/>
              <a:t> error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32588" y="2469567"/>
            <a:ext cx="710453" cy="473449"/>
            <a:chOff x="2491200" y="2798842"/>
            <a:chExt cx="805180" cy="536575"/>
          </a:xfrm>
        </p:grpSpPr>
        <p:sp>
          <p:nvSpPr>
            <p:cNvPr id="4" name="object 4"/>
            <p:cNvSpPr/>
            <p:nvPr/>
          </p:nvSpPr>
          <p:spPr>
            <a:xfrm>
              <a:off x="2500725" y="2808367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785820" y="0"/>
                  </a:moveTo>
                  <a:lnTo>
                    <a:pt x="0" y="0"/>
                  </a:lnTo>
                  <a:lnTo>
                    <a:pt x="0" y="517208"/>
                  </a:lnTo>
                  <a:lnTo>
                    <a:pt x="785820" y="517208"/>
                  </a:lnTo>
                  <a:lnTo>
                    <a:pt x="785820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500725" y="2808367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0" y="0"/>
                  </a:moveTo>
                  <a:lnTo>
                    <a:pt x="785821" y="0"/>
                  </a:lnTo>
                  <a:lnTo>
                    <a:pt x="785821" y="517208"/>
                  </a:lnTo>
                  <a:lnTo>
                    <a:pt x="0" y="517208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49311" y="2486289"/>
            <a:ext cx="676835" cy="218484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14568" rIns="0" bIns="0" rtlCol="0">
            <a:spAutoFit/>
          </a:bodyPr>
          <a:lstStyle/>
          <a:p>
            <a:pPr marL="179304">
              <a:spcBef>
                <a:spcPts val="115"/>
              </a:spcBef>
            </a:pP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49311" y="2705848"/>
            <a:ext cx="676835" cy="192360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0" rIns="0" bIns="0" rtlCol="0">
            <a:spAutoFit/>
          </a:bodyPr>
          <a:lstStyle/>
          <a:p>
            <a:pPr marL="132236">
              <a:lnSpc>
                <a:spcPts val="1460"/>
              </a:lnSpc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22</a:t>
            </a:r>
            <a:r>
              <a:rPr sz="1324" spc="229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324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4696" y="3669703"/>
            <a:ext cx="201706" cy="58629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52747" y="3767713"/>
            <a:ext cx="855009" cy="424890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39781" rIns="0" bIns="0" rtlCol="0">
            <a:spAutoFit/>
          </a:bodyPr>
          <a:lstStyle/>
          <a:p>
            <a:pPr marL="267835" marR="117668" indent="-143443">
              <a:lnSpc>
                <a:spcPts val="1500"/>
              </a:lnSpc>
              <a:spcBef>
                <a:spcPts val="313"/>
              </a:spcBef>
              <a:tabLst>
                <a:tab pos="501490" algn="l"/>
              </a:tabLst>
            </a:pPr>
            <a:r>
              <a:rPr sz="1324" spc="-26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324" spc="-40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324" spc="-4" dirty="0">
                <a:solidFill>
                  <a:srgbClr val="2B2728"/>
                </a:solidFill>
                <a:latin typeface="Calibri"/>
                <a:cs typeface="Calibri"/>
              </a:rPr>
              <a:t>celle</a:t>
            </a:r>
            <a:r>
              <a:rPr sz="1324" spc="-2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1335" y="3758078"/>
            <a:ext cx="753035" cy="423758"/>
          </a:xfrm>
          <a:prstGeom prst="rect">
            <a:avLst/>
          </a:prstGeom>
          <a:solidFill>
            <a:srgbClr val="C8EBFA"/>
          </a:solidFill>
          <a:ln w="18855">
            <a:solidFill>
              <a:srgbClr val="0D6993"/>
            </a:solidFill>
          </a:ln>
        </p:spPr>
        <p:txBody>
          <a:bodyPr vert="horz" wrap="square" lIns="0" tIns="38660" rIns="0" bIns="0" rtlCol="0">
            <a:spAutoFit/>
          </a:bodyPr>
          <a:lstStyle/>
          <a:p>
            <a:pPr marL="235896" marR="228052" indent="28016">
              <a:lnSpc>
                <a:spcPts val="1500"/>
              </a:lnSpc>
              <a:spcBef>
                <a:spcPts val="304"/>
              </a:spcBef>
            </a:pPr>
            <a:r>
              <a:rPr sz="1324" spc="-13" dirty="0">
                <a:solidFill>
                  <a:srgbClr val="2B2728"/>
                </a:solidFill>
                <a:latin typeface="Calibri"/>
                <a:cs typeface="Calibri"/>
              </a:rPr>
              <a:t>fair </a:t>
            </a:r>
            <a:r>
              <a:rPr sz="1324" spc="-287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9</a:t>
            </a:r>
            <a:r>
              <a:rPr sz="1324" spc="190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39087" y="3749674"/>
            <a:ext cx="675715" cy="472888"/>
            <a:chOff x="3745232" y="4249630"/>
            <a:chExt cx="765810" cy="535940"/>
          </a:xfrm>
        </p:grpSpPr>
        <p:sp>
          <p:nvSpPr>
            <p:cNvPr id="12" name="object 12"/>
            <p:cNvSpPr/>
            <p:nvPr/>
          </p:nvSpPr>
          <p:spPr>
            <a:xfrm>
              <a:off x="3754757" y="4259155"/>
              <a:ext cx="746760" cy="516890"/>
            </a:xfrm>
            <a:custGeom>
              <a:avLst/>
              <a:gdLst/>
              <a:ahLst/>
              <a:cxnLst/>
              <a:rect l="l" t="t" r="r" b="b"/>
              <a:pathLst>
                <a:path w="746760" h="516889">
                  <a:moveTo>
                    <a:pt x="746648" y="0"/>
                  </a:moveTo>
                  <a:lnTo>
                    <a:pt x="0" y="0"/>
                  </a:lnTo>
                  <a:lnTo>
                    <a:pt x="0" y="516314"/>
                  </a:lnTo>
                  <a:lnTo>
                    <a:pt x="746648" y="516314"/>
                  </a:lnTo>
                  <a:lnTo>
                    <a:pt x="746648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3754757" y="4259155"/>
              <a:ext cx="746760" cy="516890"/>
            </a:xfrm>
            <a:custGeom>
              <a:avLst/>
              <a:gdLst/>
              <a:ahLst/>
              <a:cxnLst/>
              <a:rect l="l" t="t" r="r" b="b"/>
              <a:pathLst>
                <a:path w="746760" h="516889">
                  <a:moveTo>
                    <a:pt x="0" y="0"/>
                  </a:moveTo>
                  <a:lnTo>
                    <a:pt x="746648" y="0"/>
                  </a:lnTo>
                  <a:lnTo>
                    <a:pt x="746648" y="516314"/>
                  </a:lnTo>
                  <a:lnTo>
                    <a:pt x="0" y="516314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455810" y="3769897"/>
            <a:ext cx="64265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60813">
              <a:spcBef>
                <a:spcPts val="88"/>
              </a:spcBef>
            </a:pPr>
            <a:r>
              <a:rPr sz="1324" spc="-9" dirty="0">
                <a:solidFill>
                  <a:srgbClr val="2B2728"/>
                </a:solidFill>
                <a:latin typeface="Calibri"/>
                <a:cs typeface="Calibri"/>
              </a:rPr>
              <a:t>poor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55810" y="3960845"/>
            <a:ext cx="64265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38400">
              <a:spcBef>
                <a:spcPts val="88"/>
              </a:spcBef>
            </a:pP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324" spc="216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9622" y="2497807"/>
            <a:ext cx="851087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b="1" spc="-4" dirty="0">
                <a:solidFill>
                  <a:srgbClr val="2B2728"/>
                </a:solidFill>
                <a:latin typeface="Calibri"/>
                <a:cs typeface="Calibri"/>
              </a:rPr>
              <a:t>L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oa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b="1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b="1" spc="-22" dirty="0">
                <a:solidFill>
                  <a:srgbClr val="2B2728"/>
                </a:solidFill>
                <a:latin typeface="Calibri"/>
                <a:cs typeface="Calibri"/>
              </a:rPr>
              <a:t>sta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tus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:</a:t>
            </a:r>
            <a:endParaRPr sz="1324">
              <a:latin typeface="Calibri"/>
              <a:cs typeface="Calibri"/>
            </a:endParaRPr>
          </a:p>
          <a:p>
            <a:pPr marL="11206">
              <a:lnSpc>
                <a:spcPts val="1544"/>
              </a:lnSpc>
            </a:pPr>
            <a:r>
              <a:rPr sz="1324" spc="-18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324" spc="23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008565" y="3230422"/>
            <a:ext cx="1358713" cy="368674"/>
            <a:chOff x="2123973" y="3661145"/>
            <a:chExt cx="1539875" cy="417830"/>
          </a:xfrm>
        </p:grpSpPr>
        <p:sp>
          <p:nvSpPr>
            <p:cNvPr id="18" name="object 18"/>
            <p:cNvSpPr/>
            <p:nvPr/>
          </p:nvSpPr>
          <p:spPr>
            <a:xfrm>
              <a:off x="2133498" y="3670670"/>
              <a:ext cx="1520825" cy="398780"/>
            </a:xfrm>
            <a:custGeom>
              <a:avLst/>
              <a:gdLst/>
              <a:ahLst/>
              <a:cxnLst/>
              <a:rect l="l" t="t" r="r" b="b"/>
              <a:pathLst>
                <a:path w="1520825" h="398779">
                  <a:moveTo>
                    <a:pt x="760136" y="0"/>
                  </a:moveTo>
                  <a:lnTo>
                    <a:pt x="0" y="199092"/>
                  </a:lnTo>
                  <a:lnTo>
                    <a:pt x="760136" y="398184"/>
                  </a:lnTo>
                  <a:lnTo>
                    <a:pt x="1520273" y="199092"/>
                  </a:lnTo>
                  <a:lnTo>
                    <a:pt x="760136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2133498" y="3670670"/>
              <a:ext cx="1520825" cy="398780"/>
            </a:xfrm>
            <a:custGeom>
              <a:avLst/>
              <a:gdLst/>
              <a:ahLst/>
              <a:cxnLst/>
              <a:rect l="l" t="t" r="r" b="b"/>
              <a:pathLst>
                <a:path w="1520825" h="398779">
                  <a:moveTo>
                    <a:pt x="0" y="199092"/>
                  </a:moveTo>
                  <a:lnTo>
                    <a:pt x="760136" y="0"/>
                  </a:lnTo>
                  <a:lnTo>
                    <a:pt x="1520272" y="199092"/>
                  </a:lnTo>
                  <a:lnTo>
                    <a:pt x="760136" y="398184"/>
                  </a:lnTo>
                  <a:lnTo>
                    <a:pt x="0" y="199092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57726" y="3305554"/>
            <a:ext cx="45776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4" dirty="0">
                <a:solidFill>
                  <a:srgbClr val="2B2728"/>
                </a:solidFill>
                <a:latin typeface="Calibri"/>
                <a:cs typeface="Calibri"/>
              </a:rPr>
              <a:t>Credit?</a:t>
            </a:r>
            <a:endParaRPr sz="1147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39048" y="2934332"/>
            <a:ext cx="2746562" cy="1970554"/>
            <a:chOff x="1025188" y="3325576"/>
            <a:chExt cx="3112770" cy="2233295"/>
          </a:xfrm>
        </p:grpSpPr>
        <p:sp>
          <p:nvSpPr>
            <p:cNvPr id="22" name="object 22"/>
            <p:cNvSpPr/>
            <p:nvPr/>
          </p:nvSpPr>
          <p:spPr>
            <a:xfrm>
              <a:off x="1524949" y="3869762"/>
              <a:ext cx="608965" cy="400685"/>
            </a:xfrm>
            <a:custGeom>
              <a:avLst/>
              <a:gdLst/>
              <a:ahLst/>
              <a:cxnLst/>
              <a:rect l="l" t="t" r="r" b="b"/>
              <a:pathLst>
                <a:path w="608964" h="400685">
                  <a:moveTo>
                    <a:pt x="608549" y="0"/>
                  </a:moveTo>
                  <a:lnTo>
                    <a:pt x="0" y="0"/>
                  </a:lnTo>
                  <a:lnTo>
                    <a:pt x="0" y="400311"/>
                  </a:lnTo>
                </a:path>
              </a:pathLst>
            </a:custGeom>
            <a:ln w="18854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3653772" y="3869763"/>
              <a:ext cx="474345" cy="389890"/>
            </a:xfrm>
            <a:custGeom>
              <a:avLst/>
              <a:gdLst/>
              <a:ahLst/>
              <a:cxnLst/>
              <a:rect l="l" t="t" r="r" b="b"/>
              <a:pathLst>
                <a:path w="474345" h="389889">
                  <a:moveTo>
                    <a:pt x="0" y="0"/>
                  </a:moveTo>
                  <a:lnTo>
                    <a:pt x="474309" y="0"/>
                  </a:lnTo>
                  <a:lnTo>
                    <a:pt x="474309" y="389392"/>
                  </a:lnTo>
                </a:path>
              </a:pathLst>
            </a:custGeom>
            <a:ln w="18852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2893635" y="4068855"/>
              <a:ext cx="0" cy="190500"/>
            </a:xfrm>
            <a:custGeom>
              <a:avLst/>
              <a:gdLst/>
              <a:ahLst/>
              <a:cxnLst/>
              <a:rect l="l" t="t" r="r" b="b"/>
              <a:pathLst>
                <a:path h="190500">
                  <a:moveTo>
                    <a:pt x="0" y="0"/>
                  </a:moveTo>
                  <a:lnTo>
                    <a:pt x="0" y="190300"/>
                  </a:lnTo>
                </a:path>
              </a:pathLst>
            </a:custGeom>
            <a:ln w="18838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2849911" y="3325576"/>
              <a:ext cx="87630" cy="345440"/>
            </a:xfrm>
            <a:custGeom>
              <a:avLst/>
              <a:gdLst/>
              <a:ahLst/>
              <a:cxnLst/>
              <a:rect l="l" t="t" r="r" b="b"/>
              <a:pathLst>
                <a:path w="87630" h="345439">
                  <a:moveTo>
                    <a:pt x="10504" y="259066"/>
                  </a:moveTo>
                  <a:lnTo>
                    <a:pt x="1517" y="264314"/>
                  </a:lnTo>
                  <a:lnTo>
                    <a:pt x="0" y="270089"/>
                  </a:lnTo>
                  <a:lnTo>
                    <a:pt x="43724" y="345139"/>
                  </a:lnTo>
                  <a:lnTo>
                    <a:pt x="54629" y="326421"/>
                  </a:lnTo>
                  <a:lnTo>
                    <a:pt x="34305" y="326421"/>
                  </a:lnTo>
                  <a:lnTo>
                    <a:pt x="34305" y="291536"/>
                  </a:lnTo>
                  <a:lnTo>
                    <a:pt x="16272" y="260584"/>
                  </a:lnTo>
                  <a:lnTo>
                    <a:pt x="10504" y="259066"/>
                  </a:lnTo>
                  <a:close/>
                </a:path>
                <a:path w="87630" h="345439">
                  <a:moveTo>
                    <a:pt x="34305" y="291536"/>
                  </a:moveTo>
                  <a:lnTo>
                    <a:pt x="34305" y="326421"/>
                  </a:lnTo>
                  <a:lnTo>
                    <a:pt x="53143" y="326421"/>
                  </a:lnTo>
                  <a:lnTo>
                    <a:pt x="53143" y="321669"/>
                  </a:lnTo>
                  <a:lnTo>
                    <a:pt x="35587" y="321669"/>
                  </a:lnTo>
                  <a:lnTo>
                    <a:pt x="43724" y="307704"/>
                  </a:lnTo>
                  <a:lnTo>
                    <a:pt x="34305" y="291536"/>
                  </a:lnTo>
                  <a:close/>
                </a:path>
                <a:path w="87630" h="345439">
                  <a:moveTo>
                    <a:pt x="76944" y="259066"/>
                  </a:moveTo>
                  <a:lnTo>
                    <a:pt x="71175" y="260584"/>
                  </a:lnTo>
                  <a:lnTo>
                    <a:pt x="53143" y="291536"/>
                  </a:lnTo>
                  <a:lnTo>
                    <a:pt x="53143" y="326421"/>
                  </a:lnTo>
                  <a:lnTo>
                    <a:pt x="54629" y="326421"/>
                  </a:lnTo>
                  <a:lnTo>
                    <a:pt x="87448" y="270089"/>
                  </a:lnTo>
                  <a:lnTo>
                    <a:pt x="85930" y="264314"/>
                  </a:lnTo>
                  <a:lnTo>
                    <a:pt x="76944" y="259066"/>
                  </a:lnTo>
                  <a:close/>
                </a:path>
                <a:path w="87630" h="345439">
                  <a:moveTo>
                    <a:pt x="43724" y="307704"/>
                  </a:moveTo>
                  <a:lnTo>
                    <a:pt x="35587" y="321669"/>
                  </a:lnTo>
                  <a:lnTo>
                    <a:pt x="51860" y="321669"/>
                  </a:lnTo>
                  <a:lnTo>
                    <a:pt x="43724" y="307704"/>
                  </a:lnTo>
                  <a:close/>
                </a:path>
                <a:path w="87630" h="345439">
                  <a:moveTo>
                    <a:pt x="53143" y="291536"/>
                  </a:moveTo>
                  <a:lnTo>
                    <a:pt x="43724" y="307704"/>
                  </a:lnTo>
                  <a:lnTo>
                    <a:pt x="51860" y="321669"/>
                  </a:lnTo>
                  <a:lnTo>
                    <a:pt x="53143" y="321669"/>
                  </a:lnTo>
                  <a:lnTo>
                    <a:pt x="53143" y="291536"/>
                  </a:lnTo>
                  <a:close/>
                </a:path>
                <a:path w="87630" h="345439">
                  <a:moveTo>
                    <a:pt x="53143" y="0"/>
                  </a:moveTo>
                  <a:lnTo>
                    <a:pt x="34303" y="0"/>
                  </a:lnTo>
                  <a:lnTo>
                    <a:pt x="34305" y="291536"/>
                  </a:lnTo>
                  <a:lnTo>
                    <a:pt x="43724" y="307704"/>
                  </a:lnTo>
                  <a:lnTo>
                    <a:pt x="53143" y="291536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0208" y="4768596"/>
              <a:ext cx="228600" cy="49682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481226" y="4785496"/>
              <a:ext cx="87630" cy="349250"/>
            </a:xfrm>
            <a:custGeom>
              <a:avLst/>
              <a:gdLst/>
              <a:ahLst/>
              <a:cxnLst/>
              <a:rect l="l" t="t" r="r" b="b"/>
              <a:pathLst>
                <a:path w="87630" h="349250">
                  <a:moveTo>
                    <a:pt x="10504" y="262652"/>
                  </a:moveTo>
                  <a:lnTo>
                    <a:pt x="1517" y="267901"/>
                  </a:lnTo>
                  <a:lnTo>
                    <a:pt x="0" y="273676"/>
                  </a:lnTo>
                  <a:lnTo>
                    <a:pt x="43723" y="348725"/>
                  </a:lnTo>
                  <a:lnTo>
                    <a:pt x="54627" y="330009"/>
                  </a:lnTo>
                  <a:lnTo>
                    <a:pt x="34305" y="330009"/>
                  </a:lnTo>
                  <a:lnTo>
                    <a:pt x="34304" y="295124"/>
                  </a:lnTo>
                  <a:lnTo>
                    <a:pt x="16271" y="264172"/>
                  </a:lnTo>
                  <a:lnTo>
                    <a:pt x="10504" y="262652"/>
                  </a:lnTo>
                  <a:close/>
                </a:path>
                <a:path w="87630" h="349250">
                  <a:moveTo>
                    <a:pt x="34305" y="295125"/>
                  </a:moveTo>
                  <a:lnTo>
                    <a:pt x="34305" y="330009"/>
                  </a:lnTo>
                  <a:lnTo>
                    <a:pt x="53143" y="330009"/>
                  </a:lnTo>
                  <a:lnTo>
                    <a:pt x="53143" y="325257"/>
                  </a:lnTo>
                  <a:lnTo>
                    <a:pt x="35587" y="325257"/>
                  </a:lnTo>
                  <a:lnTo>
                    <a:pt x="43724" y="311292"/>
                  </a:lnTo>
                  <a:lnTo>
                    <a:pt x="34305" y="295125"/>
                  </a:lnTo>
                  <a:close/>
                </a:path>
                <a:path w="87630" h="349250">
                  <a:moveTo>
                    <a:pt x="76942" y="262652"/>
                  </a:moveTo>
                  <a:lnTo>
                    <a:pt x="71175" y="264172"/>
                  </a:lnTo>
                  <a:lnTo>
                    <a:pt x="53143" y="295124"/>
                  </a:lnTo>
                  <a:lnTo>
                    <a:pt x="53143" y="330009"/>
                  </a:lnTo>
                  <a:lnTo>
                    <a:pt x="54627" y="330009"/>
                  </a:lnTo>
                  <a:lnTo>
                    <a:pt x="87448" y="273676"/>
                  </a:lnTo>
                  <a:lnTo>
                    <a:pt x="85930" y="267901"/>
                  </a:lnTo>
                  <a:lnTo>
                    <a:pt x="76942" y="262652"/>
                  </a:lnTo>
                  <a:close/>
                </a:path>
                <a:path w="87630" h="349250">
                  <a:moveTo>
                    <a:pt x="43724" y="311292"/>
                  </a:moveTo>
                  <a:lnTo>
                    <a:pt x="35587" y="325257"/>
                  </a:lnTo>
                  <a:lnTo>
                    <a:pt x="51860" y="325257"/>
                  </a:lnTo>
                  <a:lnTo>
                    <a:pt x="43724" y="311292"/>
                  </a:lnTo>
                  <a:close/>
                </a:path>
                <a:path w="87630" h="349250">
                  <a:moveTo>
                    <a:pt x="53143" y="295124"/>
                  </a:moveTo>
                  <a:lnTo>
                    <a:pt x="43724" y="311292"/>
                  </a:lnTo>
                  <a:lnTo>
                    <a:pt x="51860" y="325257"/>
                  </a:lnTo>
                  <a:lnTo>
                    <a:pt x="53143" y="325257"/>
                  </a:lnTo>
                  <a:lnTo>
                    <a:pt x="53143" y="295124"/>
                  </a:lnTo>
                  <a:close/>
                </a:path>
                <a:path w="87630" h="349250">
                  <a:moveTo>
                    <a:pt x="53141" y="0"/>
                  </a:moveTo>
                  <a:lnTo>
                    <a:pt x="34303" y="0"/>
                  </a:lnTo>
                  <a:lnTo>
                    <a:pt x="34305" y="295125"/>
                  </a:lnTo>
                  <a:lnTo>
                    <a:pt x="43724" y="311292"/>
                  </a:lnTo>
                  <a:lnTo>
                    <a:pt x="53142" y="295125"/>
                  </a:lnTo>
                  <a:lnTo>
                    <a:pt x="53141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1034713" y="5131173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771829" y="0"/>
                  </a:moveTo>
                  <a:lnTo>
                    <a:pt x="208641" y="0"/>
                  </a:lnTo>
                  <a:lnTo>
                    <a:pt x="160802" y="5517"/>
                  </a:lnTo>
                  <a:lnTo>
                    <a:pt x="116886" y="21233"/>
                  </a:lnTo>
                  <a:lnTo>
                    <a:pt x="78147" y="45893"/>
                  </a:lnTo>
                  <a:lnTo>
                    <a:pt x="45836" y="78244"/>
                  </a:lnTo>
                  <a:lnTo>
                    <a:pt x="21206" y="117032"/>
                  </a:lnTo>
                  <a:lnTo>
                    <a:pt x="5510" y="161003"/>
                  </a:lnTo>
                  <a:lnTo>
                    <a:pt x="0" y="208903"/>
                  </a:lnTo>
                  <a:lnTo>
                    <a:pt x="5510" y="256802"/>
                  </a:lnTo>
                  <a:lnTo>
                    <a:pt x="21206" y="300773"/>
                  </a:lnTo>
                  <a:lnTo>
                    <a:pt x="45836" y="339561"/>
                  </a:lnTo>
                  <a:lnTo>
                    <a:pt x="78147" y="371912"/>
                  </a:lnTo>
                  <a:lnTo>
                    <a:pt x="116886" y="396572"/>
                  </a:lnTo>
                  <a:lnTo>
                    <a:pt x="160802" y="412288"/>
                  </a:lnTo>
                  <a:lnTo>
                    <a:pt x="208641" y="417805"/>
                  </a:lnTo>
                  <a:lnTo>
                    <a:pt x="771829" y="417805"/>
                  </a:lnTo>
                  <a:lnTo>
                    <a:pt x="819669" y="412288"/>
                  </a:lnTo>
                  <a:lnTo>
                    <a:pt x="863584" y="396572"/>
                  </a:lnTo>
                  <a:lnTo>
                    <a:pt x="902324" y="371912"/>
                  </a:lnTo>
                  <a:lnTo>
                    <a:pt x="934635" y="339561"/>
                  </a:lnTo>
                  <a:lnTo>
                    <a:pt x="959264" y="300773"/>
                  </a:lnTo>
                  <a:lnTo>
                    <a:pt x="974960" y="256802"/>
                  </a:lnTo>
                  <a:lnTo>
                    <a:pt x="980471" y="208903"/>
                  </a:lnTo>
                  <a:lnTo>
                    <a:pt x="974960" y="161003"/>
                  </a:lnTo>
                  <a:lnTo>
                    <a:pt x="959264" y="117032"/>
                  </a:lnTo>
                  <a:lnTo>
                    <a:pt x="934635" y="78244"/>
                  </a:lnTo>
                  <a:lnTo>
                    <a:pt x="902324" y="45893"/>
                  </a:lnTo>
                  <a:lnTo>
                    <a:pt x="863584" y="21233"/>
                  </a:lnTo>
                  <a:lnTo>
                    <a:pt x="819669" y="5517"/>
                  </a:lnTo>
                  <a:lnTo>
                    <a:pt x="771829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1034713" y="5131173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0" y="208902"/>
                  </a:moveTo>
                  <a:lnTo>
                    <a:pt x="5510" y="161003"/>
                  </a:lnTo>
                  <a:lnTo>
                    <a:pt x="21206" y="117032"/>
                  </a:lnTo>
                  <a:lnTo>
                    <a:pt x="45836" y="78244"/>
                  </a:lnTo>
                  <a:lnTo>
                    <a:pt x="78146" y="45893"/>
                  </a:lnTo>
                  <a:lnTo>
                    <a:pt x="116886" y="21233"/>
                  </a:lnTo>
                  <a:lnTo>
                    <a:pt x="160802" y="5517"/>
                  </a:lnTo>
                  <a:lnTo>
                    <a:pt x="208641" y="0"/>
                  </a:lnTo>
                  <a:lnTo>
                    <a:pt x="771829" y="0"/>
                  </a:lnTo>
                  <a:lnTo>
                    <a:pt x="819669" y="5517"/>
                  </a:lnTo>
                  <a:lnTo>
                    <a:pt x="863584" y="21233"/>
                  </a:lnTo>
                  <a:lnTo>
                    <a:pt x="902324" y="45893"/>
                  </a:lnTo>
                  <a:lnTo>
                    <a:pt x="934635" y="78244"/>
                  </a:lnTo>
                  <a:lnTo>
                    <a:pt x="959264" y="117032"/>
                  </a:lnTo>
                  <a:lnTo>
                    <a:pt x="974961" y="161003"/>
                  </a:lnTo>
                  <a:lnTo>
                    <a:pt x="980471" y="208902"/>
                  </a:lnTo>
                  <a:lnTo>
                    <a:pt x="974961" y="256801"/>
                  </a:lnTo>
                  <a:lnTo>
                    <a:pt x="959264" y="300772"/>
                  </a:lnTo>
                  <a:lnTo>
                    <a:pt x="934635" y="339560"/>
                  </a:lnTo>
                  <a:lnTo>
                    <a:pt x="902324" y="371911"/>
                  </a:lnTo>
                  <a:lnTo>
                    <a:pt x="863584" y="396571"/>
                  </a:lnTo>
                  <a:lnTo>
                    <a:pt x="819669" y="412287"/>
                  </a:lnTo>
                  <a:lnTo>
                    <a:pt x="771829" y="417804"/>
                  </a:lnTo>
                  <a:lnTo>
                    <a:pt x="208641" y="417804"/>
                  </a:lnTo>
                  <a:lnTo>
                    <a:pt x="160802" y="412287"/>
                  </a:lnTo>
                  <a:lnTo>
                    <a:pt x="116886" y="396571"/>
                  </a:lnTo>
                  <a:lnTo>
                    <a:pt x="78146" y="371911"/>
                  </a:lnTo>
                  <a:lnTo>
                    <a:pt x="45836" y="339560"/>
                  </a:lnTo>
                  <a:lnTo>
                    <a:pt x="21206" y="300772"/>
                  </a:lnTo>
                  <a:lnTo>
                    <a:pt x="5510" y="256801"/>
                  </a:lnTo>
                  <a:lnTo>
                    <a:pt x="0" y="208902"/>
                  </a:lnTo>
                  <a:close/>
                </a:path>
              </a:pathLst>
            </a:custGeom>
            <a:ln w="18858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/>
          <p:nvPr/>
        </p:nvSpPr>
        <p:spPr>
          <a:xfrm>
            <a:off x="1439498" y="4966594"/>
            <a:ext cx="81243" cy="323850"/>
          </a:xfrm>
          <a:custGeom>
            <a:avLst/>
            <a:gdLst/>
            <a:ahLst/>
            <a:cxnLst/>
            <a:rect l="l" t="t" r="r" b="b"/>
            <a:pathLst>
              <a:path w="92075" h="367029">
                <a:moveTo>
                  <a:pt x="61224" y="76626"/>
                </a:moveTo>
                <a:lnTo>
                  <a:pt x="30612" y="76626"/>
                </a:lnTo>
                <a:lnTo>
                  <a:pt x="30612" y="366751"/>
                </a:lnTo>
                <a:lnTo>
                  <a:pt x="61224" y="366751"/>
                </a:lnTo>
                <a:lnTo>
                  <a:pt x="61224" y="76626"/>
                </a:lnTo>
                <a:close/>
              </a:path>
              <a:path w="92075" h="367029">
                <a:moveTo>
                  <a:pt x="45918" y="0"/>
                </a:moveTo>
                <a:lnTo>
                  <a:pt x="0" y="91951"/>
                </a:lnTo>
                <a:lnTo>
                  <a:pt x="30612" y="91951"/>
                </a:lnTo>
                <a:lnTo>
                  <a:pt x="30612" y="76626"/>
                </a:lnTo>
                <a:lnTo>
                  <a:pt x="84183" y="76626"/>
                </a:lnTo>
                <a:lnTo>
                  <a:pt x="45918" y="0"/>
                </a:lnTo>
                <a:close/>
              </a:path>
              <a:path w="92075" h="367029">
                <a:moveTo>
                  <a:pt x="84183" y="76626"/>
                </a:moveTo>
                <a:lnTo>
                  <a:pt x="61224" y="76626"/>
                </a:lnTo>
                <a:lnTo>
                  <a:pt x="61224" y="91951"/>
                </a:lnTo>
                <a:lnTo>
                  <a:pt x="91836" y="91951"/>
                </a:lnTo>
                <a:lnTo>
                  <a:pt x="84183" y="76626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 txBox="1"/>
          <p:nvPr/>
        </p:nvSpPr>
        <p:spPr>
          <a:xfrm>
            <a:off x="1064117" y="5286726"/>
            <a:ext cx="748553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0</a:t>
            </a:r>
            <a:r>
              <a:rPr sz="1324" b="1" spc="-6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b="1" spc="-18" dirty="0">
                <a:solidFill>
                  <a:srgbClr val="2B2728"/>
                </a:solidFill>
                <a:latin typeface="Calibri"/>
                <a:cs typeface="Calibri"/>
              </a:rPr>
              <a:t>mistakes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60831" y="5286726"/>
            <a:ext cx="748553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4</a:t>
            </a:r>
            <a:r>
              <a:rPr sz="1324" b="1" spc="-6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b="1" spc="-18" dirty="0">
                <a:solidFill>
                  <a:srgbClr val="2B2728"/>
                </a:solidFill>
                <a:latin typeface="Calibri"/>
                <a:cs typeface="Calibri"/>
              </a:rPr>
              <a:t>mistakes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56646" y="5286726"/>
            <a:ext cx="748553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4</a:t>
            </a:r>
            <a:r>
              <a:rPr sz="1324" b="1" spc="-6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b="1" spc="-18" dirty="0">
                <a:solidFill>
                  <a:srgbClr val="2B2728"/>
                </a:solidFill>
                <a:latin typeface="Calibri"/>
                <a:cs typeface="Calibri"/>
              </a:rPr>
              <a:t>mistakes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25921" y="4595546"/>
            <a:ext cx="308722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324" spc="-13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24" spc="-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32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246715" y="4521753"/>
            <a:ext cx="882463" cy="385482"/>
            <a:chOff x="2393876" y="5124653"/>
            <a:chExt cx="1000125" cy="436880"/>
          </a:xfrm>
        </p:grpSpPr>
        <p:sp>
          <p:nvSpPr>
            <p:cNvPr id="36" name="object 36"/>
            <p:cNvSpPr/>
            <p:nvPr/>
          </p:nvSpPr>
          <p:spPr>
            <a:xfrm>
              <a:off x="2403401" y="5134178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771829" y="0"/>
                  </a:moveTo>
                  <a:lnTo>
                    <a:pt x="208641" y="0"/>
                  </a:lnTo>
                  <a:lnTo>
                    <a:pt x="160802" y="5517"/>
                  </a:lnTo>
                  <a:lnTo>
                    <a:pt x="116886" y="21233"/>
                  </a:lnTo>
                  <a:lnTo>
                    <a:pt x="78147" y="45893"/>
                  </a:lnTo>
                  <a:lnTo>
                    <a:pt x="45836" y="78244"/>
                  </a:lnTo>
                  <a:lnTo>
                    <a:pt x="21206" y="117032"/>
                  </a:lnTo>
                  <a:lnTo>
                    <a:pt x="5510" y="161003"/>
                  </a:lnTo>
                  <a:lnTo>
                    <a:pt x="0" y="208902"/>
                  </a:lnTo>
                  <a:lnTo>
                    <a:pt x="5510" y="256801"/>
                  </a:lnTo>
                  <a:lnTo>
                    <a:pt x="21206" y="300772"/>
                  </a:lnTo>
                  <a:lnTo>
                    <a:pt x="45836" y="339559"/>
                  </a:lnTo>
                  <a:lnTo>
                    <a:pt x="78147" y="371910"/>
                  </a:lnTo>
                  <a:lnTo>
                    <a:pt x="116886" y="396571"/>
                  </a:lnTo>
                  <a:lnTo>
                    <a:pt x="160802" y="412287"/>
                  </a:lnTo>
                  <a:lnTo>
                    <a:pt x="208641" y="417804"/>
                  </a:lnTo>
                  <a:lnTo>
                    <a:pt x="771829" y="417804"/>
                  </a:lnTo>
                  <a:lnTo>
                    <a:pt x="819669" y="412287"/>
                  </a:lnTo>
                  <a:lnTo>
                    <a:pt x="863585" y="396571"/>
                  </a:lnTo>
                  <a:lnTo>
                    <a:pt x="902324" y="371910"/>
                  </a:lnTo>
                  <a:lnTo>
                    <a:pt x="934635" y="339559"/>
                  </a:lnTo>
                  <a:lnTo>
                    <a:pt x="959265" y="300772"/>
                  </a:lnTo>
                  <a:lnTo>
                    <a:pt x="974961" y="256801"/>
                  </a:lnTo>
                  <a:lnTo>
                    <a:pt x="980471" y="208902"/>
                  </a:lnTo>
                  <a:lnTo>
                    <a:pt x="974961" y="161003"/>
                  </a:lnTo>
                  <a:lnTo>
                    <a:pt x="959265" y="117032"/>
                  </a:lnTo>
                  <a:lnTo>
                    <a:pt x="934635" y="78244"/>
                  </a:lnTo>
                  <a:lnTo>
                    <a:pt x="902324" y="45893"/>
                  </a:lnTo>
                  <a:lnTo>
                    <a:pt x="863585" y="21233"/>
                  </a:lnTo>
                  <a:lnTo>
                    <a:pt x="819669" y="5517"/>
                  </a:lnTo>
                  <a:lnTo>
                    <a:pt x="771829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2403401" y="5134178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0" y="208902"/>
                  </a:moveTo>
                  <a:lnTo>
                    <a:pt x="5510" y="161003"/>
                  </a:lnTo>
                  <a:lnTo>
                    <a:pt x="21206" y="117032"/>
                  </a:lnTo>
                  <a:lnTo>
                    <a:pt x="45836" y="78244"/>
                  </a:lnTo>
                  <a:lnTo>
                    <a:pt x="78146" y="45893"/>
                  </a:lnTo>
                  <a:lnTo>
                    <a:pt x="116886" y="21233"/>
                  </a:lnTo>
                  <a:lnTo>
                    <a:pt x="160802" y="5517"/>
                  </a:lnTo>
                  <a:lnTo>
                    <a:pt x="208641" y="0"/>
                  </a:lnTo>
                  <a:lnTo>
                    <a:pt x="771829" y="0"/>
                  </a:lnTo>
                  <a:lnTo>
                    <a:pt x="819669" y="5517"/>
                  </a:lnTo>
                  <a:lnTo>
                    <a:pt x="863584" y="21233"/>
                  </a:lnTo>
                  <a:lnTo>
                    <a:pt x="902324" y="45893"/>
                  </a:lnTo>
                  <a:lnTo>
                    <a:pt x="934635" y="78244"/>
                  </a:lnTo>
                  <a:lnTo>
                    <a:pt x="959264" y="117032"/>
                  </a:lnTo>
                  <a:lnTo>
                    <a:pt x="974961" y="161003"/>
                  </a:lnTo>
                  <a:lnTo>
                    <a:pt x="980471" y="208902"/>
                  </a:lnTo>
                  <a:lnTo>
                    <a:pt x="974961" y="256801"/>
                  </a:lnTo>
                  <a:lnTo>
                    <a:pt x="959264" y="300772"/>
                  </a:lnTo>
                  <a:lnTo>
                    <a:pt x="934635" y="339560"/>
                  </a:lnTo>
                  <a:lnTo>
                    <a:pt x="902324" y="371911"/>
                  </a:lnTo>
                  <a:lnTo>
                    <a:pt x="863584" y="396571"/>
                  </a:lnTo>
                  <a:lnTo>
                    <a:pt x="819669" y="412287"/>
                  </a:lnTo>
                  <a:lnTo>
                    <a:pt x="771829" y="417804"/>
                  </a:lnTo>
                  <a:lnTo>
                    <a:pt x="208641" y="417804"/>
                  </a:lnTo>
                  <a:lnTo>
                    <a:pt x="160802" y="412287"/>
                  </a:lnTo>
                  <a:lnTo>
                    <a:pt x="116886" y="396571"/>
                  </a:lnTo>
                  <a:lnTo>
                    <a:pt x="78146" y="371911"/>
                  </a:lnTo>
                  <a:lnTo>
                    <a:pt x="45836" y="339560"/>
                  </a:lnTo>
                  <a:lnTo>
                    <a:pt x="21206" y="300772"/>
                  </a:lnTo>
                  <a:lnTo>
                    <a:pt x="5510" y="256801"/>
                  </a:lnTo>
                  <a:lnTo>
                    <a:pt x="0" y="208902"/>
                  </a:lnTo>
                  <a:close/>
                </a:path>
              </a:pathLst>
            </a:custGeom>
            <a:ln w="18858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533586" y="4598237"/>
            <a:ext cx="308722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324" spc="-13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24" spc="-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32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586317" y="4207585"/>
            <a:ext cx="1614768" cy="697006"/>
            <a:chOff x="2778760" y="4768596"/>
            <a:chExt cx="1830070" cy="789940"/>
          </a:xfrm>
        </p:grpSpPr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8760" y="4768596"/>
              <a:ext cx="228600" cy="49682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849911" y="4785496"/>
              <a:ext cx="87630" cy="349250"/>
            </a:xfrm>
            <a:custGeom>
              <a:avLst/>
              <a:gdLst/>
              <a:ahLst/>
              <a:cxnLst/>
              <a:rect l="l" t="t" r="r" b="b"/>
              <a:pathLst>
                <a:path w="87630" h="349250">
                  <a:moveTo>
                    <a:pt x="10505" y="262652"/>
                  </a:moveTo>
                  <a:lnTo>
                    <a:pt x="1517" y="267901"/>
                  </a:lnTo>
                  <a:lnTo>
                    <a:pt x="0" y="273676"/>
                  </a:lnTo>
                  <a:lnTo>
                    <a:pt x="43724" y="348725"/>
                  </a:lnTo>
                  <a:lnTo>
                    <a:pt x="54628" y="330009"/>
                  </a:lnTo>
                  <a:lnTo>
                    <a:pt x="34305" y="330009"/>
                  </a:lnTo>
                  <a:lnTo>
                    <a:pt x="34305" y="295124"/>
                  </a:lnTo>
                  <a:lnTo>
                    <a:pt x="16267" y="264171"/>
                  </a:lnTo>
                  <a:lnTo>
                    <a:pt x="10505" y="262652"/>
                  </a:lnTo>
                  <a:close/>
                </a:path>
                <a:path w="87630" h="349250">
                  <a:moveTo>
                    <a:pt x="34305" y="295124"/>
                  </a:moveTo>
                  <a:lnTo>
                    <a:pt x="34305" y="330009"/>
                  </a:lnTo>
                  <a:lnTo>
                    <a:pt x="53144" y="330009"/>
                  </a:lnTo>
                  <a:lnTo>
                    <a:pt x="53144" y="325257"/>
                  </a:lnTo>
                  <a:lnTo>
                    <a:pt x="35589" y="325257"/>
                  </a:lnTo>
                  <a:lnTo>
                    <a:pt x="43724" y="311292"/>
                  </a:lnTo>
                  <a:lnTo>
                    <a:pt x="34305" y="295124"/>
                  </a:lnTo>
                  <a:close/>
                </a:path>
                <a:path w="87630" h="349250">
                  <a:moveTo>
                    <a:pt x="76944" y="262652"/>
                  </a:moveTo>
                  <a:lnTo>
                    <a:pt x="71176" y="264172"/>
                  </a:lnTo>
                  <a:lnTo>
                    <a:pt x="53144" y="295124"/>
                  </a:lnTo>
                  <a:lnTo>
                    <a:pt x="53144" y="330009"/>
                  </a:lnTo>
                  <a:lnTo>
                    <a:pt x="54628" y="330009"/>
                  </a:lnTo>
                  <a:lnTo>
                    <a:pt x="87449" y="273676"/>
                  </a:lnTo>
                  <a:lnTo>
                    <a:pt x="85930" y="267901"/>
                  </a:lnTo>
                  <a:lnTo>
                    <a:pt x="76944" y="262652"/>
                  </a:lnTo>
                  <a:close/>
                </a:path>
                <a:path w="87630" h="349250">
                  <a:moveTo>
                    <a:pt x="43724" y="311292"/>
                  </a:moveTo>
                  <a:lnTo>
                    <a:pt x="35589" y="325257"/>
                  </a:lnTo>
                  <a:lnTo>
                    <a:pt x="51860" y="325257"/>
                  </a:lnTo>
                  <a:lnTo>
                    <a:pt x="43724" y="311292"/>
                  </a:lnTo>
                  <a:close/>
                </a:path>
                <a:path w="87630" h="349250">
                  <a:moveTo>
                    <a:pt x="53144" y="295124"/>
                  </a:moveTo>
                  <a:lnTo>
                    <a:pt x="43724" y="311292"/>
                  </a:lnTo>
                  <a:lnTo>
                    <a:pt x="51860" y="325257"/>
                  </a:lnTo>
                  <a:lnTo>
                    <a:pt x="53144" y="325257"/>
                  </a:lnTo>
                  <a:lnTo>
                    <a:pt x="53144" y="295124"/>
                  </a:lnTo>
                  <a:close/>
                </a:path>
                <a:path w="87630" h="349250">
                  <a:moveTo>
                    <a:pt x="53143" y="0"/>
                  </a:moveTo>
                  <a:lnTo>
                    <a:pt x="34303" y="0"/>
                  </a:lnTo>
                  <a:lnTo>
                    <a:pt x="34305" y="295124"/>
                  </a:lnTo>
                  <a:lnTo>
                    <a:pt x="43724" y="311292"/>
                  </a:lnTo>
                  <a:lnTo>
                    <a:pt x="53144" y="295124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3679905" y="5131173"/>
              <a:ext cx="919480" cy="417830"/>
            </a:xfrm>
            <a:custGeom>
              <a:avLst/>
              <a:gdLst/>
              <a:ahLst/>
              <a:cxnLst/>
              <a:rect l="l" t="t" r="r" b="b"/>
              <a:pathLst>
                <a:path w="919479" h="417829">
                  <a:moveTo>
                    <a:pt x="710664" y="0"/>
                  </a:moveTo>
                  <a:lnTo>
                    <a:pt x="208640" y="0"/>
                  </a:lnTo>
                  <a:lnTo>
                    <a:pt x="160801" y="5517"/>
                  </a:lnTo>
                  <a:lnTo>
                    <a:pt x="116886" y="21233"/>
                  </a:lnTo>
                  <a:lnTo>
                    <a:pt x="78146" y="45893"/>
                  </a:lnTo>
                  <a:lnTo>
                    <a:pt x="45836" y="78244"/>
                  </a:lnTo>
                  <a:lnTo>
                    <a:pt x="21206" y="117032"/>
                  </a:lnTo>
                  <a:lnTo>
                    <a:pt x="5510" y="161003"/>
                  </a:lnTo>
                  <a:lnTo>
                    <a:pt x="0" y="208902"/>
                  </a:lnTo>
                  <a:lnTo>
                    <a:pt x="5510" y="256801"/>
                  </a:lnTo>
                  <a:lnTo>
                    <a:pt x="21206" y="300772"/>
                  </a:lnTo>
                  <a:lnTo>
                    <a:pt x="45836" y="339559"/>
                  </a:lnTo>
                  <a:lnTo>
                    <a:pt x="78146" y="371910"/>
                  </a:lnTo>
                  <a:lnTo>
                    <a:pt x="116886" y="396571"/>
                  </a:lnTo>
                  <a:lnTo>
                    <a:pt x="160801" y="412287"/>
                  </a:lnTo>
                  <a:lnTo>
                    <a:pt x="208640" y="417804"/>
                  </a:lnTo>
                  <a:lnTo>
                    <a:pt x="710664" y="417804"/>
                  </a:lnTo>
                  <a:lnTo>
                    <a:pt x="758503" y="412287"/>
                  </a:lnTo>
                  <a:lnTo>
                    <a:pt x="802419" y="396571"/>
                  </a:lnTo>
                  <a:lnTo>
                    <a:pt x="841158" y="371910"/>
                  </a:lnTo>
                  <a:lnTo>
                    <a:pt x="873469" y="339559"/>
                  </a:lnTo>
                  <a:lnTo>
                    <a:pt x="898099" y="300772"/>
                  </a:lnTo>
                  <a:lnTo>
                    <a:pt x="913795" y="256801"/>
                  </a:lnTo>
                  <a:lnTo>
                    <a:pt x="919306" y="208902"/>
                  </a:lnTo>
                  <a:lnTo>
                    <a:pt x="913795" y="161003"/>
                  </a:lnTo>
                  <a:lnTo>
                    <a:pt x="898099" y="117032"/>
                  </a:lnTo>
                  <a:lnTo>
                    <a:pt x="873469" y="78244"/>
                  </a:lnTo>
                  <a:lnTo>
                    <a:pt x="841158" y="45893"/>
                  </a:lnTo>
                  <a:lnTo>
                    <a:pt x="802419" y="21233"/>
                  </a:lnTo>
                  <a:lnTo>
                    <a:pt x="758503" y="5517"/>
                  </a:lnTo>
                  <a:lnTo>
                    <a:pt x="710664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3679905" y="5131173"/>
              <a:ext cx="919480" cy="417830"/>
            </a:xfrm>
            <a:custGeom>
              <a:avLst/>
              <a:gdLst/>
              <a:ahLst/>
              <a:cxnLst/>
              <a:rect l="l" t="t" r="r" b="b"/>
              <a:pathLst>
                <a:path w="919479" h="417829">
                  <a:moveTo>
                    <a:pt x="0" y="208901"/>
                  </a:moveTo>
                  <a:lnTo>
                    <a:pt x="5510" y="161002"/>
                  </a:lnTo>
                  <a:lnTo>
                    <a:pt x="21206" y="117032"/>
                  </a:lnTo>
                  <a:lnTo>
                    <a:pt x="45836" y="78244"/>
                  </a:lnTo>
                  <a:lnTo>
                    <a:pt x="78146" y="45893"/>
                  </a:lnTo>
                  <a:lnTo>
                    <a:pt x="116886" y="21233"/>
                  </a:lnTo>
                  <a:lnTo>
                    <a:pt x="160801" y="5517"/>
                  </a:lnTo>
                  <a:lnTo>
                    <a:pt x="208641" y="0"/>
                  </a:lnTo>
                  <a:lnTo>
                    <a:pt x="710664" y="0"/>
                  </a:lnTo>
                  <a:lnTo>
                    <a:pt x="758503" y="5517"/>
                  </a:lnTo>
                  <a:lnTo>
                    <a:pt x="802419" y="21233"/>
                  </a:lnTo>
                  <a:lnTo>
                    <a:pt x="841158" y="45893"/>
                  </a:lnTo>
                  <a:lnTo>
                    <a:pt x="873469" y="78244"/>
                  </a:lnTo>
                  <a:lnTo>
                    <a:pt x="898098" y="117032"/>
                  </a:lnTo>
                  <a:lnTo>
                    <a:pt x="913795" y="161002"/>
                  </a:lnTo>
                  <a:lnTo>
                    <a:pt x="919305" y="208901"/>
                  </a:lnTo>
                  <a:lnTo>
                    <a:pt x="913795" y="256801"/>
                  </a:lnTo>
                  <a:lnTo>
                    <a:pt x="898098" y="300771"/>
                  </a:lnTo>
                  <a:lnTo>
                    <a:pt x="873469" y="339559"/>
                  </a:lnTo>
                  <a:lnTo>
                    <a:pt x="841158" y="371910"/>
                  </a:lnTo>
                  <a:lnTo>
                    <a:pt x="802419" y="396570"/>
                  </a:lnTo>
                  <a:lnTo>
                    <a:pt x="758503" y="412286"/>
                  </a:lnTo>
                  <a:lnTo>
                    <a:pt x="710664" y="417803"/>
                  </a:lnTo>
                  <a:lnTo>
                    <a:pt x="208641" y="417803"/>
                  </a:lnTo>
                  <a:lnTo>
                    <a:pt x="160801" y="412286"/>
                  </a:lnTo>
                  <a:lnTo>
                    <a:pt x="116886" y="396570"/>
                  </a:lnTo>
                  <a:lnTo>
                    <a:pt x="78146" y="371910"/>
                  </a:lnTo>
                  <a:lnTo>
                    <a:pt x="45836" y="339559"/>
                  </a:lnTo>
                  <a:lnTo>
                    <a:pt x="21206" y="300771"/>
                  </a:lnTo>
                  <a:lnTo>
                    <a:pt x="5510" y="256801"/>
                  </a:lnTo>
                  <a:lnTo>
                    <a:pt x="0" y="208901"/>
                  </a:lnTo>
                  <a:close/>
                </a:path>
              </a:pathLst>
            </a:custGeom>
            <a:ln w="18857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603362" y="4595546"/>
            <a:ext cx="369234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9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324" spc="-4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324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686286" y="4199516"/>
            <a:ext cx="201706" cy="443753"/>
            <a:chOff x="4025391" y="4759452"/>
            <a:chExt cx="228600" cy="502920"/>
          </a:xfrm>
        </p:grpSpPr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25391" y="4759452"/>
              <a:ext cx="228600" cy="50291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093437" y="4775165"/>
              <a:ext cx="87630" cy="356235"/>
            </a:xfrm>
            <a:custGeom>
              <a:avLst/>
              <a:gdLst/>
              <a:ahLst/>
              <a:cxnLst/>
              <a:rect l="l" t="t" r="r" b="b"/>
              <a:pathLst>
                <a:path w="87629" h="356235">
                  <a:moveTo>
                    <a:pt x="10143" y="271098"/>
                  </a:moveTo>
                  <a:lnTo>
                    <a:pt x="1330" y="276633"/>
                  </a:lnTo>
                  <a:lnTo>
                    <a:pt x="0" y="282455"/>
                  </a:lnTo>
                  <a:lnTo>
                    <a:pt x="46122" y="356052"/>
                  </a:lnTo>
                  <a:lnTo>
                    <a:pt x="56063" y="337648"/>
                  </a:lnTo>
                  <a:lnTo>
                    <a:pt x="36104" y="337648"/>
                  </a:lnTo>
                  <a:lnTo>
                    <a:pt x="34979" y="302783"/>
                  </a:lnTo>
                  <a:lnTo>
                    <a:pt x="15957" y="272430"/>
                  </a:lnTo>
                  <a:lnTo>
                    <a:pt x="10143" y="271098"/>
                  </a:lnTo>
                  <a:close/>
                </a:path>
                <a:path w="87629" h="356235">
                  <a:moveTo>
                    <a:pt x="34979" y="302783"/>
                  </a:moveTo>
                  <a:lnTo>
                    <a:pt x="36104" y="337648"/>
                  </a:lnTo>
                  <a:lnTo>
                    <a:pt x="54932" y="337040"/>
                  </a:lnTo>
                  <a:lnTo>
                    <a:pt x="54797" y="332858"/>
                  </a:lnTo>
                  <a:lnTo>
                    <a:pt x="37233" y="332858"/>
                  </a:lnTo>
                  <a:lnTo>
                    <a:pt x="44915" y="318637"/>
                  </a:lnTo>
                  <a:lnTo>
                    <a:pt x="34979" y="302783"/>
                  </a:lnTo>
                  <a:close/>
                </a:path>
                <a:path w="87629" h="356235">
                  <a:moveTo>
                    <a:pt x="76549" y="268949"/>
                  </a:moveTo>
                  <a:lnTo>
                    <a:pt x="70832" y="270654"/>
                  </a:lnTo>
                  <a:lnTo>
                    <a:pt x="53807" y="302174"/>
                  </a:lnTo>
                  <a:lnTo>
                    <a:pt x="54932" y="337040"/>
                  </a:lnTo>
                  <a:lnTo>
                    <a:pt x="36104" y="337648"/>
                  </a:lnTo>
                  <a:lnTo>
                    <a:pt x="56063" y="337648"/>
                  </a:lnTo>
                  <a:lnTo>
                    <a:pt x="87403" y="279628"/>
                  </a:lnTo>
                  <a:lnTo>
                    <a:pt x="85700" y="273904"/>
                  </a:lnTo>
                  <a:lnTo>
                    <a:pt x="76549" y="268949"/>
                  </a:lnTo>
                  <a:close/>
                </a:path>
                <a:path w="87629" h="356235">
                  <a:moveTo>
                    <a:pt x="44915" y="318637"/>
                  </a:moveTo>
                  <a:lnTo>
                    <a:pt x="37233" y="332858"/>
                  </a:lnTo>
                  <a:lnTo>
                    <a:pt x="53497" y="332332"/>
                  </a:lnTo>
                  <a:lnTo>
                    <a:pt x="44915" y="318637"/>
                  </a:lnTo>
                  <a:close/>
                </a:path>
                <a:path w="87629" h="356235">
                  <a:moveTo>
                    <a:pt x="53807" y="302174"/>
                  </a:moveTo>
                  <a:lnTo>
                    <a:pt x="44915" y="318637"/>
                  </a:lnTo>
                  <a:lnTo>
                    <a:pt x="53497" y="332332"/>
                  </a:lnTo>
                  <a:lnTo>
                    <a:pt x="37233" y="332858"/>
                  </a:lnTo>
                  <a:lnTo>
                    <a:pt x="54797" y="332858"/>
                  </a:lnTo>
                  <a:lnTo>
                    <a:pt x="53807" y="302174"/>
                  </a:lnTo>
                  <a:close/>
                </a:path>
                <a:path w="87629" h="356235">
                  <a:moveTo>
                    <a:pt x="44058" y="0"/>
                  </a:moveTo>
                  <a:lnTo>
                    <a:pt x="25229" y="608"/>
                  </a:lnTo>
                  <a:lnTo>
                    <a:pt x="34979" y="302783"/>
                  </a:lnTo>
                  <a:lnTo>
                    <a:pt x="44915" y="318637"/>
                  </a:lnTo>
                  <a:lnTo>
                    <a:pt x="53807" y="302174"/>
                  </a:lnTo>
                  <a:lnTo>
                    <a:pt x="44058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8" name="object 48"/>
          <p:cNvSpPr/>
          <p:nvPr/>
        </p:nvSpPr>
        <p:spPr>
          <a:xfrm>
            <a:off x="2647163" y="4968050"/>
            <a:ext cx="81243" cy="323850"/>
          </a:xfrm>
          <a:custGeom>
            <a:avLst/>
            <a:gdLst/>
            <a:ahLst/>
            <a:cxnLst/>
            <a:rect l="l" t="t" r="r" b="b"/>
            <a:pathLst>
              <a:path w="92075" h="367029">
                <a:moveTo>
                  <a:pt x="61225" y="76626"/>
                </a:moveTo>
                <a:lnTo>
                  <a:pt x="30613" y="76626"/>
                </a:lnTo>
                <a:lnTo>
                  <a:pt x="30612" y="366751"/>
                </a:lnTo>
                <a:lnTo>
                  <a:pt x="61224" y="366751"/>
                </a:lnTo>
                <a:lnTo>
                  <a:pt x="61225" y="76626"/>
                </a:lnTo>
                <a:close/>
              </a:path>
              <a:path w="92075" h="367029">
                <a:moveTo>
                  <a:pt x="45919" y="0"/>
                </a:moveTo>
                <a:lnTo>
                  <a:pt x="0" y="91951"/>
                </a:lnTo>
                <a:lnTo>
                  <a:pt x="30613" y="91951"/>
                </a:lnTo>
                <a:lnTo>
                  <a:pt x="30613" y="76626"/>
                </a:lnTo>
                <a:lnTo>
                  <a:pt x="84184" y="76626"/>
                </a:lnTo>
                <a:lnTo>
                  <a:pt x="45919" y="0"/>
                </a:lnTo>
                <a:close/>
              </a:path>
              <a:path w="92075" h="367029">
                <a:moveTo>
                  <a:pt x="84184" y="76626"/>
                </a:moveTo>
                <a:lnTo>
                  <a:pt x="61225" y="76626"/>
                </a:lnTo>
                <a:lnTo>
                  <a:pt x="61225" y="91951"/>
                </a:lnTo>
                <a:lnTo>
                  <a:pt x="91837" y="91951"/>
                </a:lnTo>
                <a:lnTo>
                  <a:pt x="84184" y="76626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9" name="object 49"/>
          <p:cNvSpPr/>
          <p:nvPr/>
        </p:nvSpPr>
        <p:spPr>
          <a:xfrm>
            <a:off x="3736379" y="4949516"/>
            <a:ext cx="81243" cy="323850"/>
          </a:xfrm>
          <a:custGeom>
            <a:avLst/>
            <a:gdLst/>
            <a:ahLst/>
            <a:cxnLst/>
            <a:rect l="l" t="t" r="r" b="b"/>
            <a:pathLst>
              <a:path w="92075" h="367029">
                <a:moveTo>
                  <a:pt x="61224" y="76626"/>
                </a:moveTo>
                <a:lnTo>
                  <a:pt x="30612" y="76626"/>
                </a:lnTo>
                <a:lnTo>
                  <a:pt x="30612" y="366751"/>
                </a:lnTo>
                <a:lnTo>
                  <a:pt x="61224" y="366751"/>
                </a:lnTo>
                <a:lnTo>
                  <a:pt x="61224" y="76626"/>
                </a:lnTo>
                <a:close/>
              </a:path>
              <a:path w="92075" h="367029">
                <a:moveTo>
                  <a:pt x="45918" y="0"/>
                </a:moveTo>
                <a:lnTo>
                  <a:pt x="0" y="91951"/>
                </a:lnTo>
                <a:lnTo>
                  <a:pt x="30612" y="91951"/>
                </a:lnTo>
                <a:lnTo>
                  <a:pt x="30612" y="76626"/>
                </a:lnTo>
                <a:lnTo>
                  <a:pt x="84184" y="76626"/>
                </a:lnTo>
                <a:lnTo>
                  <a:pt x="45918" y="0"/>
                </a:lnTo>
                <a:close/>
              </a:path>
              <a:path w="92075" h="367029">
                <a:moveTo>
                  <a:pt x="84184" y="76626"/>
                </a:moveTo>
                <a:lnTo>
                  <a:pt x="61224" y="76626"/>
                </a:lnTo>
                <a:lnTo>
                  <a:pt x="61224" y="91951"/>
                </a:lnTo>
                <a:lnTo>
                  <a:pt x="91837" y="91951"/>
                </a:lnTo>
                <a:lnTo>
                  <a:pt x="84184" y="76626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0" name="object 50"/>
          <p:cNvSpPr txBox="1"/>
          <p:nvPr/>
        </p:nvSpPr>
        <p:spPr>
          <a:xfrm>
            <a:off x="1363630" y="2070105"/>
            <a:ext cx="228151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13" dirty="0">
                <a:solidFill>
                  <a:srgbClr val="B0007E"/>
                </a:solidFill>
                <a:latin typeface="Calibri"/>
                <a:cs typeface="Calibri"/>
              </a:rPr>
              <a:t>Choice</a:t>
            </a:r>
            <a:r>
              <a:rPr sz="1853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4" dirty="0">
                <a:solidFill>
                  <a:srgbClr val="B0007E"/>
                </a:solidFill>
                <a:latin typeface="Calibri"/>
                <a:cs typeface="Calibri"/>
              </a:rPr>
              <a:t>1:</a:t>
            </a:r>
            <a:r>
              <a:rPr sz="1853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853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2B2728"/>
                </a:solidFill>
                <a:latin typeface="Calibri"/>
                <a:cs typeface="Calibri"/>
              </a:rPr>
              <a:t>on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18" dirty="0">
                <a:solidFill>
                  <a:srgbClr val="2B2728"/>
                </a:solidFill>
                <a:latin typeface="Calibri"/>
                <a:cs typeface="Calibri"/>
              </a:rPr>
              <a:t>Credit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32</a:t>
            </a:fld>
            <a:endParaRPr dirty="0"/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55" name="object 55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6F6AF312-A96F-4638-A727-88478D7C272B}" type="datetime1">
              <a:rPr lang="en-US" spc="-9" smtClean="0"/>
              <a:t>3/24/2022</a:t>
            </a:fld>
            <a:endParaRPr spc="-9" dirty="0"/>
          </a:p>
        </p:txBody>
      </p:sp>
      <p:sp>
        <p:nvSpPr>
          <p:cNvPr id="51" name="object 51"/>
          <p:cNvSpPr txBox="1"/>
          <p:nvPr/>
        </p:nvSpPr>
        <p:spPr>
          <a:xfrm>
            <a:off x="5259867" y="3041551"/>
            <a:ext cx="2261347" cy="976685"/>
          </a:xfrm>
          <a:prstGeom prst="rect">
            <a:avLst/>
          </a:prstGeom>
          <a:solidFill>
            <a:srgbClr val="B0007E"/>
          </a:solidFill>
          <a:ln w="18857">
            <a:solidFill>
              <a:srgbClr val="80005B"/>
            </a:solidFill>
          </a:ln>
        </p:spPr>
        <p:txBody>
          <a:bodyPr vert="horz" wrap="square" lIns="0" tIns="12326" rIns="0" bIns="0" rtlCol="0">
            <a:spAutoFit/>
          </a:bodyPr>
          <a:lstStyle/>
          <a:p>
            <a:pPr marL="59394">
              <a:spcBef>
                <a:spcPts val="97"/>
              </a:spcBef>
              <a:tabLst>
                <a:tab pos="1559941" algn="l"/>
              </a:tabLst>
            </a:pPr>
            <a:r>
              <a:rPr sz="2118" spc="-18" dirty="0">
                <a:solidFill>
                  <a:srgbClr val="FFFFFF"/>
                </a:solidFill>
                <a:latin typeface="Calibri"/>
                <a:cs typeface="Calibri"/>
              </a:rPr>
              <a:t>Error </a:t>
            </a:r>
            <a:r>
              <a:rPr sz="2118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18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706" spc="-4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706">
              <a:latin typeface="Calibri"/>
              <a:cs typeface="Calibri"/>
            </a:endParaRPr>
          </a:p>
          <a:p>
            <a:pPr>
              <a:spcBef>
                <a:spcPts val="18"/>
              </a:spcBef>
            </a:pPr>
            <a:endParaRPr sz="2030">
              <a:latin typeface="Calibri"/>
              <a:cs typeface="Calibri"/>
            </a:endParaRPr>
          </a:p>
          <a:p>
            <a:pPr marL="601788"/>
            <a:r>
              <a:rPr sz="2118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endParaRPr sz="2118">
              <a:latin typeface="Calibri"/>
              <a:cs typeface="Calibri"/>
            </a:endParaRPr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4410626" y="4260026"/>
          <a:ext cx="4041400" cy="1018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9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51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9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Tree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456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9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Classification</a:t>
                      </a:r>
                      <a:r>
                        <a:rPr sz="19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456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51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900" spc="-20" dirty="0">
                          <a:latin typeface="Calibri"/>
                          <a:cs typeface="Calibri"/>
                        </a:rPr>
                        <a:t>(root)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4007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marL="120014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0.45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4007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5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900" spc="-15" dirty="0">
                          <a:solidFill>
                            <a:srgbClr val="2B2728"/>
                          </a:solidFill>
                          <a:latin typeface="Calibri"/>
                          <a:cs typeface="Calibri"/>
                        </a:rPr>
                        <a:t>Split</a:t>
                      </a:r>
                      <a:r>
                        <a:rPr sz="1900" spc="-35" dirty="0">
                          <a:solidFill>
                            <a:srgbClr val="2B27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10" dirty="0">
                          <a:solidFill>
                            <a:srgbClr val="2B2728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1900" spc="-20" dirty="0">
                          <a:solidFill>
                            <a:srgbClr val="2B2728"/>
                          </a:solidFill>
                          <a:latin typeface="Calibri"/>
                          <a:cs typeface="Calibri"/>
                        </a:rPr>
                        <a:t> credit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3447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900" spc="-5" dirty="0">
                          <a:latin typeface="Calibri"/>
                          <a:cs typeface="Calibri"/>
                        </a:rPr>
                        <a:t>0.2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3447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123" y="1237742"/>
            <a:ext cx="6176877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3" dirty="0"/>
              <a:t>Choice</a:t>
            </a:r>
            <a:r>
              <a:rPr spc="-40" dirty="0"/>
              <a:t> </a:t>
            </a:r>
            <a:r>
              <a:rPr spc="-13" dirty="0"/>
              <a:t>2:</a:t>
            </a:r>
            <a:r>
              <a:rPr spc="-31" dirty="0"/>
              <a:t> </a:t>
            </a:r>
            <a:r>
              <a:rPr spc="-13" dirty="0"/>
              <a:t>Split</a:t>
            </a:r>
            <a:r>
              <a:rPr spc="-35" dirty="0"/>
              <a:t> </a:t>
            </a:r>
            <a:r>
              <a:rPr spc="-9" dirty="0"/>
              <a:t>on</a:t>
            </a:r>
            <a:r>
              <a:rPr spc="-35" dirty="0"/>
              <a:t> </a:t>
            </a:r>
            <a:r>
              <a:rPr spc="-66" dirty="0">
                <a:solidFill>
                  <a:srgbClr val="B0007E"/>
                </a:solidFill>
              </a:rPr>
              <a:t>Term</a:t>
            </a:r>
            <a:r>
              <a:rPr spc="-66" dirty="0"/>
              <a:t>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78917" y="2597736"/>
            <a:ext cx="2394137" cy="1631576"/>
            <a:chOff x="1297039" y="2944101"/>
            <a:chExt cx="2713355" cy="1849120"/>
          </a:xfrm>
        </p:grpSpPr>
        <p:sp>
          <p:nvSpPr>
            <p:cNvPr id="4" name="object 4"/>
            <p:cNvSpPr/>
            <p:nvPr/>
          </p:nvSpPr>
          <p:spPr>
            <a:xfrm>
              <a:off x="2325872" y="2953626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30" h="517525">
                  <a:moveTo>
                    <a:pt x="785821" y="0"/>
                  </a:moveTo>
                  <a:lnTo>
                    <a:pt x="0" y="0"/>
                  </a:lnTo>
                  <a:lnTo>
                    <a:pt x="0" y="517208"/>
                  </a:lnTo>
                  <a:lnTo>
                    <a:pt x="785821" y="517208"/>
                  </a:lnTo>
                  <a:lnTo>
                    <a:pt x="785821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325872" y="2953626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30" h="517525">
                  <a:moveTo>
                    <a:pt x="0" y="0"/>
                  </a:moveTo>
                  <a:lnTo>
                    <a:pt x="785821" y="0"/>
                  </a:lnTo>
                  <a:lnTo>
                    <a:pt x="785821" y="517208"/>
                  </a:lnTo>
                  <a:lnTo>
                    <a:pt x="0" y="517208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11447" y="4128516"/>
              <a:ext cx="298703" cy="6644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06564" y="4222022"/>
              <a:ext cx="969010" cy="515620"/>
            </a:xfrm>
            <a:custGeom>
              <a:avLst/>
              <a:gdLst/>
              <a:ahLst/>
              <a:cxnLst/>
              <a:rect l="l" t="t" r="r" b="b"/>
              <a:pathLst>
                <a:path w="969010" h="515620">
                  <a:moveTo>
                    <a:pt x="968471" y="0"/>
                  </a:moveTo>
                  <a:lnTo>
                    <a:pt x="0" y="0"/>
                  </a:lnTo>
                  <a:lnTo>
                    <a:pt x="0" y="515421"/>
                  </a:lnTo>
                  <a:lnTo>
                    <a:pt x="968471" y="515421"/>
                  </a:lnTo>
                  <a:lnTo>
                    <a:pt x="968471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1306564" y="4222022"/>
              <a:ext cx="969010" cy="515620"/>
            </a:xfrm>
            <a:custGeom>
              <a:avLst/>
              <a:gdLst/>
              <a:ahLst/>
              <a:cxnLst/>
              <a:rect l="l" t="t" r="r" b="b"/>
              <a:pathLst>
                <a:path w="969010" h="515620">
                  <a:moveTo>
                    <a:pt x="0" y="0"/>
                  </a:moveTo>
                  <a:lnTo>
                    <a:pt x="968472" y="0"/>
                  </a:lnTo>
                  <a:lnTo>
                    <a:pt x="968472" y="515421"/>
                  </a:lnTo>
                  <a:lnTo>
                    <a:pt x="0" y="515421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64274" y="3737625"/>
            <a:ext cx="501463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324" spc="-6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324">
              <a:latin typeface="Calibri"/>
              <a:cs typeface="Calibri"/>
            </a:endParaRPr>
          </a:p>
          <a:p>
            <a:pPr marL="67799">
              <a:lnSpc>
                <a:spcPts val="1544"/>
              </a:lnSpc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16</a:t>
            </a:r>
            <a:r>
              <a:rPr sz="1324" spc="221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40007" y="3722101"/>
            <a:ext cx="810185" cy="472888"/>
            <a:chOff x="3292941" y="4218381"/>
            <a:chExt cx="918210" cy="535940"/>
          </a:xfrm>
        </p:grpSpPr>
        <p:sp>
          <p:nvSpPr>
            <p:cNvPr id="11" name="object 11"/>
            <p:cNvSpPr/>
            <p:nvPr/>
          </p:nvSpPr>
          <p:spPr>
            <a:xfrm>
              <a:off x="3302466" y="4227906"/>
              <a:ext cx="899160" cy="516890"/>
            </a:xfrm>
            <a:custGeom>
              <a:avLst/>
              <a:gdLst/>
              <a:ahLst/>
              <a:cxnLst/>
              <a:rect l="l" t="t" r="r" b="b"/>
              <a:pathLst>
                <a:path w="899160" h="516889">
                  <a:moveTo>
                    <a:pt x="898804" y="0"/>
                  </a:moveTo>
                  <a:lnTo>
                    <a:pt x="0" y="0"/>
                  </a:lnTo>
                  <a:lnTo>
                    <a:pt x="0" y="516313"/>
                  </a:lnTo>
                  <a:lnTo>
                    <a:pt x="898804" y="516313"/>
                  </a:lnTo>
                  <a:lnTo>
                    <a:pt x="898804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3302466" y="4227906"/>
              <a:ext cx="899160" cy="516890"/>
            </a:xfrm>
            <a:custGeom>
              <a:avLst/>
              <a:gdLst/>
              <a:ahLst/>
              <a:cxnLst/>
              <a:rect l="l" t="t" r="r" b="b"/>
              <a:pathLst>
                <a:path w="899160" h="516889">
                  <a:moveTo>
                    <a:pt x="0" y="0"/>
                  </a:moveTo>
                  <a:lnTo>
                    <a:pt x="898804" y="0"/>
                  </a:lnTo>
                  <a:lnTo>
                    <a:pt x="898804" y="516314"/>
                  </a:lnTo>
                  <a:lnTo>
                    <a:pt x="0" y="516314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94628" y="3743003"/>
            <a:ext cx="501463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324" spc="-6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324">
              <a:latin typeface="Calibri"/>
              <a:cs typeface="Calibri"/>
            </a:endParaRPr>
          </a:p>
          <a:p>
            <a:pPr marL="67799">
              <a:lnSpc>
                <a:spcPts val="1544"/>
              </a:lnSpc>
            </a:pP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6</a:t>
            </a:r>
            <a:r>
              <a:rPr sz="1324" spc="216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68329" y="3062501"/>
            <a:ext cx="2185147" cy="1805268"/>
            <a:chOff x="1285039" y="3470835"/>
            <a:chExt cx="2476500" cy="2045970"/>
          </a:xfrm>
        </p:grpSpPr>
        <p:sp>
          <p:nvSpPr>
            <p:cNvPr id="15" name="object 15"/>
            <p:cNvSpPr/>
            <p:nvPr/>
          </p:nvSpPr>
          <p:spPr>
            <a:xfrm>
              <a:off x="2075900" y="3749119"/>
              <a:ext cx="1285875" cy="398780"/>
            </a:xfrm>
            <a:custGeom>
              <a:avLst/>
              <a:gdLst/>
              <a:ahLst/>
              <a:cxnLst/>
              <a:rect l="l" t="t" r="r" b="b"/>
              <a:pathLst>
                <a:path w="1285875" h="398779">
                  <a:moveTo>
                    <a:pt x="642884" y="0"/>
                  </a:moveTo>
                  <a:lnTo>
                    <a:pt x="0" y="199092"/>
                  </a:lnTo>
                  <a:lnTo>
                    <a:pt x="642884" y="398184"/>
                  </a:lnTo>
                  <a:lnTo>
                    <a:pt x="1285767" y="199092"/>
                  </a:lnTo>
                  <a:lnTo>
                    <a:pt x="642884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2075900" y="3749119"/>
              <a:ext cx="1285875" cy="398780"/>
            </a:xfrm>
            <a:custGeom>
              <a:avLst/>
              <a:gdLst/>
              <a:ahLst/>
              <a:cxnLst/>
              <a:rect l="l" t="t" r="r" b="b"/>
              <a:pathLst>
                <a:path w="1285875" h="398779">
                  <a:moveTo>
                    <a:pt x="0" y="199092"/>
                  </a:moveTo>
                  <a:lnTo>
                    <a:pt x="642883" y="0"/>
                  </a:lnTo>
                  <a:lnTo>
                    <a:pt x="1285766" y="199092"/>
                  </a:lnTo>
                  <a:lnTo>
                    <a:pt x="642883" y="398184"/>
                  </a:lnTo>
                  <a:lnTo>
                    <a:pt x="0" y="199092"/>
                  </a:lnTo>
                  <a:close/>
                </a:path>
              </a:pathLst>
            </a:custGeom>
            <a:ln w="18859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1790800" y="3948212"/>
              <a:ext cx="285115" cy="274320"/>
            </a:xfrm>
            <a:custGeom>
              <a:avLst/>
              <a:gdLst/>
              <a:ahLst/>
              <a:cxnLst/>
              <a:rect l="l" t="t" r="r" b="b"/>
              <a:pathLst>
                <a:path w="285114" h="274320">
                  <a:moveTo>
                    <a:pt x="285099" y="0"/>
                  </a:moveTo>
                  <a:lnTo>
                    <a:pt x="0" y="0"/>
                  </a:lnTo>
                  <a:lnTo>
                    <a:pt x="0" y="273810"/>
                  </a:lnTo>
                </a:path>
              </a:pathLst>
            </a:custGeom>
            <a:ln w="1885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3361667" y="3948212"/>
              <a:ext cx="390525" cy="280035"/>
            </a:xfrm>
            <a:custGeom>
              <a:avLst/>
              <a:gdLst/>
              <a:ahLst/>
              <a:cxnLst/>
              <a:rect l="l" t="t" r="r" b="b"/>
              <a:pathLst>
                <a:path w="390525" h="280035">
                  <a:moveTo>
                    <a:pt x="0" y="0"/>
                  </a:moveTo>
                  <a:lnTo>
                    <a:pt x="390201" y="0"/>
                  </a:lnTo>
                  <a:lnTo>
                    <a:pt x="390201" y="279693"/>
                  </a:lnTo>
                </a:path>
              </a:pathLst>
            </a:custGeom>
            <a:ln w="18853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2675059" y="3470835"/>
              <a:ext cx="87630" cy="278765"/>
            </a:xfrm>
            <a:custGeom>
              <a:avLst/>
              <a:gdLst/>
              <a:ahLst/>
              <a:cxnLst/>
              <a:rect l="l" t="t" r="r" b="b"/>
              <a:pathLst>
                <a:path w="87630" h="278764">
                  <a:moveTo>
                    <a:pt x="10505" y="192256"/>
                  </a:moveTo>
                  <a:lnTo>
                    <a:pt x="1517" y="197505"/>
                  </a:lnTo>
                  <a:lnTo>
                    <a:pt x="0" y="203280"/>
                  </a:lnTo>
                  <a:lnTo>
                    <a:pt x="43724" y="278329"/>
                  </a:lnTo>
                  <a:lnTo>
                    <a:pt x="54629" y="259612"/>
                  </a:lnTo>
                  <a:lnTo>
                    <a:pt x="34305" y="259612"/>
                  </a:lnTo>
                  <a:lnTo>
                    <a:pt x="34305" y="224727"/>
                  </a:lnTo>
                  <a:lnTo>
                    <a:pt x="16272" y="193775"/>
                  </a:lnTo>
                  <a:lnTo>
                    <a:pt x="10505" y="192256"/>
                  </a:lnTo>
                  <a:close/>
                </a:path>
                <a:path w="87630" h="278764">
                  <a:moveTo>
                    <a:pt x="34305" y="224727"/>
                  </a:moveTo>
                  <a:lnTo>
                    <a:pt x="34305" y="259612"/>
                  </a:lnTo>
                  <a:lnTo>
                    <a:pt x="53144" y="259612"/>
                  </a:lnTo>
                  <a:lnTo>
                    <a:pt x="53144" y="254859"/>
                  </a:lnTo>
                  <a:lnTo>
                    <a:pt x="35589" y="254859"/>
                  </a:lnTo>
                  <a:lnTo>
                    <a:pt x="43724" y="240895"/>
                  </a:lnTo>
                  <a:lnTo>
                    <a:pt x="34305" y="224727"/>
                  </a:lnTo>
                  <a:close/>
                </a:path>
                <a:path w="87630" h="278764">
                  <a:moveTo>
                    <a:pt x="76944" y="192255"/>
                  </a:moveTo>
                  <a:lnTo>
                    <a:pt x="71177" y="193775"/>
                  </a:lnTo>
                  <a:lnTo>
                    <a:pt x="53144" y="224727"/>
                  </a:lnTo>
                  <a:lnTo>
                    <a:pt x="53144" y="259612"/>
                  </a:lnTo>
                  <a:lnTo>
                    <a:pt x="54629" y="259612"/>
                  </a:lnTo>
                  <a:lnTo>
                    <a:pt x="87449" y="203278"/>
                  </a:lnTo>
                  <a:lnTo>
                    <a:pt x="85930" y="197504"/>
                  </a:lnTo>
                  <a:lnTo>
                    <a:pt x="76944" y="192255"/>
                  </a:lnTo>
                  <a:close/>
                </a:path>
                <a:path w="87630" h="278764">
                  <a:moveTo>
                    <a:pt x="43724" y="240895"/>
                  </a:moveTo>
                  <a:lnTo>
                    <a:pt x="35589" y="254859"/>
                  </a:lnTo>
                  <a:lnTo>
                    <a:pt x="51860" y="254859"/>
                  </a:lnTo>
                  <a:lnTo>
                    <a:pt x="43724" y="240895"/>
                  </a:lnTo>
                  <a:close/>
                </a:path>
                <a:path w="87630" h="278764">
                  <a:moveTo>
                    <a:pt x="53144" y="224727"/>
                  </a:moveTo>
                  <a:lnTo>
                    <a:pt x="43724" y="240895"/>
                  </a:lnTo>
                  <a:lnTo>
                    <a:pt x="51860" y="254859"/>
                  </a:lnTo>
                  <a:lnTo>
                    <a:pt x="53144" y="254859"/>
                  </a:lnTo>
                  <a:lnTo>
                    <a:pt x="53144" y="224727"/>
                  </a:lnTo>
                  <a:close/>
                </a:path>
                <a:path w="87630" h="278764">
                  <a:moveTo>
                    <a:pt x="53143" y="0"/>
                  </a:moveTo>
                  <a:lnTo>
                    <a:pt x="34305" y="0"/>
                  </a:lnTo>
                  <a:lnTo>
                    <a:pt x="34305" y="224727"/>
                  </a:lnTo>
                  <a:lnTo>
                    <a:pt x="43724" y="240895"/>
                  </a:lnTo>
                  <a:lnTo>
                    <a:pt x="53144" y="224727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9287" y="4719827"/>
              <a:ext cx="231648" cy="49987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742362" y="4737282"/>
              <a:ext cx="87630" cy="352425"/>
            </a:xfrm>
            <a:custGeom>
              <a:avLst/>
              <a:gdLst/>
              <a:ahLst/>
              <a:cxnLst/>
              <a:rect l="l" t="t" r="r" b="b"/>
              <a:pathLst>
                <a:path w="87630" h="352425">
                  <a:moveTo>
                    <a:pt x="10690" y="265304"/>
                  </a:moveTo>
                  <a:lnTo>
                    <a:pt x="1615" y="270398"/>
                  </a:lnTo>
                  <a:lnTo>
                    <a:pt x="0" y="276146"/>
                  </a:lnTo>
                  <a:lnTo>
                    <a:pt x="42437" y="351933"/>
                  </a:lnTo>
                  <a:lnTo>
                    <a:pt x="53674" y="333380"/>
                  </a:lnTo>
                  <a:lnTo>
                    <a:pt x="52174" y="333380"/>
                  </a:lnTo>
                  <a:lnTo>
                    <a:pt x="33338" y="333058"/>
                  </a:lnTo>
                  <a:lnTo>
                    <a:pt x="33933" y="298178"/>
                  </a:lnTo>
                  <a:lnTo>
                    <a:pt x="16431" y="266922"/>
                  </a:lnTo>
                  <a:lnTo>
                    <a:pt x="10690" y="265304"/>
                  </a:lnTo>
                  <a:close/>
                </a:path>
                <a:path w="87630" h="352425">
                  <a:moveTo>
                    <a:pt x="33933" y="298178"/>
                  </a:moveTo>
                  <a:lnTo>
                    <a:pt x="33338" y="333058"/>
                  </a:lnTo>
                  <a:lnTo>
                    <a:pt x="52174" y="333380"/>
                  </a:lnTo>
                  <a:lnTo>
                    <a:pt x="52255" y="328606"/>
                  </a:lnTo>
                  <a:lnTo>
                    <a:pt x="50972" y="328606"/>
                  </a:lnTo>
                  <a:lnTo>
                    <a:pt x="34702" y="328328"/>
                  </a:lnTo>
                  <a:lnTo>
                    <a:pt x="43075" y="314504"/>
                  </a:lnTo>
                  <a:lnTo>
                    <a:pt x="33933" y="298178"/>
                  </a:lnTo>
                  <a:close/>
                </a:path>
                <a:path w="87630" h="352425">
                  <a:moveTo>
                    <a:pt x="77120" y="266440"/>
                  </a:moveTo>
                  <a:lnTo>
                    <a:pt x="71328" y="267860"/>
                  </a:lnTo>
                  <a:lnTo>
                    <a:pt x="52769" y="298501"/>
                  </a:lnTo>
                  <a:lnTo>
                    <a:pt x="52174" y="333380"/>
                  </a:lnTo>
                  <a:lnTo>
                    <a:pt x="53674" y="333380"/>
                  </a:lnTo>
                  <a:lnTo>
                    <a:pt x="87435" y="277642"/>
                  </a:lnTo>
                  <a:lnTo>
                    <a:pt x="86015" y="271842"/>
                  </a:lnTo>
                  <a:lnTo>
                    <a:pt x="77120" y="266440"/>
                  </a:lnTo>
                  <a:close/>
                </a:path>
                <a:path w="87630" h="352425">
                  <a:moveTo>
                    <a:pt x="43075" y="314504"/>
                  </a:moveTo>
                  <a:lnTo>
                    <a:pt x="34702" y="328328"/>
                  </a:lnTo>
                  <a:lnTo>
                    <a:pt x="50972" y="328606"/>
                  </a:lnTo>
                  <a:lnTo>
                    <a:pt x="43075" y="314504"/>
                  </a:lnTo>
                  <a:close/>
                </a:path>
                <a:path w="87630" h="352425">
                  <a:moveTo>
                    <a:pt x="52769" y="298501"/>
                  </a:moveTo>
                  <a:lnTo>
                    <a:pt x="43075" y="314504"/>
                  </a:lnTo>
                  <a:lnTo>
                    <a:pt x="50972" y="328606"/>
                  </a:lnTo>
                  <a:lnTo>
                    <a:pt x="52255" y="328606"/>
                  </a:lnTo>
                  <a:lnTo>
                    <a:pt x="52769" y="298501"/>
                  </a:lnTo>
                  <a:close/>
                </a:path>
                <a:path w="87630" h="352425">
                  <a:moveTo>
                    <a:pt x="39020" y="0"/>
                  </a:moveTo>
                  <a:lnTo>
                    <a:pt x="33933" y="298178"/>
                  </a:lnTo>
                  <a:lnTo>
                    <a:pt x="43075" y="314504"/>
                  </a:lnTo>
                  <a:lnTo>
                    <a:pt x="52769" y="298501"/>
                  </a:lnTo>
                  <a:lnTo>
                    <a:pt x="57856" y="322"/>
                  </a:lnTo>
                  <a:lnTo>
                    <a:pt x="3902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1294564" y="5089171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771829" y="0"/>
                  </a:moveTo>
                  <a:lnTo>
                    <a:pt x="208641" y="0"/>
                  </a:lnTo>
                  <a:lnTo>
                    <a:pt x="160802" y="5517"/>
                  </a:lnTo>
                  <a:lnTo>
                    <a:pt x="116886" y="21233"/>
                  </a:lnTo>
                  <a:lnTo>
                    <a:pt x="78147" y="45893"/>
                  </a:lnTo>
                  <a:lnTo>
                    <a:pt x="45836" y="78244"/>
                  </a:lnTo>
                  <a:lnTo>
                    <a:pt x="21206" y="117032"/>
                  </a:lnTo>
                  <a:lnTo>
                    <a:pt x="5510" y="161003"/>
                  </a:lnTo>
                  <a:lnTo>
                    <a:pt x="0" y="208902"/>
                  </a:lnTo>
                  <a:lnTo>
                    <a:pt x="5510" y="256802"/>
                  </a:lnTo>
                  <a:lnTo>
                    <a:pt x="21206" y="300772"/>
                  </a:lnTo>
                  <a:lnTo>
                    <a:pt x="45836" y="339560"/>
                  </a:lnTo>
                  <a:lnTo>
                    <a:pt x="78147" y="371912"/>
                  </a:lnTo>
                  <a:lnTo>
                    <a:pt x="116886" y="396572"/>
                  </a:lnTo>
                  <a:lnTo>
                    <a:pt x="160802" y="412288"/>
                  </a:lnTo>
                  <a:lnTo>
                    <a:pt x="208641" y="417805"/>
                  </a:lnTo>
                  <a:lnTo>
                    <a:pt x="771829" y="417805"/>
                  </a:lnTo>
                  <a:lnTo>
                    <a:pt x="819669" y="412288"/>
                  </a:lnTo>
                  <a:lnTo>
                    <a:pt x="863585" y="396572"/>
                  </a:lnTo>
                  <a:lnTo>
                    <a:pt x="902324" y="371912"/>
                  </a:lnTo>
                  <a:lnTo>
                    <a:pt x="934635" y="339560"/>
                  </a:lnTo>
                  <a:lnTo>
                    <a:pt x="959265" y="300772"/>
                  </a:lnTo>
                  <a:lnTo>
                    <a:pt x="974961" y="256802"/>
                  </a:lnTo>
                  <a:lnTo>
                    <a:pt x="980471" y="208902"/>
                  </a:lnTo>
                  <a:lnTo>
                    <a:pt x="974961" y="161003"/>
                  </a:lnTo>
                  <a:lnTo>
                    <a:pt x="959265" y="117032"/>
                  </a:lnTo>
                  <a:lnTo>
                    <a:pt x="934635" y="78244"/>
                  </a:lnTo>
                  <a:lnTo>
                    <a:pt x="902324" y="45893"/>
                  </a:lnTo>
                  <a:lnTo>
                    <a:pt x="863585" y="21233"/>
                  </a:lnTo>
                  <a:lnTo>
                    <a:pt x="819669" y="5517"/>
                  </a:lnTo>
                  <a:lnTo>
                    <a:pt x="771829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1294564" y="5089171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0" y="208902"/>
                  </a:moveTo>
                  <a:lnTo>
                    <a:pt x="5510" y="161003"/>
                  </a:lnTo>
                  <a:lnTo>
                    <a:pt x="21206" y="117032"/>
                  </a:lnTo>
                  <a:lnTo>
                    <a:pt x="45836" y="78244"/>
                  </a:lnTo>
                  <a:lnTo>
                    <a:pt x="78146" y="45893"/>
                  </a:lnTo>
                  <a:lnTo>
                    <a:pt x="116886" y="21233"/>
                  </a:lnTo>
                  <a:lnTo>
                    <a:pt x="160802" y="5517"/>
                  </a:lnTo>
                  <a:lnTo>
                    <a:pt x="208641" y="0"/>
                  </a:lnTo>
                  <a:lnTo>
                    <a:pt x="771829" y="0"/>
                  </a:lnTo>
                  <a:lnTo>
                    <a:pt x="819669" y="5517"/>
                  </a:lnTo>
                  <a:lnTo>
                    <a:pt x="863584" y="21233"/>
                  </a:lnTo>
                  <a:lnTo>
                    <a:pt x="902324" y="45893"/>
                  </a:lnTo>
                  <a:lnTo>
                    <a:pt x="934635" y="78244"/>
                  </a:lnTo>
                  <a:lnTo>
                    <a:pt x="959264" y="117032"/>
                  </a:lnTo>
                  <a:lnTo>
                    <a:pt x="974961" y="161003"/>
                  </a:lnTo>
                  <a:lnTo>
                    <a:pt x="980471" y="208902"/>
                  </a:lnTo>
                  <a:lnTo>
                    <a:pt x="974961" y="256801"/>
                  </a:lnTo>
                  <a:lnTo>
                    <a:pt x="959264" y="300772"/>
                  </a:lnTo>
                  <a:lnTo>
                    <a:pt x="934635" y="339560"/>
                  </a:lnTo>
                  <a:lnTo>
                    <a:pt x="902324" y="371911"/>
                  </a:lnTo>
                  <a:lnTo>
                    <a:pt x="863584" y="396571"/>
                  </a:lnTo>
                  <a:lnTo>
                    <a:pt x="819669" y="412287"/>
                  </a:lnTo>
                  <a:lnTo>
                    <a:pt x="771829" y="417804"/>
                  </a:lnTo>
                  <a:lnTo>
                    <a:pt x="208641" y="417804"/>
                  </a:lnTo>
                  <a:lnTo>
                    <a:pt x="160802" y="412287"/>
                  </a:lnTo>
                  <a:lnTo>
                    <a:pt x="116886" y="396571"/>
                  </a:lnTo>
                  <a:lnTo>
                    <a:pt x="78146" y="371911"/>
                  </a:lnTo>
                  <a:lnTo>
                    <a:pt x="45836" y="339560"/>
                  </a:lnTo>
                  <a:lnTo>
                    <a:pt x="21206" y="300772"/>
                  </a:lnTo>
                  <a:lnTo>
                    <a:pt x="5510" y="256801"/>
                  </a:lnTo>
                  <a:lnTo>
                    <a:pt x="0" y="208902"/>
                  </a:lnTo>
                  <a:close/>
                </a:path>
              </a:pathLst>
            </a:custGeom>
            <a:ln w="18858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555201" y="4557895"/>
            <a:ext cx="308722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324" spc="-13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24" spc="-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32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03978" y="4480202"/>
            <a:ext cx="882463" cy="385482"/>
            <a:chOff x="3252108" y="5077562"/>
            <a:chExt cx="1000125" cy="436880"/>
          </a:xfrm>
        </p:grpSpPr>
        <p:sp>
          <p:nvSpPr>
            <p:cNvPr id="26" name="object 26"/>
            <p:cNvSpPr/>
            <p:nvPr/>
          </p:nvSpPr>
          <p:spPr>
            <a:xfrm>
              <a:off x="3261633" y="5087087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771828" y="0"/>
                  </a:moveTo>
                  <a:lnTo>
                    <a:pt x="208640" y="0"/>
                  </a:lnTo>
                  <a:lnTo>
                    <a:pt x="160801" y="5517"/>
                  </a:lnTo>
                  <a:lnTo>
                    <a:pt x="116885" y="21233"/>
                  </a:lnTo>
                  <a:lnTo>
                    <a:pt x="78146" y="45893"/>
                  </a:lnTo>
                  <a:lnTo>
                    <a:pt x="45835" y="78244"/>
                  </a:lnTo>
                  <a:lnTo>
                    <a:pt x="21206" y="117032"/>
                  </a:lnTo>
                  <a:lnTo>
                    <a:pt x="5510" y="161003"/>
                  </a:lnTo>
                  <a:lnTo>
                    <a:pt x="0" y="208903"/>
                  </a:lnTo>
                  <a:lnTo>
                    <a:pt x="5510" y="256802"/>
                  </a:lnTo>
                  <a:lnTo>
                    <a:pt x="21206" y="300773"/>
                  </a:lnTo>
                  <a:lnTo>
                    <a:pt x="45835" y="339561"/>
                  </a:lnTo>
                  <a:lnTo>
                    <a:pt x="78146" y="371912"/>
                  </a:lnTo>
                  <a:lnTo>
                    <a:pt x="116885" y="396572"/>
                  </a:lnTo>
                  <a:lnTo>
                    <a:pt x="160801" y="412288"/>
                  </a:lnTo>
                  <a:lnTo>
                    <a:pt x="208640" y="417805"/>
                  </a:lnTo>
                  <a:lnTo>
                    <a:pt x="771828" y="417805"/>
                  </a:lnTo>
                  <a:lnTo>
                    <a:pt x="819668" y="412288"/>
                  </a:lnTo>
                  <a:lnTo>
                    <a:pt x="863583" y="396572"/>
                  </a:lnTo>
                  <a:lnTo>
                    <a:pt x="902323" y="371912"/>
                  </a:lnTo>
                  <a:lnTo>
                    <a:pt x="934634" y="339561"/>
                  </a:lnTo>
                  <a:lnTo>
                    <a:pt x="959263" y="300773"/>
                  </a:lnTo>
                  <a:lnTo>
                    <a:pt x="974960" y="256802"/>
                  </a:lnTo>
                  <a:lnTo>
                    <a:pt x="980470" y="208903"/>
                  </a:lnTo>
                  <a:lnTo>
                    <a:pt x="974960" y="161003"/>
                  </a:lnTo>
                  <a:lnTo>
                    <a:pt x="959263" y="117032"/>
                  </a:lnTo>
                  <a:lnTo>
                    <a:pt x="934634" y="78244"/>
                  </a:lnTo>
                  <a:lnTo>
                    <a:pt x="902323" y="45893"/>
                  </a:lnTo>
                  <a:lnTo>
                    <a:pt x="863583" y="21233"/>
                  </a:lnTo>
                  <a:lnTo>
                    <a:pt x="819668" y="5517"/>
                  </a:lnTo>
                  <a:lnTo>
                    <a:pt x="771828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3261633" y="5087087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0" y="208902"/>
                  </a:moveTo>
                  <a:lnTo>
                    <a:pt x="5510" y="161003"/>
                  </a:lnTo>
                  <a:lnTo>
                    <a:pt x="21206" y="117032"/>
                  </a:lnTo>
                  <a:lnTo>
                    <a:pt x="45836" y="78244"/>
                  </a:lnTo>
                  <a:lnTo>
                    <a:pt x="78146" y="45893"/>
                  </a:lnTo>
                  <a:lnTo>
                    <a:pt x="116886" y="21233"/>
                  </a:lnTo>
                  <a:lnTo>
                    <a:pt x="160802" y="5517"/>
                  </a:lnTo>
                  <a:lnTo>
                    <a:pt x="208641" y="0"/>
                  </a:lnTo>
                  <a:lnTo>
                    <a:pt x="771829" y="0"/>
                  </a:lnTo>
                  <a:lnTo>
                    <a:pt x="819669" y="5517"/>
                  </a:lnTo>
                  <a:lnTo>
                    <a:pt x="863584" y="21233"/>
                  </a:lnTo>
                  <a:lnTo>
                    <a:pt x="902324" y="45893"/>
                  </a:lnTo>
                  <a:lnTo>
                    <a:pt x="934635" y="78244"/>
                  </a:lnTo>
                  <a:lnTo>
                    <a:pt x="959264" y="117032"/>
                  </a:lnTo>
                  <a:lnTo>
                    <a:pt x="974961" y="161003"/>
                  </a:lnTo>
                  <a:lnTo>
                    <a:pt x="980471" y="208902"/>
                  </a:lnTo>
                  <a:lnTo>
                    <a:pt x="974961" y="256801"/>
                  </a:lnTo>
                  <a:lnTo>
                    <a:pt x="959264" y="300772"/>
                  </a:lnTo>
                  <a:lnTo>
                    <a:pt x="934635" y="339560"/>
                  </a:lnTo>
                  <a:lnTo>
                    <a:pt x="902324" y="371911"/>
                  </a:lnTo>
                  <a:lnTo>
                    <a:pt x="863584" y="396571"/>
                  </a:lnTo>
                  <a:lnTo>
                    <a:pt x="819669" y="412287"/>
                  </a:lnTo>
                  <a:lnTo>
                    <a:pt x="771829" y="417804"/>
                  </a:lnTo>
                  <a:lnTo>
                    <a:pt x="208641" y="417804"/>
                  </a:lnTo>
                  <a:lnTo>
                    <a:pt x="160802" y="412287"/>
                  </a:lnTo>
                  <a:lnTo>
                    <a:pt x="116886" y="396571"/>
                  </a:lnTo>
                  <a:lnTo>
                    <a:pt x="78146" y="371911"/>
                  </a:lnTo>
                  <a:lnTo>
                    <a:pt x="45836" y="339560"/>
                  </a:lnTo>
                  <a:lnTo>
                    <a:pt x="21206" y="300772"/>
                  </a:lnTo>
                  <a:lnTo>
                    <a:pt x="5510" y="256801"/>
                  </a:lnTo>
                  <a:lnTo>
                    <a:pt x="0" y="208902"/>
                  </a:lnTo>
                  <a:close/>
                </a:path>
              </a:pathLst>
            </a:custGeom>
            <a:ln w="18858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261283" y="4555206"/>
            <a:ext cx="369234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9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324" spc="-4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324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315148" y="4172622"/>
            <a:ext cx="204507" cy="438710"/>
            <a:chOff x="3604767" y="4728971"/>
            <a:chExt cx="231775" cy="497205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04767" y="4728971"/>
              <a:ext cx="231648" cy="49682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677441" y="4744059"/>
              <a:ext cx="87630" cy="352425"/>
            </a:xfrm>
            <a:custGeom>
              <a:avLst/>
              <a:gdLst/>
              <a:ahLst/>
              <a:cxnLst/>
              <a:rect l="l" t="t" r="r" b="b"/>
              <a:pathLst>
                <a:path w="87629" h="352425">
                  <a:moveTo>
                    <a:pt x="10690" y="265304"/>
                  </a:moveTo>
                  <a:lnTo>
                    <a:pt x="1616" y="270398"/>
                  </a:lnTo>
                  <a:lnTo>
                    <a:pt x="0" y="276146"/>
                  </a:lnTo>
                  <a:lnTo>
                    <a:pt x="42438" y="351932"/>
                  </a:lnTo>
                  <a:lnTo>
                    <a:pt x="53675" y="333380"/>
                  </a:lnTo>
                  <a:lnTo>
                    <a:pt x="52175" y="333380"/>
                  </a:lnTo>
                  <a:lnTo>
                    <a:pt x="33340" y="333057"/>
                  </a:lnTo>
                  <a:lnTo>
                    <a:pt x="33934" y="298179"/>
                  </a:lnTo>
                  <a:lnTo>
                    <a:pt x="16432" y="266922"/>
                  </a:lnTo>
                  <a:lnTo>
                    <a:pt x="10690" y="265304"/>
                  </a:lnTo>
                  <a:close/>
                </a:path>
                <a:path w="87629" h="352425">
                  <a:moveTo>
                    <a:pt x="33934" y="298179"/>
                  </a:moveTo>
                  <a:lnTo>
                    <a:pt x="33340" y="333057"/>
                  </a:lnTo>
                  <a:lnTo>
                    <a:pt x="52175" y="333380"/>
                  </a:lnTo>
                  <a:lnTo>
                    <a:pt x="52256" y="328606"/>
                  </a:lnTo>
                  <a:lnTo>
                    <a:pt x="50972" y="328606"/>
                  </a:lnTo>
                  <a:lnTo>
                    <a:pt x="34704" y="328328"/>
                  </a:lnTo>
                  <a:lnTo>
                    <a:pt x="43076" y="314504"/>
                  </a:lnTo>
                  <a:lnTo>
                    <a:pt x="33934" y="298179"/>
                  </a:lnTo>
                  <a:close/>
                </a:path>
                <a:path w="87629" h="352425">
                  <a:moveTo>
                    <a:pt x="77120" y="266439"/>
                  </a:moveTo>
                  <a:lnTo>
                    <a:pt x="71328" y="267860"/>
                  </a:lnTo>
                  <a:lnTo>
                    <a:pt x="52770" y="298500"/>
                  </a:lnTo>
                  <a:lnTo>
                    <a:pt x="52175" y="333380"/>
                  </a:lnTo>
                  <a:lnTo>
                    <a:pt x="53675" y="333380"/>
                  </a:lnTo>
                  <a:lnTo>
                    <a:pt x="87435" y="277641"/>
                  </a:lnTo>
                  <a:lnTo>
                    <a:pt x="86017" y="271842"/>
                  </a:lnTo>
                  <a:lnTo>
                    <a:pt x="77120" y="266439"/>
                  </a:lnTo>
                  <a:close/>
                </a:path>
                <a:path w="87629" h="352425">
                  <a:moveTo>
                    <a:pt x="43076" y="314504"/>
                  </a:moveTo>
                  <a:lnTo>
                    <a:pt x="34704" y="328328"/>
                  </a:lnTo>
                  <a:lnTo>
                    <a:pt x="50972" y="328606"/>
                  </a:lnTo>
                  <a:lnTo>
                    <a:pt x="43076" y="314504"/>
                  </a:lnTo>
                  <a:close/>
                </a:path>
                <a:path w="87629" h="352425">
                  <a:moveTo>
                    <a:pt x="52770" y="298500"/>
                  </a:moveTo>
                  <a:lnTo>
                    <a:pt x="43076" y="314504"/>
                  </a:lnTo>
                  <a:lnTo>
                    <a:pt x="50972" y="328606"/>
                  </a:lnTo>
                  <a:lnTo>
                    <a:pt x="52256" y="328606"/>
                  </a:lnTo>
                  <a:lnTo>
                    <a:pt x="52770" y="298500"/>
                  </a:lnTo>
                  <a:close/>
                </a:path>
                <a:path w="87629" h="352425">
                  <a:moveTo>
                    <a:pt x="39020" y="0"/>
                  </a:moveTo>
                  <a:lnTo>
                    <a:pt x="33934" y="298179"/>
                  </a:lnTo>
                  <a:lnTo>
                    <a:pt x="43076" y="314504"/>
                  </a:lnTo>
                  <a:lnTo>
                    <a:pt x="52770" y="298500"/>
                  </a:lnTo>
                  <a:lnTo>
                    <a:pt x="57856" y="321"/>
                  </a:lnTo>
                  <a:lnTo>
                    <a:pt x="3902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74318" y="2070105"/>
            <a:ext cx="2575672" cy="147556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00071">
              <a:spcBef>
                <a:spcPts val="88"/>
              </a:spcBef>
            </a:pPr>
            <a:r>
              <a:rPr sz="1853" spc="-13" dirty="0">
                <a:solidFill>
                  <a:srgbClr val="B0007E"/>
                </a:solidFill>
                <a:latin typeface="Calibri"/>
                <a:cs typeface="Calibri"/>
              </a:rPr>
              <a:t>Choice</a:t>
            </a:r>
            <a:r>
              <a:rPr sz="1853" spc="-31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4" dirty="0">
                <a:solidFill>
                  <a:srgbClr val="B0007E"/>
                </a:solidFill>
                <a:latin typeface="Calibri"/>
                <a:cs typeface="Calibri"/>
              </a:rPr>
              <a:t>2:</a:t>
            </a:r>
            <a:r>
              <a:rPr sz="1853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853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2B2728"/>
                </a:solidFill>
                <a:latin typeface="Calibri"/>
                <a:cs typeface="Calibri"/>
              </a:rPr>
              <a:t>on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53" dirty="0">
                <a:solidFill>
                  <a:srgbClr val="2B2728"/>
                </a:solidFill>
                <a:latin typeface="Calibri"/>
                <a:cs typeface="Calibri"/>
              </a:rPr>
              <a:t>Term</a:t>
            </a:r>
            <a:endParaRPr sz="1853">
              <a:latin typeface="Calibri"/>
              <a:cs typeface="Calibri"/>
            </a:endParaRPr>
          </a:p>
          <a:p>
            <a:pPr>
              <a:spcBef>
                <a:spcPts val="31"/>
              </a:spcBef>
            </a:pPr>
            <a:endParaRPr sz="1677">
              <a:latin typeface="Calibri"/>
              <a:cs typeface="Calibri"/>
            </a:endParaRPr>
          </a:p>
          <a:p>
            <a:pPr marL="11206">
              <a:lnSpc>
                <a:spcPts val="1544"/>
              </a:lnSpc>
              <a:tabLst>
                <a:tab pos="1400250" algn="l"/>
              </a:tabLst>
            </a:pPr>
            <a:r>
              <a:rPr sz="1985" b="1" spc="-13" baseline="1851" dirty="0">
                <a:solidFill>
                  <a:srgbClr val="2B2728"/>
                </a:solidFill>
                <a:latin typeface="Calibri"/>
                <a:cs typeface="Calibri"/>
              </a:rPr>
              <a:t>Loan</a:t>
            </a:r>
            <a:r>
              <a:rPr sz="1985" b="1" spc="-19" baseline="1851" dirty="0">
                <a:solidFill>
                  <a:srgbClr val="2B2728"/>
                </a:solidFill>
                <a:latin typeface="Calibri"/>
                <a:cs typeface="Calibri"/>
              </a:rPr>
              <a:t> status:	</a:t>
            </a: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324">
              <a:latin typeface="Calibri"/>
              <a:cs typeface="Calibri"/>
            </a:endParaRPr>
          </a:p>
          <a:p>
            <a:pPr marL="11206">
              <a:lnSpc>
                <a:spcPts val="1544"/>
              </a:lnSpc>
              <a:tabLst>
                <a:tab pos="1353182" algn="l"/>
              </a:tabLst>
            </a:pPr>
            <a:r>
              <a:rPr sz="1985" spc="-26" baseline="1851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985" spc="430" baseline="1851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985" spc="-6" baseline="1851" dirty="0">
                <a:solidFill>
                  <a:srgbClr val="FC5507"/>
                </a:solidFill>
                <a:latin typeface="Calibri"/>
                <a:cs typeface="Calibri"/>
              </a:rPr>
              <a:t>Risky	</a:t>
            </a: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22</a:t>
            </a:r>
            <a:r>
              <a:rPr sz="1324" spc="190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324">
              <a:latin typeface="Calibri"/>
              <a:cs typeface="Calibri"/>
            </a:endParaRPr>
          </a:p>
          <a:p>
            <a:pPr>
              <a:spcBef>
                <a:spcPts val="31"/>
              </a:spcBef>
            </a:pPr>
            <a:endParaRPr sz="2338">
              <a:latin typeface="Calibri"/>
              <a:cs typeface="Calibri"/>
            </a:endParaRPr>
          </a:p>
          <a:p>
            <a:pPr marL="1371113"/>
            <a:r>
              <a:rPr sz="1147" spc="-9" dirty="0">
                <a:solidFill>
                  <a:srgbClr val="2B2728"/>
                </a:solidFill>
                <a:latin typeface="Calibri"/>
                <a:cs typeface="Calibri"/>
              </a:rPr>
              <a:t>Term?</a:t>
            </a:r>
            <a:endParaRPr sz="1147">
              <a:latin typeface="Calibri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7393" y="4141311"/>
            <a:ext cx="128710" cy="25294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33</a:t>
            </a:fld>
            <a:endParaRPr dirty="0"/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36" name="object 36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BD46AE19-11A9-46D0-8E84-F02D7D20ACA3}" type="datetime1">
              <a:rPr lang="en-US" spc="-9" smtClean="0"/>
              <a:t>3/24/2022</a:t>
            </a:fld>
            <a:endParaRPr spc="-9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123" y="1245811"/>
            <a:ext cx="6459091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26" dirty="0"/>
              <a:t>Evaluating</a:t>
            </a:r>
            <a:r>
              <a:rPr spc="-31" dirty="0"/>
              <a:t> </a:t>
            </a:r>
            <a:r>
              <a:rPr spc="-13" dirty="0"/>
              <a:t>the</a:t>
            </a:r>
            <a:r>
              <a:rPr spc="-35" dirty="0"/>
              <a:t> </a:t>
            </a:r>
            <a:r>
              <a:rPr spc="-9" dirty="0"/>
              <a:t>split</a:t>
            </a:r>
            <a:r>
              <a:rPr spc="-31" dirty="0"/>
              <a:t> </a:t>
            </a:r>
            <a:r>
              <a:rPr spc="-9" dirty="0"/>
              <a:t>on</a:t>
            </a:r>
            <a:r>
              <a:rPr spc="-44" dirty="0"/>
              <a:t> </a:t>
            </a:r>
            <a:r>
              <a:rPr spc="-79" dirty="0">
                <a:solidFill>
                  <a:srgbClr val="B0007E"/>
                </a:solidFill>
              </a:rPr>
              <a:t>Term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78917" y="2597736"/>
            <a:ext cx="2394137" cy="1631576"/>
            <a:chOff x="1297039" y="2944101"/>
            <a:chExt cx="2713355" cy="1849120"/>
          </a:xfrm>
        </p:grpSpPr>
        <p:sp>
          <p:nvSpPr>
            <p:cNvPr id="4" name="object 4"/>
            <p:cNvSpPr/>
            <p:nvPr/>
          </p:nvSpPr>
          <p:spPr>
            <a:xfrm>
              <a:off x="2325872" y="2953626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30" h="517525">
                  <a:moveTo>
                    <a:pt x="785821" y="0"/>
                  </a:moveTo>
                  <a:lnTo>
                    <a:pt x="0" y="0"/>
                  </a:lnTo>
                  <a:lnTo>
                    <a:pt x="0" y="517208"/>
                  </a:lnTo>
                  <a:lnTo>
                    <a:pt x="785821" y="517208"/>
                  </a:lnTo>
                  <a:lnTo>
                    <a:pt x="785821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325872" y="2953626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30" h="517525">
                  <a:moveTo>
                    <a:pt x="0" y="0"/>
                  </a:moveTo>
                  <a:lnTo>
                    <a:pt x="785821" y="0"/>
                  </a:lnTo>
                  <a:lnTo>
                    <a:pt x="785821" y="517208"/>
                  </a:lnTo>
                  <a:lnTo>
                    <a:pt x="0" y="517208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11447" y="4128516"/>
              <a:ext cx="298703" cy="6644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06564" y="4222022"/>
              <a:ext cx="969010" cy="515620"/>
            </a:xfrm>
            <a:custGeom>
              <a:avLst/>
              <a:gdLst/>
              <a:ahLst/>
              <a:cxnLst/>
              <a:rect l="l" t="t" r="r" b="b"/>
              <a:pathLst>
                <a:path w="969010" h="515620">
                  <a:moveTo>
                    <a:pt x="968471" y="0"/>
                  </a:moveTo>
                  <a:lnTo>
                    <a:pt x="0" y="0"/>
                  </a:lnTo>
                  <a:lnTo>
                    <a:pt x="0" y="515421"/>
                  </a:lnTo>
                  <a:lnTo>
                    <a:pt x="968471" y="515421"/>
                  </a:lnTo>
                  <a:lnTo>
                    <a:pt x="968471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1306564" y="4222022"/>
              <a:ext cx="969010" cy="515620"/>
            </a:xfrm>
            <a:custGeom>
              <a:avLst/>
              <a:gdLst/>
              <a:ahLst/>
              <a:cxnLst/>
              <a:rect l="l" t="t" r="r" b="b"/>
              <a:pathLst>
                <a:path w="969010" h="515620">
                  <a:moveTo>
                    <a:pt x="0" y="0"/>
                  </a:moveTo>
                  <a:lnTo>
                    <a:pt x="968472" y="0"/>
                  </a:lnTo>
                  <a:lnTo>
                    <a:pt x="968472" y="515421"/>
                  </a:lnTo>
                  <a:lnTo>
                    <a:pt x="0" y="515421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64274" y="3737625"/>
            <a:ext cx="501463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324" spc="-6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324">
              <a:latin typeface="Calibri"/>
              <a:cs typeface="Calibri"/>
            </a:endParaRPr>
          </a:p>
          <a:p>
            <a:pPr marL="67799">
              <a:lnSpc>
                <a:spcPts val="1544"/>
              </a:lnSpc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16</a:t>
            </a:r>
            <a:r>
              <a:rPr sz="1324" spc="221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40007" y="3722101"/>
            <a:ext cx="810185" cy="472888"/>
            <a:chOff x="3292941" y="4218381"/>
            <a:chExt cx="918210" cy="535940"/>
          </a:xfrm>
        </p:grpSpPr>
        <p:sp>
          <p:nvSpPr>
            <p:cNvPr id="11" name="object 11"/>
            <p:cNvSpPr/>
            <p:nvPr/>
          </p:nvSpPr>
          <p:spPr>
            <a:xfrm>
              <a:off x="3302466" y="4227906"/>
              <a:ext cx="899160" cy="516890"/>
            </a:xfrm>
            <a:custGeom>
              <a:avLst/>
              <a:gdLst/>
              <a:ahLst/>
              <a:cxnLst/>
              <a:rect l="l" t="t" r="r" b="b"/>
              <a:pathLst>
                <a:path w="899160" h="516889">
                  <a:moveTo>
                    <a:pt x="898804" y="0"/>
                  </a:moveTo>
                  <a:lnTo>
                    <a:pt x="0" y="0"/>
                  </a:lnTo>
                  <a:lnTo>
                    <a:pt x="0" y="516313"/>
                  </a:lnTo>
                  <a:lnTo>
                    <a:pt x="898804" y="516313"/>
                  </a:lnTo>
                  <a:lnTo>
                    <a:pt x="898804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3302466" y="4227906"/>
              <a:ext cx="899160" cy="516890"/>
            </a:xfrm>
            <a:custGeom>
              <a:avLst/>
              <a:gdLst/>
              <a:ahLst/>
              <a:cxnLst/>
              <a:rect l="l" t="t" r="r" b="b"/>
              <a:pathLst>
                <a:path w="899160" h="516889">
                  <a:moveTo>
                    <a:pt x="0" y="0"/>
                  </a:moveTo>
                  <a:lnTo>
                    <a:pt x="898804" y="0"/>
                  </a:lnTo>
                  <a:lnTo>
                    <a:pt x="898804" y="516314"/>
                  </a:lnTo>
                  <a:lnTo>
                    <a:pt x="0" y="516314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94628" y="3743003"/>
            <a:ext cx="501463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324" spc="-6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324">
              <a:latin typeface="Calibri"/>
              <a:cs typeface="Calibri"/>
            </a:endParaRPr>
          </a:p>
          <a:p>
            <a:pPr marL="67799">
              <a:lnSpc>
                <a:spcPts val="1544"/>
              </a:lnSpc>
            </a:pP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6</a:t>
            </a:r>
            <a:r>
              <a:rPr sz="1324" spc="216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4317" y="2616141"/>
            <a:ext cx="1776132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  <a:tabLst>
                <a:tab pos="1400250" algn="l"/>
              </a:tabLst>
            </a:pPr>
            <a:r>
              <a:rPr sz="1985" b="1" spc="-13" baseline="1851" dirty="0">
                <a:solidFill>
                  <a:srgbClr val="2B2728"/>
                </a:solidFill>
                <a:latin typeface="Calibri"/>
                <a:cs typeface="Calibri"/>
              </a:rPr>
              <a:t>Loan</a:t>
            </a:r>
            <a:r>
              <a:rPr sz="1985" b="1" spc="-19" baseline="1851" dirty="0">
                <a:solidFill>
                  <a:srgbClr val="2B2728"/>
                </a:solidFill>
                <a:latin typeface="Calibri"/>
                <a:cs typeface="Calibri"/>
              </a:rPr>
              <a:t> status:	</a:t>
            </a: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324">
              <a:latin typeface="Calibri"/>
              <a:cs typeface="Calibri"/>
            </a:endParaRPr>
          </a:p>
          <a:p>
            <a:pPr marL="11206">
              <a:lnSpc>
                <a:spcPts val="1544"/>
              </a:lnSpc>
              <a:tabLst>
                <a:tab pos="1353182" algn="l"/>
              </a:tabLst>
            </a:pPr>
            <a:r>
              <a:rPr sz="1985" spc="-26" baseline="1851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985" spc="430" baseline="1851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985" spc="-6" baseline="1851" dirty="0">
                <a:solidFill>
                  <a:srgbClr val="FC5507"/>
                </a:solidFill>
                <a:latin typeface="Calibri"/>
                <a:cs typeface="Calibri"/>
              </a:rPr>
              <a:t>Risky	</a:t>
            </a: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22</a:t>
            </a:r>
            <a:r>
              <a:rPr sz="1324" spc="202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57743" y="3299642"/>
            <a:ext cx="1151404" cy="368674"/>
            <a:chOff x="2066375" y="3739594"/>
            <a:chExt cx="1304925" cy="417830"/>
          </a:xfrm>
        </p:grpSpPr>
        <p:sp>
          <p:nvSpPr>
            <p:cNvPr id="16" name="object 16"/>
            <p:cNvSpPr/>
            <p:nvPr/>
          </p:nvSpPr>
          <p:spPr>
            <a:xfrm>
              <a:off x="2075900" y="3749119"/>
              <a:ext cx="1285875" cy="398780"/>
            </a:xfrm>
            <a:custGeom>
              <a:avLst/>
              <a:gdLst/>
              <a:ahLst/>
              <a:cxnLst/>
              <a:rect l="l" t="t" r="r" b="b"/>
              <a:pathLst>
                <a:path w="1285875" h="398779">
                  <a:moveTo>
                    <a:pt x="642884" y="0"/>
                  </a:moveTo>
                  <a:lnTo>
                    <a:pt x="0" y="199092"/>
                  </a:lnTo>
                  <a:lnTo>
                    <a:pt x="642884" y="398184"/>
                  </a:lnTo>
                  <a:lnTo>
                    <a:pt x="1285767" y="199092"/>
                  </a:lnTo>
                  <a:lnTo>
                    <a:pt x="642884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2075900" y="3749119"/>
              <a:ext cx="1285875" cy="398780"/>
            </a:xfrm>
            <a:custGeom>
              <a:avLst/>
              <a:gdLst/>
              <a:ahLst/>
              <a:cxnLst/>
              <a:rect l="l" t="t" r="r" b="b"/>
              <a:pathLst>
                <a:path w="1285875" h="398779">
                  <a:moveTo>
                    <a:pt x="0" y="199092"/>
                  </a:moveTo>
                  <a:lnTo>
                    <a:pt x="642883" y="0"/>
                  </a:lnTo>
                  <a:lnTo>
                    <a:pt x="1285766" y="199092"/>
                  </a:lnTo>
                  <a:lnTo>
                    <a:pt x="642883" y="398184"/>
                  </a:lnTo>
                  <a:lnTo>
                    <a:pt x="0" y="199092"/>
                  </a:lnTo>
                  <a:close/>
                </a:path>
              </a:pathLst>
            </a:custGeom>
            <a:ln w="18859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34570" y="3375479"/>
            <a:ext cx="395567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93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147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147" spc="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147" spc="22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147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147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68329" y="3062501"/>
            <a:ext cx="2185147" cy="1805268"/>
            <a:chOff x="1285039" y="3470835"/>
            <a:chExt cx="2476500" cy="2045970"/>
          </a:xfrm>
        </p:grpSpPr>
        <p:sp>
          <p:nvSpPr>
            <p:cNvPr id="20" name="object 20"/>
            <p:cNvSpPr/>
            <p:nvPr/>
          </p:nvSpPr>
          <p:spPr>
            <a:xfrm>
              <a:off x="1790800" y="3948212"/>
              <a:ext cx="285115" cy="274320"/>
            </a:xfrm>
            <a:custGeom>
              <a:avLst/>
              <a:gdLst/>
              <a:ahLst/>
              <a:cxnLst/>
              <a:rect l="l" t="t" r="r" b="b"/>
              <a:pathLst>
                <a:path w="285114" h="274320">
                  <a:moveTo>
                    <a:pt x="285099" y="0"/>
                  </a:moveTo>
                  <a:lnTo>
                    <a:pt x="0" y="0"/>
                  </a:lnTo>
                  <a:lnTo>
                    <a:pt x="0" y="273810"/>
                  </a:lnTo>
                </a:path>
              </a:pathLst>
            </a:custGeom>
            <a:ln w="1885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3361667" y="3948212"/>
              <a:ext cx="390525" cy="280035"/>
            </a:xfrm>
            <a:custGeom>
              <a:avLst/>
              <a:gdLst/>
              <a:ahLst/>
              <a:cxnLst/>
              <a:rect l="l" t="t" r="r" b="b"/>
              <a:pathLst>
                <a:path w="390525" h="280035">
                  <a:moveTo>
                    <a:pt x="0" y="0"/>
                  </a:moveTo>
                  <a:lnTo>
                    <a:pt x="390201" y="0"/>
                  </a:lnTo>
                  <a:lnTo>
                    <a:pt x="390201" y="279693"/>
                  </a:lnTo>
                </a:path>
              </a:pathLst>
            </a:custGeom>
            <a:ln w="18853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2675059" y="3470835"/>
              <a:ext cx="87630" cy="278765"/>
            </a:xfrm>
            <a:custGeom>
              <a:avLst/>
              <a:gdLst/>
              <a:ahLst/>
              <a:cxnLst/>
              <a:rect l="l" t="t" r="r" b="b"/>
              <a:pathLst>
                <a:path w="87630" h="278764">
                  <a:moveTo>
                    <a:pt x="10505" y="192256"/>
                  </a:moveTo>
                  <a:lnTo>
                    <a:pt x="1517" y="197505"/>
                  </a:lnTo>
                  <a:lnTo>
                    <a:pt x="0" y="203280"/>
                  </a:lnTo>
                  <a:lnTo>
                    <a:pt x="43724" y="278329"/>
                  </a:lnTo>
                  <a:lnTo>
                    <a:pt x="54629" y="259612"/>
                  </a:lnTo>
                  <a:lnTo>
                    <a:pt x="34305" y="259612"/>
                  </a:lnTo>
                  <a:lnTo>
                    <a:pt x="34305" y="224727"/>
                  </a:lnTo>
                  <a:lnTo>
                    <a:pt x="16272" y="193775"/>
                  </a:lnTo>
                  <a:lnTo>
                    <a:pt x="10505" y="192256"/>
                  </a:lnTo>
                  <a:close/>
                </a:path>
                <a:path w="87630" h="278764">
                  <a:moveTo>
                    <a:pt x="34305" y="224727"/>
                  </a:moveTo>
                  <a:lnTo>
                    <a:pt x="34305" y="259612"/>
                  </a:lnTo>
                  <a:lnTo>
                    <a:pt x="53144" y="259612"/>
                  </a:lnTo>
                  <a:lnTo>
                    <a:pt x="53144" y="254859"/>
                  </a:lnTo>
                  <a:lnTo>
                    <a:pt x="35589" y="254859"/>
                  </a:lnTo>
                  <a:lnTo>
                    <a:pt x="43724" y="240895"/>
                  </a:lnTo>
                  <a:lnTo>
                    <a:pt x="34305" y="224727"/>
                  </a:lnTo>
                  <a:close/>
                </a:path>
                <a:path w="87630" h="278764">
                  <a:moveTo>
                    <a:pt x="76944" y="192255"/>
                  </a:moveTo>
                  <a:lnTo>
                    <a:pt x="71177" y="193775"/>
                  </a:lnTo>
                  <a:lnTo>
                    <a:pt x="53144" y="224727"/>
                  </a:lnTo>
                  <a:lnTo>
                    <a:pt x="53144" y="259612"/>
                  </a:lnTo>
                  <a:lnTo>
                    <a:pt x="54629" y="259612"/>
                  </a:lnTo>
                  <a:lnTo>
                    <a:pt x="87449" y="203278"/>
                  </a:lnTo>
                  <a:lnTo>
                    <a:pt x="85930" y="197504"/>
                  </a:lnTo>
                  <a:lnTo>
                    <a:pt x="76944" y="192255"/>
                  </a:lnTo>
                  <a:close/>
                </a:path>
                <a:path w="87630" h="278764">
                  <a:moveTo>
                    <a:pt x="43724" y="240895"/>
                  </a:moveTo>
                  <a:lnTo>
                    <a:pt x="35589" y="254859"/>
                  </a:lnTo>
                  <a:lnTo>
                    <a:pt x="51860" y="254859"/>
                  </a:lnTo>
                  <a:lnTo>
                    <a:pt x="43724" y="240895"/>
                  </a:lnTo>
                  <a:close/>
                </a:path>
                <a:path w="87630" h="278764">
                  <a:moveTo>
                    <a:pt x="53144" y="224727"/>
                  </a:moveTo>
                  <a:lnTo>
                    <a:pt x="43724" y="240895"/>
                  </a:lnTo>
                  <a:lnTo>
                    <a:pt x="51860" y="254859"/>
                  </a:lnTo>
                  <a:lnTo>
                    <a:pt x="53144" y="254859"/>
                  </a:lnTo>
                  <a:lnTo>
                    <a:pt x="53144" y="224727"/>
                  </a:lnTo>
                  <a:close/>
                </a:path>
                <a:path w="87630" h="278764">
                  <a:moveTo>
                    <a:pt x="53143" y="0"/>
                  </a:moveTo>
                  <a:lnTo>
                    <a:pt x="34305" y="0"/>
                  </a:lnTo>
                  <a:lnTo>
                    <a:pt x="34305" y="224727"/>
                  </a:lnTo>
                  <a:lnTo>
                    <a:pt x="43724" y="240895"/>
                  </a:lnTo>
                  <a:lnTo>
                    <a:pt x="53144" y="224727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9287" y="4719827"/>
              <a:ext cx="231648" cy="49987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42362" y="4737282"/>
              <a:ext cx="87630" cy="352425"/>
            </a:xfrm>
            <a:custGeom>
              <a:avLst/>
              <a:gdLst/>
              <a:ahLst/>
              <a:cxnLst/>
              <a:rect l="l" t="t" r="r" b="b"/>
              <a:pathLst>
                <a:path w="87630" h="352425">
                  <a:moveTo>
                    <a:pt x="10690" y="265304"/>
                  </a:moveTo>
                  <a:lnTo>
                    <a:pt x="1615" y="270398"/>
                  </a:lnTo>
                  <a:lnTo>
                    <a:pt x="0" y="276146"/>
                  </a:lnTo>
                  <a:lnTo>
                    <a:pt x="42437" y="351933"/>
                  </a:lnTo>
                  <a:lnTo>
                    <a:pt x="53674" y="333380"/>
                  </a:lnTo>
                  <a:lnTo>
                    <a:pt x="52174" y="333380"/>
                  </a:lnTo>
                  <a:lnTo>
                    <a:pt x="33338" y="333058"/>
                  </a:lnTo>
                  <a:lnTo>
                    <a:pt x="33933" y="298178"/>
                  </a:lnTo>
                  <a:lnTo>
                    <a:pt x="16431" y="266922"/>
                  </a:lnTo>
                  <a:lnTo>
                    <a:pt x="10690" y="265304"/>
                  </a:lnTo>
                  <a:close/>
                </a:path>
                <a:path w="87630" h="352425">
                  <a:moveTo>
                    <a:pt x="33933" y="298178"/>
                  </a:moveTo>
                  <a:lnTo>
                    <a:pt x="33338" y="333058"/>
                  </a:lnTo>
                  <a:lnTo>
                    <a:pt x="52174" y="333380"/>
                  </a:lnTo>
                  <a:lnTo>
                    <a:pt x="52255" y="328606"/>
                  </a:lnTo>
                  <a:lnTo>
                    <a:pt x="50972" y="328606"/>
                  </a:lnTo>
                  <a:lnTo>
                    <a:pt x="34702" y="328328"/>
                  </a:lnTo>
                  <a:lnTo>
                    <a:pt x="43075" y="314504"/>
                  </a:lnTo>
                  <a:lnTo>
                    <a:pt x="33933" y="298178"/>
                  </a:lnTo>
                  <a:close/>
                </a:path>
                <a:path w="87630" h="352425">
                  <a:moveTo>
                    <a:pt x="77120" y="266440"/>
                  </a:moveTo>
                  <a:lnTo>
                    <a:pt x="71328" y="267860"/>
                  </a:lnTo>
                  <a:lnTo>
                    <a:pt x="52769" y="298501"/>
                  </a:lnTo>
                  <a:lnTo>
                    <a:pt x="52174" y="333380"/>
                  </a:lnTo>
                  <a:lnTo>
                    <a:pt x="53674" y="333380"/>
                  </a:lnTo>
                  <a:lnTo>
                    <a:pt x="87435" y="277642"/>
                  </a:lnTo>
                  <a:lnTo>
                    <a:pt x="86015" y="271842"/>
                  </a:lnTo>
                  <a:lnTo>
                    <a:pt x="77120" y="266440"/>
                  </a:lnTo>
                  <a:close/>
                </a:path>
                <a:path w="87630" h="352425">
                  <a:moveTo>
                    <a:pt x="43075" y="314504"/>
                  </a:moveTo>
                  <a:lnTo>
                    <a:pt x="34702" y="328328"/>
                  </a:lnTo>
                  <a:lnTo>
                    <a:pt x="50972" y="328606"/>
                  </a:lnTo>
                  <a:lnTo>
                    <a:pt x="43075" y="314504"/>
                  </a:lnTo>
                  <a:close/>
                </a:path>
                <a:path w="87630" h="352425">
                  <a:moveTo>
                    <a:pt x="52769" y="298501"/>
                  </a:moveTo>
                  <a:lnTo>
                    <a:pt x="43075" y="314504"/>
                  </a:lnTo>
                  <a:lnTo>
                    <a:pt x="50972" y="328606"/>
                  </a:lnTo>
                  <a:lnTo>
                    <a:pt x="52255" y="328606"/>
                  </a:lnTo>
                  <a:lnTo>
                    <a:pt x="52769" y="298501"/>
                  </a:lnTo>
                  <a:close/>
                </a:path>
                <a:path w="87630" h="352425">
                  <a:moveTo>
                    <a:pt x="39020" y="0"/>
                  </a:moveTo>
                  <a:lnTo>
                    <a:pt x="33933" y="298178"/>
                  </a:lnTo>
                  <a:lnTo>
                    <a:pt x="43075" y="314504"/>
                  </a:lnTo>
                  <a:lnTo>
                    <a:pt x="52769" y="298501"/>
                  </a:lnTo>
                  <a:lnTo>
                    <a:pt x="57856" y="322"/>
                  </a:lnTo>
                  <a:lnTo>
                    <a:pt x="3902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1294564" y="5089171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771829" y="0"/>
                  </a:moveTo>
                  <a:lnTo>
                    <a:pt x="208641" y="0"/>
                  </a:lnTo>
                  <a:lnTo>
                    <a:pt x="160802" y="5517"/>
                  </a:lnTo>
                  <a:lnTo>
                    <a:pt x="116886" y="21233"/>
                  </a:lnTo>
                  <a:lnTo>
                    <a:pt x="78147" y="45893"/>
                  </a:lnTo>
                  <a:lnTo>
                    <a:pt x="45836" y="78244"/>
                  </a:lnTo>
                  <a:lnTo>
                    <a:pt x="21206" y="117032"/>
                  </a:lnTo>
                  <a:lnTo>
                    <a:pt x="5510" y="161003"/>
                  </a:lnTo>
                  <a:lnTo>
                    <a:pt x="0" y="208902"/>
                  </a:lnTo>
                  <a:lnTo>
                    <a:pt x="5510" y="256802"/>
                  </a:lnTo>
                  <a:lnTo>
                    <a:pt x="21206" y="300772"/>
                  </a:lnTo>
                  <a:lnTo>
                    <a:pt x="45836" y="339560"/>
                  </a:lnTo>
                  <a:lnTo>
                    <a:pt x="78147" y="371912"/>
                  </a:lnTo>
                  <a:lnTo>
                    <a:pt x="116886" y="396572"/>
                  </a:lnTo>
                  <a:lnTo>
                    <a:pt x="160802" y="412288"/>
                  </a:lnTo>
                  <a:lnTo>
                    <a:pt x="208641" y="417805"/>
                  </a:lnTo>
                  <a:lnTo>
                    <a:pt x="771829" y="417805"/>
                  </a:lnTo>
                  <a:lnTo>
                    <a:pt x="819669" y="412288"/>
                  </a:lnTo>
                  <a:lnTo>
                    <a:pt x="863585" y="396572"/>
                  </a:lnTo>
                  <a:lnTo>
                    <a:pt x="902324" y="371912"/>
                  </a:lnTo>
                  <a:lnTo>
                    <a:pt x="934635" y="339560"/>
                  </a:lnTo>
                  <a:lnTo>
                    <a:pt x="959265" y="300772"/>
                  </a:lnTo>
                  <a:lnTo>
                    <a:pt x="974961" y="256802"/>
                  </a:lnTo>
                  <a:lnTo>
                    <a:pt x="980471" y="208902"/>
                  </a:lnTo>
                  <a:lnTo>
                    <a:pt x="974961" y="161003"/>
                  </a:lnTo>
                  <a:lnTo>
                    <a:pt x="959265" y="117032"/>
                  </a:lnTo>
                  <a:lnTo>
                    <a:pt x="934635" y="78244"/>
                  </a:lnTo>
                  <a:lnTo>
                    <a:pt x="902324" y="45893"/>
                  </a:lnTo>
                  <a:lnTo>
                    <a:pt x="863585" y="21233"/>
                  </a:lnTo>
                  <a:lnTo>
                    <a:pt x="819669" y="5517"/>
                  </a:lnTo>
                  <a:lnTo>
                    <a:pt x="771829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1294564" y="5089171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0" y="208902"/>
                  </a:moveTo>
                  <a:lnTo>
                    <a:pt x="5510" y="161003"/>
                  </a:lnTo>
                  <a:lnTo>
                    <a:pt x="21206" y="117032"/>
                  </a:lnTo>
                  <a:lnTo>
                    <a:pt x="45836" y="78244"/>
                  </a:lnTo>
                  <a:lnTo>
                    <a:pt x="78146" y="45893"/>
                  </a:lnTo>
                  <a:lnTo>
                    <a:pt x="116886" y="21233"/>
                  </a:lnTo>
                  <a:lnTo>
                    <a:pt x="160802" y="5517"/>
                  </a:lnTo>
                  <a:lnTo>
                    <a:pt x="208641" y="0"/>
                  </a:lnTo>
                  <a:lnTo>
                    <a:pt x="771829" y="0"/>
                  </a:lnTo>
                  <a:lnTo>
                    <a:pt x="819669" y="5517"/>
                  </a:lnTo>
                  <a:lnTo>
                    <a:pt x="863584" y="21233"/>
                  </a:lnTo>
                  <a:lnTo>
                    <a:pt x="902324" y="45893"/>
                  </a:lnTo>
                  <a:lnTo>
                    <a:pt x="934635" y="78244"/>
                  </a:lnTo>
                  <a:lnTo>
                    <a:pt x="959264" y="117032"/>
                  </a:lnTo>
                  <a:lnTo>
                    <a:pt x="974961" y="161003"/>
                  </a:lnTo>
                  <a:lnTo>
                    <a:pt x="980471" y="208902"/>
                  </a:lnTo>
                  <a:lnTo>
                    <a:pt x="974961" y="256801"/>
                  </a:lnTo>
                  <a:lnTo>
                    <a:pt x="959264" y="300772"/>
                  </a:lnTo>
                  <a:lnTo>
                    <a:pt x="934635" y="339560"/>
                  </a:lnTo>
                  <a:lnTo>
                    <a:pt x="902324" y="371911"/>
                  </a:lnTo>
                  <a:lnTo>
                    <a:pt x="863584" y="396571"/>
                  </a:lnTo>
                  <a:lnTo>
                    <a:pt x="819669" y="412287"/>
                  </a:lnTo>
                  <a:lnTo>
                    <a:pt x="771829" y="417804"/>
                  </a:lnTo>
                  <a:lnTo>
                    <a:pt x="208641" y="417804"/>
                  </a:lnTo>
                  <a:lnTo>
                    <a:pt x="160802" y="412287"/>
                  </a:lnTo>
                  <a:lnTo>
                    <a:pt x="116886" y="396571"/>
                  </a:lnTo>
                  <a:lnTo>
                    <a:pt x="78146" y="371911"/>
                  </a:lnTo>
                  <a:lnTo>
                    <a:pt x="45836" y="339560"/>
                  </a:lnTo>
                  <a:lnTo>
                    <a:pt x="21206" y="300772"/>
                  </a:lnTo>
                  <a:lnTo>
                    <a:pt x="5510" y="256801"/>
                  </a:lnTo>
                  <a:lnTo>
                    <a:pt x="0" y="208902"/>
                  </a:lnTo>
                  <a:close/>
                </a:path>
              </a:pathLst>
            </a:custGeom>
            <a:ln w="18858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60330" y="5253990"/>
            <a:ext cx="799539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4</a:t>
            </a:r>
            <a:r>
              <a:rPr sz="1412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spc="-4" dirty="0">
                <a:solidFill>
                  <a:srgbClr val="2B2728"/>
                </a:solidFill>
                <a:latin typeface="Calibri"/>
                <a:cs typeface="Calibri"/>
              </a:rPr>
              <a:t>mistakes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36176" y="5256680"/>
            <a:ext cx="799539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6</a:t>
            </a:r>
            <a:r>
              <a:rPr sz="1412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spc="-4" dirty="0">
                <a:solidFill>
                  <a:srgbClr val="2B2728"/>
                </a:solidFill>
                <a:latin typeface="Calibri"/>
                <a:cs typeface="Calibri"/>
              </a:rPr>
              <a:t>mistakes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55201" y="4557895"/>
            <a:ext cx="308722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324" spc="-13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324" spc="-4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324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003978" y="4480202"/>
            <a:ext cx="882463" cy="385482"/>
            <a:chOff x="3252108" y="5077562"/>
            <a:chExt cx="1000125" cy="436880"/>
          </a:xfrm>
        </p:grpSpPr>
        <p:sp>
          <p:nvSpPr>
            <p:cNvPr id="31" name="object 31"/>
            <p:cNvSpPr/>
            <p:nvPr/>
          </p:nvSpPr>
          <p:spPr>
            <a:xfrm>
              <a:off x="3261633" y="5087087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771828" y="0"/>
                  </a:moveTo>
                  <a:lnTo>
                    <a:pt x="208640" y="0"/>
                  </a:lnTo>
                  <a:lnTo>
                    <a:pt x="160801" y="5517"/>
                  </a:lnTo>
                  <a:lnTo>
                    <a:pt x="116885" y="21233"/>
                  </a:lnTo>
                  <a:lnTo>
                    <a:pt x="78146" y="45893"/>
                  </a:lnTo>
                  <a:lnTo>
                    <a:pt x="45835" y="78244"/>
                  </a:lnTo>
                  <a:lnTo>
                    <a:pt x="21206" y="117032"/>
                  </a:lnTo>
                  <a:lnTo>
                    <a:pt x="5510" y="161003"/>
                  </a:lnTo>
                  <a:lnTo>
                    <a:pt x="0" y="208903"/>
                  </a:lnTo>
                  <a:lnTo>
                    <a:pt x="5510" y="256802"/>
                  </a:lnTo>
                  <a:lnTo>
                    <a:pt x="21206" y="300773"/>
                  </a:lnTo>
                  <a:lnTo>
                    <a:pt x="45835" y="339561"/>
                  </a:lnTo>
                  <a:lnTo>
                    <a:pt x="78146" y="371912"/>
                  </a:lnTo>
                  <a:lnTo>
                    <a:pt x="116885" y="396572"/>
                  </a:lnTo>
                  <a:lnTo>
                    <a:pt x="160801" y="412288"/>
                  </a:lnTo>
                  <a:lnTo>
                    <a:pt x="208640" y="417805"/>
                  </a:lnTo>
                  <a:lnTo>
                    <a:pt x="771828" y="417805"/>
                  </a:lnTo>
                  <a:lnTo>
                    <a:pt x="819668" y="412288"/>
                  </a:lnTo>
                  <a:lnTo>
                    <a:pt x="863583" y="396572"/>
                  </a:lnTo>
                  <a:lnTo>
                    <a:pt x="902323" y="371912"/>
                  </a:lnTo>
                  <a:lnTo>
                    <a:pt x="934634" y="339561"/>
                  </a:lnTo>
                  <a:lnTo>
                    <a:pt x="959263" y="300773"/>
                  </a:lnTo>
                  <a:lnTo>
                    <a:pt x="974960" y="256802"/>
                  </a:lnTo>
                  <a:lnTo>
                    <a:pt x="980470" y="208903"/>
                  </a:lnTo>
                  <a:lnTo>
                    <a:pt x="974960" y="161003"/>
                  </a:lnTo>
                  <a:lnTo>
                    <a:pt x="959263" y="117032"/>
                  </a:lnTo>
                  <a:lnTo>
                    <a:pt x="934634" y="78244"/>
                  </a:lnTo>
                  <a:lnTo>
                    <a:pt x="902323" y="45893"/>
                  </a:lnTo>
                  <a:lnTo>
                    <a:pt x="863583" y="21233"/>
                  </a:lnTo>
                  <a:lnTo>
                    <a:pt x="819668" y="5517"/>
                  </a:lnTo>
                  <a:lnTo>
                    <a:pt x="771828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3261633" y="5087087"/>
              <a:ext cx="981075" cy="417830"/>
            </a:xfrm>
            <a:custGeom>
              <a:avLst/>
              <a:gdLst/>
              <a:ahLst/>
              <a:cxnLst/>
              <a:rect l="l" t="t" r="r" b="b"/>
              <a:pathLst>
                <a:path w="981075" h="417829">
                  <a:moveTo>
                    <a:pt x="0" y="208902"/>
                  </a:moveTo>
                  <a:lnTo>
                    <a:pt x="5510" y="161003"/>
                  </a:lnTo>
                  <a:lnTo>
                    <a:pt x="21206" y="117032"/>
                  </a:lnTo>
                  <a:lnTo>
                    <a:pt x="45836" y="78244"/>
                  </a:lnTo>
                  <a:lnTo>
                    <a:pt x="78146" y="45893"/>
                  </a:lnTo>
                  <a:lnTo>
                    <a:pt x="116886" y="21233"/>
                  </a:lnTo>
                  <a:lnTo>
                    <a:pt x="160802" y="5517"/>
                  </a:lnTo>
                  <a:lnTo>
                    <a:pt x="208641" y="0"/>
                  </a:lnTo>
                  <a:lnTo>
                    <a:pt x="771829" y="0"/>
                  </a:lnTo>
                  <a:lnTo>
                    <a:pt x="819669" y="5517"/>
                  </a:lnTo>
                  <a:lnTo>
                    <a:pt x="863584" y="21233"/>
                  </a:lnTo>
                  <a:lnTo>
                    <a:pt x="902324" y="45893"/>
                  </a:lnTo>
                  <a:lnTo>
                    <a:pt x="934635" y="78244"/>
                  </a:lnTo>
                  <a:lnTo>
                    <a:pt x="959264" y="117032"/>
                  </a:lnTo>
                  <a:lnTo>
                    <a:pt x="974961" y="161003"/>
                  </a:lnTo>
                  <a:lnTo>
                    <a:pt x="980471" y="208902"/>
                  </a:lnTo>
                  <a:lnTo>
                    <a:pt x="974961" y="256801"/>
                  </a:lnTo>
                  <a:lnTo>
                    <a:pt x="959264" y="300772"/>
                  </a:lnTo>
                  <a:lnTo>
                    <a:pt x="934635" y="339560"/>
                  </a:lnTo>
                  <a:lnTo>
                    <a:pt x="902324" y="371911"/>
                  </a:lnTo>
                  <a:lnTo>
                    <a:pt x="863584" y="396571"/>
                  </a:lnTo>
                  <a:lnTo>
                    <a:pt x="819669" y="412287"/>
                  </a:lnTo>
                  <a:lnTo>
                    <a:pt x="771829" y="417804"/>
                  </a:lnTo>
                  <a:lnTo>
                    <a:pt x="208641" y="417804"/>
                  </a:lnTo>
                  <a:lnTo>
                    <a:pt x="160802" y="412287"/>
                  </a:lnTo>
                  <a:lnTo>
                    <a:pt x="116886" y="396571"/>
                  </a:lnTo>
                  <a:lnTo>
                    <a:pt x="78146" y="371911"/>
                  </a:lnTo>
                  <a:lnTo>
                    <a:pt x="45836" y="339560"/>
                  </a:lnTo>
                  <a:lnTo>
                    <a:pt x="21206" y="300772"/>
                  </a:lnTo>
                  <a:lnTo>
                    <a:pt x="5510" y="256801"/>
                  </a:lnTo>
                  <a:lnTo>
                    <a:pt x="0" y="208902"/>
                  </a:lnTo>
                  <a:close/>
                </a:path>
              </a:pathLst>
            </a:custGeom>
            <a:ln w="18858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261283" y="4555206"/>
            <a:ext cx="369234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9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324" spc="-4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324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315148" y="4172622"/>
            <a:ext cx="204507" cy="438710"/>
            <a:chOff x="3604767" y="4728971"/>
            <a:chExt cx="231775" cy="497205"/>
          </a:xfrm>
        </p:grpSpPr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04767" y="4728971"/>
              <a:ext cx="231648" cy="49682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677441" y="4744059"/>
              <a:ext cx="87630" cy="352425"/>
            </a:xfrm>
            <a:custGeom>
              <a:avLst/>
              <a:gdLst/>
              <a:ahLst/>
              <a:cxnLst/>
              <a:rect l="l" t="t" r="r" b="b"/>
              <a:pathLst>
                <a:path w="87629" h="352425">
                  <a:moveTo>
                    <a:pt x="10690" y="265304"/>
                  </a:moveTo>
                  <a:lnTo>
                    <a:pt x="1616" y="270398"/>
                  </a:lnTo>
                  <a:lnTo>
                    <a:pt x="0" y="276146"/>
                  </a:lnTo>
                  <a:lnTo>
                    <a:pt x="42438" y="351932"/>
                  </a:lnTo>
                  <a:lnTo>
                    <a:pt x="53675" y="333380"/>
                  </a:lnTo>
                  <a:lnTo>
                    <a:pt x="52175" y="333380"/>
                  </a:lnTo>
                  <a:lnTo>
                    <a:pt x="33340" y="333057"/>
                  </a:lnTo>
                  <a:lnTo>
                    <a:pt x="33934" y="298179"/>
                  </a:lnTo>
                  <a:lnTo>
                    <a:pt x="16432" y="266922"/>
                  </a:lnTo>
                  <a:lnTo>
                    <a:pt x="10690" y="265304"/>
                  </a:lnTo>
                  <a:close/>
                </a:path>
                <a:path w="87629" h="352425">
                  <a:moveTo>
                    <a:pt x="33934" y="298179"/>
                  </a:moveTo>
                  <a:lnTo>
                    <a:pt x="33340" y="333057"/>
                  </a:lnTo>
                  <a:lnTo>
                    <a:pt x="52175" y="333380"/>
                  </a:lnTo>
                  <a:lnTo>
                    <a:pt x="52256" y="328606"/>
                  </a:lnTo>
                  <a:lnTo>
                    <a:pt x="50972" y="328606"/>
                  </a:lnTo>
                  <a:lnTo>
                    <a:pt x="34704" y="328328"/>
                  </a:lnTo>
                  <a:lnTo>
                    <a:pt x="43076" y="314504"/>
                  </a:lnTo>
                  <a:lnTo>
                    <a:pt x="33934" y="298179"/>
                  </a:lnTo>
                  <a:close/>
                </a:path>
                <a:path w="87629" h="352425">
                  <a:moveTo>
                    <a:pt x="77120" y="266439"/>
                  </a:moveTo>
                  <a:lnTo>
                    <a:pt x="71328" y="267860"/>
                  </a:lnTo>
                  <a:lnTo>
                    <a:pt x="52770" y="298500"/>
                  </a:lnTo>
                  <a:lnTo>
                    <a:pt x="52175" y="333380"/>
                  </a:lnTo>
                  <a:lnTo>
                    <a:pt x="53675" y="333380"/>
                  </a:lnTo>
                  <a:lnTo>
                    <a:pt x="87435" y="277641"/>
                  </a:lnTo>
                  <a:lnTo>
                    <a:pt x="86017" y="271842"/>
                  </a:lnTo>
                  <a:lnTo>
                    <a:pt x="77120" y="266439"/>
                  </a:lnTo>
                  <a:close/>
                </a:path>
                <a:path w="87629" h="352425">
                  <a:moveTo>
                    <a:pt x="43076" y="314504"/>
                  </a:moveTo>
                  <a:lnTo>
                    <a:pt x="34704" y="328328"/>
                  </a:lnTo>
                  <a:lnTo>
                    <a:pt x="50972" y="328606"/>
                  </a:lnTo>
                  <a:lnTo>
                    <a:pt x="43076" y="314504"/>
                  </a:lnTo>
                  <a:close/>
                </a:path>
                <a:path w="87629" h="352425">
                  <a:moveTo>
                    <a:pt x="52770" y="298500"/>
                  </a:moveTo>
                  <a:lnTo>
                    <a:pt x="43076" y="314504"/>
                  </a:lnTo>
                  <a:lnTo>
                    <a:pt x="50972" y="328606"/>
                  </a:lnTo>
                  <a:lnTo>
                    <a:pt x="52256" y="328606"/>
                  </a:lnTo>
                  <a:lnTo>
                    <a:pt x="52770" y="298500"/>
                  </a:lnTo>
                  <a:close/>
                </a:path>
                <a:path w="87629" h="352425">
                  <a:moveTo>
                    <a:pt x="39020" y="0"/>
                  </a:moveTo>
                  <a:lnTo>
                    <a:pt x="33934" y="298179"/>
                  </a:lnTo>
                  <a:lnTo>
                    <a:pt x="43076" y="314504"/>
                  </a:lnTo>
                  <a:lnTo>
                    <a:pt x="52770" y="298500"/>
                  </a:lnTo>
                  <a:lnTo>
                    <a:pt x="57856" y="321"/>
                  </a:lnTo>
                  <a:lnTo>
                    <a:pt x="3902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7" name="object 37"/>
          <p:cNvSpPr/>
          <p:nvPr/>
        </p:nvSpPr>
        <p:spPr>
          <a:xfrm>
            <a:off x="1681964" y="4916529"/>
            <a:ext cx="81243" cy="323850"/>
          </a:xfrm>
          <a:custGeom>
            <a:avLst/>
            <a:gdLst/>
            <a:ahLst/>
            <a:cxnLst/>
            <a:rect l="l" t="t" r="r" b="b"/>
            <a:pathLst>
              <a:path w="92075" h="367029">
                <a:moveTo>
                  <a:pt x="61224" y="76625"/>
                </a:moveTo>
                <a:lnTo>
                  <a:pt x="30612" y="76625"/>
                </a:lnTo>
                <a:lnTo>
                  <a:pt x="30612" y="366750"/>
                </a:lnTo>
                <a:lnTo>
                  <a:pt x="61224" y="366750"/>
                </a:lnTo>
                <a:lnTo>
                  <a:pt x="61224" y="76625"/>
                </a:lnTo>
                <a:close/>
              </a:path>
              <a:path w="92075" h="367029">
                <a:moveTo>
                  <a:pt x="45918" y="0"/>
                </a:moveTo>
                <a:lnTo>
                  <a:pt x="0" y="91950"/>
                </a:lnTo>
                <a:lnTo>
                  <a:pt x="30612" y="91950"/>
                </a:lnTo>
                <a:lnTo>
                  <a:pt x="30612" y="76625"/>
                </a:lnTo>
                <a:lnTo>
                  <a:pt x="84183" y="76625"/>
                </a:lnTo>
                <a:lnTo>
                  <a:pt x="45918" y="0"/>
                </a:lnTo>
                <a:close/>
              </a:path>
              <a:path w="92075" h="367029">
                <a:moveTo>
                  <a:pt x="84183" y="76625"/>
                </a:moveTo>
                <a:lnTo>
                  <a:pt x="61224" y="76625"/>
                </a:lnTo>
                <a:lnTo>
                  <a:pt x="61224" y="91950"/>
                </a:lnTo>
                <a:lnTo>
                  <a:pt x="91836" y="91950"/>
                </a:lnTo>
                <a:lnTo>
                  <a:pt x="84183" y="76625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8" name="object 38"/>
          <p:cNvSpPr/>
          <p:nvPr/>
        </p:nvSpPr>
        <p:spPr>
          <a:xfrm>
            <a:off x="3424371" y="4929948"/>
            <a:ext cx="81243" cy="323850"/>
          </a:xfrm>
          <a:custGeom>
            <a:avLst/>
            <a:gdLst/>
            <a:ahLst/>
            <a:cxnLst/>
            <a:rect l="l" t="t" r="r" b="b"/>
            <a:pathLst>
              <a:path w="92075" h="367029">
                <a:moveTo>
                  <a:pt x="30612" y="91950"/>
                </a:moveTo>
                <a:lnTo>
                  <a:pt x="30612" y="366750"/>
                </a:lnTo>
                <a:lnTo>
                  <a:pt x="61224" y="366751"/>
                </a:lnTo>
                <a:lnTo>
                  <a:pt x="61224" y="91951"/>
                </a:lnTo>
                <a:lnTo>
                  <a:pt x="30612" y="91950"/>
                </a:lnTo>
                <a:close/>
              </a:path>
              <a:path w="92075" h="367029">
                <a:moveTo>
                  <a:pt x="84183" y="76625"/>
                </a:moveTo>
                <a:lnTo>
                  <a:pt x="61224" y="76625"/>
                </a:lnTo>
                <a:lnTo>
                  <a:pt x="61224" y="91951"/>
                </a:lnTo>
                <a:lnTo>
                  <a:pt x="91837" y="91951"/>
                </a:lnTo>
                <a:lnTo>
                  <a:pt x="84183" y="76625"/>
                </a:lnTo>
                <a:close/>
              </a:path>
              <a:path w="92075" h="367029">
                <a:moveTo>
                  <a:pt x="61224" y="76625"/>
                </a:moveTo>
                <a:lnTo>
                  <a:pt x="30612" y="76625"/>
                </a:lnTo>
                <a:lnTo>
                  <a:pt x="30612" y="91950"/>
                </a:lnTo>
                <a:lnTo>
                  <a:pt x="61224" y="91951"/>
                </a:lnTo>
                <a:lnTo>
                  <a:pt x="61224" y="76625"/>
                </a:lnTo>
                <a:close/>
              </a:path>
              <a:path w="92075" h="367029">
                <a:moveTo>
                  <a:pt x="45919" y="0"/>
                </a:moveTo>
                <a:lnTo>
                  <a:pt x="0" y="91950"/>
                </a:lnTo>
                <a:lnTo>
                  <a:pt x="30612" y="91950"/>
                </a:lnTo>
                <a:lnTo>
                  <a:pt x="30612" y="76625"/>
                </a:lnTo>
                <a:lnTo>
                  <a:pt x="84183" y="76625"/>
                </a:lnTo>
                <a:lnTo>
                  <a:pt x="45919" y="0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9" name="object 39"/>
          <p:cNvSpPr txBox="1"/>
          <p:nvPr/>
        </p:nvSpPr>
        <p:spPr>
          <a:xfrm>
            <a:off x="5259867" y="2919318"/>
            <a:ext cx="2261347" cy="977817"/>
          </a:xfrm>
          <a:prstGeom prst="rect">
            <a:avLst/>
          </a:prstGeom>
          <a:solidFill>
            <a:srgbClr val="B0007E"/>
          </a:solidFill>
          <a:ln w="18857">
            <a:solidFill>
              <a:srgbClr val="80005B"/>
            </a:solidFill>
          </a:ln>
        </p:spPr>
        <p:txBody>
          <a:bodyPr vert="horz" wrap="square" lIns="0" tIns="13447" rIns="0" bIns="0" rtlCol="0">
            <a:spAutoFit/>
          </a:bodyPr>
          <a:lstStyle/>
          <a:p>
            <a:pPr marL="59394">
              <a:spcBef>
                <a:spcPts val="106"/>
              </a:spcBef>
              <a:tabLst>
                <a:tab pos="1559941" algn="l"/>
              </a:tabLst>
            </a:pPr>
            <a:r>
              <a:rPr sz="2118" spc="-18" dirty="0">
                <a:solidFill>
                  <a:srgbClr val="FFFFFF"/>
                </a:solidFill>
                <a:latin typeface="Calibri"/>
                <a:cs typeface="Calibri"/>
              </a:rPr>
              <a:t>Error </a:t>
            </a:r>
            <a:r>
              <a:rPr sz="2118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118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706" spc="-4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706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30">
              <a:latin typeface="Calibri"/>
              <a:cs typeface="Calibri"/>
            </a:endParaRPr>
          </a:p>
          <a:p>
            <a:pPr marL="601788"/>
            <a:r>
              <a:rPr sz="2118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34</a:t>
            </a:fld>
            <a:endParaRPr dirty="0"/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F81ADD4A-9DA9-45B0-9D11-3CEEF6922BE0}" type="datetime1">
              <a:rPr lang="en-US" spc="-9" smtClean="0"/>
              <a:t>3/24/2022</a:t>
            </a:fld>
            <a:endParaRPr spc="-9" dirty="0"/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4410626" y="4137794"/>
          <a:ext cx="4041400" cy="13580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9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51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9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Tree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2886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9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Classification</a:t>
                      </a:r>
                      <a:r>
                        <a:rPr sz="19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2886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51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900" spc="-20" dirty="0">
                          <a:latin typeface="Calibri"/>
                          <a:cs typeface="Calibri"/>
                        </a:rPr>
                        <a:t>(root)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2326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0.45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2326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5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900" spc="-15" dirty="0">
                          <a:solidFill>
                            <a:srgbClr val="2B2728"/>
                          </a:solidFill>
                          <a:latin typeface="Calibri"/>
                          <a:cs typeface="Calibri"/>
                        </a:rPr>
                        <a:t>Split</a:t>
                      </a:r>
                      <a:r>
                        <a:rPr sz="1900" spc="-35" dirty="0">
                          <a:solidFill>
                            <a:srgbClr val="2B27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10" dirty="0">
                          <a:solidFill>
                            <a:srgbClr val="2B2728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1900" spc="-20" dirty="0">
                          <a:solidFill>
                            <a:srgbClr val="2B2728"/>
                          </a:solidFill>
                          <a:latin typeface="Calibri"/>
                          <a:cs typeface="Calibri"/>
                        </a:rPr>
                        <a:t> credit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456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900" spc="-5" dirty="0">
                          <a:latin typeface="Calibri"/>
                          <a:cs typeface="Calibri"/>
                        </a:rPr>
                        <a:t>0.2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456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513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900" spc="-15" dirty="0">
                          <a:solidFill>
                            <a:srgbClr val="2B2728"/>
                          </a:solidFill>
                          <a:latin typeface="Calibri"/>
                          <a:cs typeface="Calibri"/>
                        </a:rPr>
                        <a:t>Split</a:t>
                      </a:r>
                      <a:r>
                        <a:rPr sz="1900" spc="-35" dirty="0">
                          <a:solidFill>
                            <a:srgbClr val="2B27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10" dirty="0">
                          <a:solidFill>
                            <a:srgbClr val="2B2728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1900" spc="-25" dirty="0">
                          <a:solidFill>
                            <a:srgbClr val="2B27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20" dirty="0">
                          <a:solidFill>
                            <a:srgbClr val="2B2728"/>
                          </a:solidFill>
                          <a:latin typeface="Calibri"/>
                          <a:cs typeface="Calibri"/>
                        </a:rPr>
                        <a:t>term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4007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0.25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4007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1363630" y="2070105"/>
            <a:ext cx="218682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13" dirty="0">
                <a:solidFill>
                  <a:srgbClr val="B0007E"/>
                </a:solidFill>
                <a:latin typeface="Calibri"/>
                <a:cs typeface="Calibri"/>
              </a:rPr>
              <a:t>Choice</a:t>
            </a:r>
            <a:r>
              <a:rPr sz="1853" spc="-31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4" dirty="0">
                <a:solidFill>
                  <a:srgbClr val="B0007E"/>
                </a:solidFill>
                <a:latin typeface="Calibri"/>
                <a:cs typeface="Calibri"/>
              </a:rPr>
              <a:t>2:</a:t>
            </a:r>
            <a:r>
              <a:rPr sz="1853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853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2B2728"/>
                </a:solidFill>
                <a:latin typeface="Calibri"/>
                <a:cs typeface="Calibri"/>
              </a:rPr>
              <a:t>on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53" dirty="0">
                <a:solidFill>
                  <a:srgbClr val="2B2728"/>
                </a:solidFill>
                <a:latin typeface="Calibri"/>
                <a:cs typeface="Calibri"/>
              </a:rPr>
              <a:t>Term</a:t>
            </a:r>
            <a:endParaRPr sz="185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123" y="1202505"/>
            <a:ext cx="3133165" cy="1349046"/>
          </a:xfrm>
          <a:prstGeom prst="rect">
            <a:avLst/>
          </a:prstGeom>
        </p:spPr>
        <p:txBody>
          <a:bodyPr vert="horz" wrap="square" lIns="0" tIns="17929" rIns="0" bIns="0" rtlCol="0" anchor="ctr">
            <a:spAutoFit/>
          </a:bodyPr>
          <a:lstStyle/>
          <a:p>
            <a:pPr marL="11206" marR="4483">
              <a:lnSpc>
                <a:spcPct val="98500"/>
              </a:lnSpc>
              <a:spcBef>
                <a:spcPts val="141"/>
              </a:spcBef>
            </a:pPr>
            <a:r>
              <a:rPr spc="-13" dirty="0"/>
              <a:t>Choice</a:t>
            </a:r>
            <a:r>
              <a:rPr spc="-44" dirty="0"/>
              <a:t> </a:t>
            </a:r>
            <a:r>
              <a:rPr dirty="0"/>
              <a:t>1</a:t>
            </a:r>
            <a:r>
              <a:rPr spc="-40" dirty="0"/>
              <a:t> </a:t>
            </a:r>
            <a:r>
              <a:rPr spc="-18" dirty="0"/>
              <a:t>vs</a:t>
            </a:r>
            <a:r>
              <a:rPr spc="-40" dirty="0"/>
              <a:t> </a:t>
            </a:r>
            <a:r>
              <a:rPr spc="-13" dirty="0"/>
              <a:t>Choice</a:t>
            </a:r>
            <a:r>
              <a:rPr spc="-40" dirty="0"/>
              <a:t> </a:t>
            </a:r>
            <a:r>
              <a:rPr spc="-13" dirty="0"/>
              <a:t>2: </a:t>
            </a:r>
            <a:r>
              <a:rPr spc="-644" dirty="0"/>
              <a:t> </a:t>
            </a:r>
            <a:r>
              <a:rPr spc="-18" dirty="0"/>
              <a:t>Comparing </a:t>
            </a:r>
            <a:r>
              <a:rPr spc="-13" dirty="0"/>
              <a:t>split </a:t>
            </a:r>
            <a:r>
              <a:rPr spc="-18" dirty="0"/>
              <a:t>on </a:t>
            </a:r>
            <a:r>
              <a:rPr spc="-13" dirty="0"/>
              <a:t> </a:t>
            </a:r>
            <a:r>
              <a:rPr spc="-22" dirty="0">
                <a:solidFill>
                  <a:srgbClr val="B0007E"/>
                </a:solidFill>
              </a:rPr>
              <a:t>Credit</a:t>
            </a:r>
            <a:r>
              <a:rPr spc="-13" dirty="0">
                <a:solidFill>
                  <a:srgbClr val="B0007E"/>
                </a:solidFill>
              </a:rPr>
              <a:t> </a:t>
            </a:r>
            <a:r>
              <a:rPr spc="-18" dirty="0"/>
              <a:t>vs</a:t>
            </a:r>
            <a:r>
              <a:rPr spc="-22" dirty="0"/>
              <a:t> </a:t>
            </a:r>
            <a:r>
              <a:rPr spc="-79" dirty="0">
                <a:solidFill>
                  <a:srgbClr val="B0007E"/>
                </a:solidFill>
              </a:rPr>
              <a:t>Term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02771" y="3602651"/>
            <a:ext cx="710453" cy="473449"/>
            <a:chOff x="2570740" y="4083004"/>
            <a:chExt cx="805180" cy="536575"/>
          </a:xfrm>
        </p:grpSpPr>
        <p:sp>
          <p:nvSpPr>
            <p:cNvPr id="4" name="object 4"/>
            <p:cNvSpPr/>
            <p:nvPr/>
          </p:nvSpPr>
          <p:spPr>
            <a:xfrm>
              <a:off x="2580265" y="4092529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785821" y="0"/>
                  </a:moveTo>
                  <a:lnTo>
                    <a:pt x="0" y="0"/>
                  </a:lnTo>
                  <a:lnTo>
                    <a:pt x="0" y="517208"/>
                  </a:lnTo>
                  <a:lnTo>
                    <a:pt x="785821" y="517208"/>
                  </a:lnTo>
                  <a:lnTo>
                    <a:pt x="785821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580265" y="4092529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0" y="0"/>
                  </a:moveTo>
                  <a:lnTo>
                    <a:pt x="785821" y="0"/>
                  </a:lnTo>
                  <a:lnTo>
                    <a:pt x="785821" y="517208"/>
                  </a:lnTo>
                  <a:lnTo>
                    <a:pt x="0" y="517208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419493" y="3619373"/>
            <a:ext cx="676835" cy="217918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14007" rIns="0" bIns="0" rtlCol="0">
            <a:spAutoFit/>
          </a:bodyPr>
          <a:lstStyle/>
          <a:p>
            <a:pPr marL="179304">
              <a:spcBef>
                <a:spcPts val="110"/>
              </a:spcBef>
            </a:pP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19493" y="3839435"/>
            <a:ext cx="676835" cy="192360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0" rIns="0" bIns="0" rtlCol="0">
            <a:spAutoFit/>
          </a:bodyPr>
          <a:lstStyle/>
          <a:p>
            <a:pPr marL="132236">
              <a:lnSpc>
                <a:spcPts val="1468"/>
              </a:lnSpc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22</a:t>
            </a:r>
            <a:r>
              <a:rPr sz="1324" spc="229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30924" y="4688990"/>
            <a:ext cx="2891678" cy="583826"/>
            <a:chOff x="1129313" y="5314188"/>
            <a:chExt cx="3277235" cy="66167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77792" y="5314188"/>
              <a:ext cx="228600" cy="6614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38838" y="5420972"/>
              <a:ext cx="969010" cy="515620"/>
            </a:xfrm>
            <a:custGeom>
              <a:avLst/>
              <a:gdLst/>
              <a:ahLst/>
              <a:cxnLst/>
              <a:rect l="l" t="t" r="r" b="b"/>
              <a:pathLst>
                <a:path w="969010" h="515620">
                  <a:moveTo>
                    <a:pt x="968472" y="0"/>
                  </a:moveTo>
                  <a:lnTo>
                    <a:pt x="0" y="0"/>
                  </a:lnTo>
                  <a:lnTo>
                    <a:pt x="0" y="515421"/>
                  </a:lnTo>
                  <a:lnTo>
                    <a:pt x="968472" y="515421"/>
                  </a:lnTo>
                  <a:lnTo>
                    <a:pt x="968472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8838" y="5420972"/>
              <a:ext cx="969010" cy="515620"/>
            </a:xfrm>
            <a:custGeom>
              <a:avLst/>
              <a:gdLst/>
              <a:ahLst/>
              <a:cxnLst/>
              <a:rect l="l" t="t" r="r" b="b"/>
              <a:pathLst>
                <a:path w="969010" h="515620">
                  <a:moveTo>
                    <a:pt x="0" y="0"/>
                  </a:moveTo>
                  <a:lnTo>
                    <a:pt x="968472" y="0"/>
                  </a:lnTo>
                  <a:lnTo>
                    <a:pt x="968472" y="515421"/>
                  </a:lnTo>
                  <a:lnTo>
                    <a:pt x="0" y="515421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53346" y="4797252"/>
            <a:ext cx="62696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spc="-26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324" spc="-40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324" spc="-4" dirty="0">
                <a:solidFill>
                  <a:srgbClr val="2B2728"/>
                </a:solidFill>
                <a:latin typeface="Calibri"/>
                <a:cs typeface="Calibri"/>
              </a:rPr>
              <a:t>celle</a:t>
            </a:r>
            <a:r>
              <a:rPr sz="1324" spc="-2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96420" y="4988201"/>
            <a:ext cx="34177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244862" algn="l"/>
              </a:tabLst>
            </a:pP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68831" y="4761994"/>
            <a:ext cx="769844" cy="481293"/>
            <a:chOff x="2532275" y="5396926"/>
            <a:chExt cx="872490" cy="545465"/>
          </a:xfrm>
        </p:grpSpPr>
        <p:sp>
          <p:nvSpPr>
            <p:cNvPr id="15" name="object 15"/>
            <p:cNvSpPr/>
            <p:nvPr/>
          </p:nvSpPr>
          <p:spPr>
            <a:xfrm>
              <a:off x="2541800" y="5406451"/>
              <a:ext cx="853440" cy="526415"/>
            </a:xfrm>
            <a:custGeom>
              <a:avLst/>
              <a:gdLst/>
              <a:ahLst/>
              <a:cxnLst/>
              <a:rect l="l" t="t" r="r" b="b"/>
              <a:pathLst>
                <a:path w="853439" h="526414">
                  <a:moveTo>
                    <a:pt x="853042" y="0"/>
                  </a:moveTo>
                  <a:lnTo>
                    <a:pt x="0" y="0"/>
                  </a:lnTo>
                  <a:lnTo>
                    <a:pt x="0" y="526340"/>
                  </a:lnTo>
                  <a:lnTo>
                    <a:pt x="853042" y="526340"/>
                  </a:lnTo>
                  <a:lnTo>
                    <a:pt x="853042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2541800" y="5406451"/>
              <a:ext cx="853440" cy="526415"/>
            </a:xfrm>
            <a:custGeom>
              <a:avLst/>
              <a:gdLst/>
              <a:ahLst/>
              <a:cxnLst/>
              <a:rect l="l" t="t" r="r" b="b"/>
              <a:pathLst>
                <a:path w="853439" h="526414">
                  <a:moveTo>
                    <a:pt x="0" y="0"/>
                  </a:moveTo>
                  <a:lnTo>
                    <a:pt x="853042" y="0"/>
                  </a:lnTo>
                  <a:lnTo>
                    <a:pt x="853042" y="526340"/>
                  </a:lnTo>
                  <a:lnTo>
                    <a:pt x="0" y="526340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13144" y="4803064"/>
            <a:ext cx="281828" cy="392641"/>
          </a:xfrm>
          <a:prstGeom prst="rect">
            <a:avLst/>
          </a:prstGeom>
        </p:spPr>
        <p:txBody>
          <a:bodyPr vert="horz" wrap="square" lIns="0" tIns="7844" rIns="0" bIns="0" rtlCol="0">
            <a:spAutoFit/>
          </a:bodyPr>
          <a:lstStyle/>
          <a:p>
            <a:pPr indent="28016">
              <a:lnSpc>
                <a:spcPts val="1500"/>
              </a:lnSpc>
              <a:spcBef>
                <a:spcPts val="62"/>
              </a:spcBef>
            </a:pPr>
            <a:r>
              <a:rPr sz="1324" spc="-13" dirty="0">
                <a:solidFill>
                  <a:srgbClr val="2B2728"/>
                </a:solidFill>
                <a:latin typeface="Calibri"/>
                <a:cs typeface="Calibri"/>
              </a:rPr>
              <a:t>fair </a:t>
            </a:r>
            <a:r>
              <a:rPr sz="1324" spc="-287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8</a:t>
            </a:r>
            <a:r>
              <a:rPr sz="1324" spc="185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25668" y="4768221"/>
            <a:ext cx="675715" cy="472888"/>
            <a:chOff x="3843357" y="5403984"/>
            <a:chExt cx="765810" cy="535940"/>
          </a:xfrm>
        </p:grpSpPr>
        <p:sp>
          <p:nvSpPr>
            <p:cNvPr id="19" name="object 19"/>
            <p:cNvSpPr/>
            <p:nvPr/>
          </p:nvSpPr>
          <p:spPr>
            <a:xfrm>
              <a:off x="3852882" y="5413509"/>
              <a:ext cx="746760" cy="516890"/>
            </a:xfrm>
            <a:custGeom>
              <a:avLst/>
              <a:gdLst/>
              <a:ahLst/>
              <a:cxnLst/>
              <a:rect l="l" t="t" r="r" b="b"/>
              <a:pathLst>
                <a:path w="746760" h="516889">
                  <a:moveTo>
                    <a:pt x="746648" y="0"/>
                  </a:moveTo>
                  <a:lnTo>
                    <a:pt x="0" y="0"/>
                  </a:lnTo>
                  <a:lnTo>
                    <a:pt x="0" y="516314"/>
                  </a:lnTo>
                  <a:lnTo>
                    <a:pt x="746648" y="516314"/>
                  </a:lnTo>
                  <a:lnTo>
                    <a:pt x="746648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3852882" y="5413509"/>
              <a:ext cx="746760" cy="516890"/>
            </a:xfrm>
            <a:custGeom>
              <a:avLst/>
              <a:gdLst/>
              <a:ahLst/>
              <a:cxnLst/>
              <a:rect l="l" t="t" r="r" b="b"/>
              <a:pathLst>
                <a:path w="746760" h="516889">
                  <a:moveTo>
                    <a:pt x="0" y="0"/>
                  </a:moveTo>
                  <a:lnTo>
                    <a:pt x="746648" y="0"/>
                  </a:lnTo>
                  <a:lnTo>
                    <a:pt x="746648" y="516314"/>
                  </a:lnTo>
                  <a:lnTo>
                    <a:pt x="0" y="516314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573478" y="4789184"/>
            <a:ext cx="61128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29995">
              <a:spcBef>
                <a:spcPts val="88"/>
              </a:spcBef>
            </a:pPr>
            <a:r>
              <a:rPr sz="1324" spc="-9" dirty="0">
                <a:solidFill>
                  <a:srgbClr val="2B2728"/>
                </a:solidFill>
                <a:latin typeface="Calibri"/>
                <a:cs typeface="Calibri"/>
              </a:rPr>
              <a:t>poor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73478" y="4980132"/>
            <a:ext cx="611281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7582">
              <a:spcBef>
                <a:spcPts val="88"/>
              </a:spcBef>
            </a:pP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324" spc="216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55627" y="3554184"/>
            <a:ext cx="3567952" cy="1804707"/>
          </a:xfrm>
          <a:custGeom>
            <a:avLst/>
            <a:gdLst/>
            <a:ahLst/>
            <a:cxnLst/>
            <a:rect l="l" t="t" r="r" b="b"/>
            <a:pathLst>
              <a:path w="4043679" h="2045335">
                <a:moveTo>
                  <a:pt x="0" y="0"/>
                </a:moveTo>
                <a:lnTo>
                  <a:pt x="4043572" y="0"/>
                </a:lnTo>
                <a:lnTo>
                  <a:pt x="4043572" y="2044814"/>
                </a:lnTo>
                <a:lnTo>
                  <a:pt x="0" y="2044814"/>
                </a:lnTo>
                <a:lnTo>
                  <a:pt x="0" y="0"/>
                </a:lnTo>
                <a:close/>
              </a:path>
            </a:pathLst>
          </a:custGeom>
          <a:ln w="18857">
            <a:solidFill>
              <a:srgbClr val="B0007E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 txBox="1"/>
          <p:nvPr/>
        </p:nvSpPr>
        <p:spPr>
          <a:xfrm>
            <a:off x="1056203" y="3573570"/>
            <a:ext cx="851087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b="1" spc="-4" dirty="0">
                <a:solidFill>
                  <a:srgbClr val="2B2728"/>
                </a:solidFill>
                <a:latin typeface="Calibri"/>
                <a:cs typeface="Calibri"/>
              </a:rPr>
              <a:t>L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oa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b="1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b="1" spc="-22" dirty="0">
                <a:solidFill>
                  <a:srgbClr val="2B2728"/>
                </a:solidFill>
                <a:latin typeface="Calibri"/>
                <a:cs typeface="Calibri"/>
              </a:rPr>
              <a:t>sta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tus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:</a:t>
            </a:r>
            <a:endParaRPr sz="1324">
              <a:latin typeface="Calibri"/>
              <a:cs typeface="Calibri"/>
            </a:endParaRPr>
          </a:p>
          <a:p>
            <a:pPr marL="11206">
              <a:lnSpc>
                <a:spcPts val="1544"/>
              </a:lnSpc>
            </a:pPr>
            <a:r>
              <a:rPr sz="1324" spc="-18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324" spc="23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244621" y="3558712"/>
            <a:ext cx="710453" cy="473449"/>
            <a:chOff x="6924837" y="4033207"/>
            <a:chExt cx="805180" cy="536575"/>
          </a:xfrm>
        </p:grpSpPr>
        <p:sp>
          <p:nvSpPr>
            <p:cNvPr id="26" name="object 26"/>
            <p:cNvSpPr/>
            <p:nvPr/>
          </p:nvSpPr>
          <p:spPr>
            <a:xfrm>
              <a:off x="6934362" y="4042732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785821" y="0"/>
                  </a:moveTo>
                  <a:lnTo>
                    <a:pt x="0" y="0"/>
                  </a:lnTo>
                  <a:lnTo>
                    <a:pt x="0" y="517207"/>
                  </a:lnTo>
                  <a:lnTo>
                    <a:pt x="785821" y="517207"/>
                  </a:lnTo>
                  <a:lnTo>
                    <a:pt x="785821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6934362" y="4042732"/>
              <a:ext cx="786130" cy="517525"/>
            </a:xfrm>
            <a:custGeom>
              <a:avLst/>
              <a:gdLst/>
              <a:ahLst/>
              <a:cxnLst/>
              <a:rect l="l" t="t" r="r" b="b"/>
              <a:pathLst>
                <a:path w="786129" h="517525">
                  <a:moveTo>
                    <a:pt x="0" y="0"/>
                  </a:moveTo>
                  <a:lnTo>
                    <a:pt x="785821" y="0"/>
                  </a:lnTo>
                  <a:lnTo>
                    <a:pt x="785821" y="517208"/>
                  </a:lnTo>
                  <a:lnTo>
                    <a:pt x="0" y="517208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261344" y="3575436"/>
            <a:ext cx="676835" cy="218484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14568" rIns="0" bIns="0" rtlCol="0">
            <a:spAutoFit/>
          </a:bodyPr>
          <a:lstStyle/>
          <a:p>
            <a:pPr marL="179304">
              <a:spcBef>
                <a:spcPts val="115"/>
              </a:spcBef>
            </a:pP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61344" y="3796404"/>
            <a:ext cx="676835" cy="192360"/>
          </a:xfrm>
          <a:prstGeom prst="rect">
            <a:avLst/>
          </a:prstGeom>
          <a:solidFill>
            <a:srgbClr val="DFDCDC"/>
          </a:solidFill>
        </p:spPr>
        <p:txBody>
          <a:bodyPr vert="horz" wrap="square" lIns="0" tIns="0" rIns="0" bIns="0" rtlCol="0">
            <a:spAutoFit/>
          </a:bodyPr>
          <a:lstStyle/>
          <a:p>
            <a:pPr marL="132236">
              <a:lnSpc>
                <a:spcPts val="1468"/>
              </a:lnSpc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22</a:t>
            </a:r>
            <a:r>
              <a:rPr sz="1324" spc="229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11463" y="4779370"/>
            <a:ext cx="805142" cy="406220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21291" rIns="0" bIns="0" rtlCol="0">
            <a:spAutoFit/>
          </a:bodyPr>
          <a:lstStyle/>
          <a:p>
            <a:pPr marL="163054">
              <a:lnSpc>
                <a:spcPts val="1544"/>
              </a:lnSpc>
              <a:spcBef>
                <a:spcPts val="168"/>
              </a:spcBef>
            </a:pP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324" spc="-4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324">
              <a:latin typeface="Calibri"/>
              <a:cs typeface="Calibri"/>
            </a:endParaRPr>
          </a:p>
          <a:p>
            <a:pPr marL="219647">
              <a:lnSpc>
                <a:spcPts val="1544"/>
              </a:lnSpc>
            </a:pPr>
            <a:r>
              <a:rPr sz="1324" spc="-4" dirty="0">
                <a:solidFill>
                  <a:srgbClr val="648E04"/>
                </a:solidFill>
                <a:latin typeface="Calibri"/>
                <a:cs typeface="Calibri"/>
              </a:rPr>
              <a:t>16</a:t>
            </a:r>
            <a:r>
              <a:rPr sz="1324" spc="221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946670" y="4775317"/>
            <a:ext cx="1045928" cy="461682"/>
            <a:chOff x="7974332" y="5412026"/>
            <a:chExt cx="931544" cy="523240"/>
          </a:xfrm>
        </p:grpSpPr>
        <p:sp>
          <p:nvSpPr>
            <p:cNvPr id="32" name="object 32"/>
            <p:cNvSpPr/>
            <p:nvPr/>
          </p:nvSpPr>
          <p:spPr>
            <a:xfrm>
              <a:off x="7983857" y="5421551"/>
              <a:ext cx="912494" cy="504190"/>
            </a:xfrm>
            <a:custGeom>
              <a:avLst/>
              <a:gdLst/>
              <a:ahLst/>
              <a:cxnLst/>
              <a:rect l="l" t="t" r="r" b="b"/>
              <a:pathLst>
                <a:path w="912495" h="504189">
                  <a:moveTo>
                    <a:pt x="911940" y="0"/>
                  </a:moveTo>
                  <a:lnTo>
                    <a:pt x="0" y="0"/>
                  </a:lnTo>
                  <a:lnTo>
                    <a:pt x="0" y="503675"/>
                  </a:lnTo>
                  <a:lnTo>
                    <a:pt x="911940" y="503675"/>
                  </a:lnTo>
                  <a:lnTo>
                    <a:pt x="911940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7983857" y="5421551"/>
              <a:ext cx="912494" cy="504190"/>
            </a:xfrm>
            <a:custGeom>
              <a:avLst/>
              <a:gdLst/>
              <a:ahLst/>
              <a:cxnLst/>
              <a:rect l="l" t="t" r="r" b="b"/>
              <a:pathLst>
                <a:path w="912495" h="504189">
                  <a:moveTo>
                    <a:pt x="0" y="0"/>
                  </a:moveTo>
                  <a:lnTo>
                    <a:pt x="911939" y="0"/>
                  </a:lnTo>
                  <a:lnTo>
                    <a:pt x="911939" y="503675"/>
                  </a:lnTo>
                  <a:lnTo>
                    <a:pt x="0" y="503675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149234" y="4800271"/>
            <a:ext cx="788333" cy="224707"/>
          </a:xfrm>
          <a:prstGeom prst="rect">
            <a:avLst/>
          </a:prstGeom>
          <a:solidFill>
            <a:srgbClr val="C8EBFA"/>
          </a:solidFill>
        </p:spPr>
        <p:txBody>
          <a:bodyPr vert="horz" wrap="square" lIns="0" tIns="20731" rIns="0" bIns="0" rtlCol="0">
            <a:spAutoFit/>
          </a:bodyPr>
          <a:lstStyle/>
          <a:p>
            <a:pPr marL="154649">
              <a:spcBef>
                <a:spcPts val="163"/>
              </a:spcBef>
            </a:pPr>
            <a:r>
              <a:rPr sz="1324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324" spc="-4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spc="-18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324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86600" y="5029200"/>
            <a:ext cx="788333" cy="192360"/>
          </a:xfrm>
          <a:prstGeom prst="rect">
            <a:avLst/>
          </a:prstGeom>
          <a:solidFill>
            <a:srgbClr val="C8EBFA"/>
          </a:solidFill>
        </p:spPr>
        <p:txBody>
          <a:bodyPr vert="horz" wrap="square" lIns="0" tIns="0" rIns="0" bIns="0" rtlCol="0">
            <a:spAutoFit/>
          </a:bodyPr>
          <a:lstStyle/>
          <a:p>
            <a:pPr marL="192751">
              <a:lnSpc>
                <a:spcPts val="1468"/>
              </a:lnSpc>
              <a:tabLst>
                <a:tab pos="426406" algn="l"/>
              </a:tabLst>
            </a:pPr>
            <a:r>
              <a:rPr sz="1324" dirty="0">
                <a:solidFill>
                  <a:srgbClr val="648E04"/>
                </a:solidFill>
                <a:latin typeface="Calibri"/>
                <a:cs typeface="Calibri"/>
              </a:rPr>
              <a:t>6	</a:t>
            </a:r>
            <a:r>
              <a:rPr sz="1324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324" dirty="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888065" y="3525895"/>
            <a:ext cx="3304614" cy="1848971"/>
          </a:xfrm>
          <a:custGeom>
            <a:avLst/>
            <a:gdLst/>
            <a:ahLst/>
            <a:cxnLst/>
            <a:rect l="l" t="t" r="r" b="b"/>
            <a:pathLst>
              <a:path w="3745229" h="2095500">
                <a:moveTo>
                  <a:pt x="0" y="0"/>
                </a:moveTo>
                <a:lnTo>
                  <a:pt x="3744854" y="0"/>
                </a:lnTo>
                <a:lnTo>
                  <a:pt x="3744854" y="2094876"/>
                </a:lnTo>
                <a:lnTo>
                  <a:pt x="0" y="2094876"/>
                </a:lnTo>
                <a:lnTo>
                  <a:pt x="0" y="0"/>
                </a:lnTo>
                <a:close/>
              </a:path>
            </a:pathLst>
          </a:custGeom>
          <a:ln w="18856">
            <a:solidFill>
              <a:srgbClr val="B0007E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7" name="object 37"/>
          <p:cNvSpPr txBox="1"/>
          <p:nvPr/>
        </p:nvSpPr>
        <p:spPr>
          <a:xfrm>
            <a:off x="4962127" y="3546676"/>
            <a:ext cx="851087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44"/>
              </a:lnSpc>
              <a:spcBef>
                <a:spcPts val="88"/>
              </a:spcBef>
            </a:pPr>
            <a:r>
              <a:rPr sz="1324" b="1" spc="-4" dirty="0">
                <a:solidFill>
                  <a:srgbClr val="2B2728"/>
                </a:solidFill>
                <a:latin typeface="Calibri"/>
                <a:cs typeface="Calibri"/>
              </a:rPr>
              <a:t>L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oa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324" b="1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324" b="1" spc="-22" dirty="0">
                <a:solidFill>
                  <a:srgbClr val="2B2728"/>
                </a:solidFill>
                <a:latin typeface="Calibri"/>
                <a:cs typeface="Calibri"/>
              </a:rPr>
              <a:t>sta</a:t>
            </a:r>
            <a:r>
              <a:rPr sz="1324" b="1" spc="-9" dirty="0">
                <a:solidFill>
                  <a:srgbClr val="2B2728"/>
                </a:solidFill>
                <a:latin typeface="Calibri"/>
                <a:cs typeface="Calibri"/>
              </a:rPr>
              <a:t>tus</a:t>
            </a:r>
            <a:r>
              <a:rPr sz="1324" b="1" dirty="0">
                <a:solidFill>
                  <a:srgbClr val="2B2728"/>
                </a:solidFill>
                <a:latin typeface="Calibri"/>
                <a:cs typeface="Calibri"/>
              </a:rPr>
              <a:t>:</a:t>
            </a:r>
            <a:endParaRPr sz="1324">
              <a:latin typeface="Calibri"/>
              <a:cs typeface="Calibri"/>
            </a:endParaRPr>
          </a:p>
          <a:p>
            <a:pPr marL="11206">
              <a:lnSpc>
                <a:spcPts val="1544"/>
              </a:lnSpc>
            </a:pPr>
            <a:r>
              <a:rPr sz="1324" spc="-18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324" spc="23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324" spc="-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234927" y="4067736"/>
            <a:ext cx="941294" cy="626969"/>
            <a:chOff x="4647184" y="4610100"/>
            <a:chExt cx="1066800" cy="710565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7184" y="4610100"/>
              <a:ext cx="1066800" cy="71018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698560" y="4643968"/>
              <a:ext cx="964565" cy="607060"/>
            </a:xfrm>
            <a:custGeom>
              <a:avLst/>
              <a:gdLst/>
              <a:ahLst/>
              <a:cxnLst/>
              <a:rect l="l" t="t" r="r" b="b"/>
              <a:pathLst>
                <a:path w="964564" h="607060">
                  <a:moveTo>
                    <a:pt x="8281" y="0"/>
                  </a:moveTo>
                  <a:lnTo>
                    <a:pt x="0" y="593335"/>
                  </a:lnTo>
                  <a:lnTo>
                    <a:pt x="956221" y="606715"/>
                  </a:lnTo>
                  <a:lnTo>
                    <a:pt x="964504" y="13380"/>
                  </a:lnTo>
                  <a:lnTo>
                    <a:pt x="82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4706842" y="4643968"/>
              <a:ext cx="956310" cy="593725"/>
            </a:xfrm>
            <a:custGeom>
              <a:avLst/>
              <a:gdLst/>
              <a:ahLst/>
              <a:cxnLst/>
              <a:rect l="l" t="t" r="r" b="b"/>
              <a:pathLst>
                <a:path w="956310" h="593725">
                  <a:moveTo>
                    <a:pt x="0" y="0"/>
                  </a:moveTo>
                  <a:lnTo>
                    <a:pt x="956222" y="0"/>
                  </a:lnTo>
                  <a:lnTo>
                    <a:pt x="956222" y="593335"/>
                  </a:lnTo>
                  <a:lnTo>
                    <a:pt x="0" y="593335"/>
                  </a:lnTo>
                  <a:lnTo>
                    <a:pt x="0" y="0"/>
                  </a:lnTo>
                  <a:close/>
                </a:path>
              </a:pathLst>
            </a:custGeom>
            <a:ln w="42420">
              <a:solidFill>
                <a:srgbClr val="AE3C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356664" y="3989799"/>
            <a:ext cx="690843" cy="622946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3971" spc="101" dirty="0">
                <a:solidFill>
                  <a:srgbClr val="C0504D"/>
                </a:solidFill>
                <a:latin typeface="Trebuchet MS"/>
                <a:cs typeface="Trebuchet MS"/>
              </a:rPr>
              <a:t>OR</a:t>
            </a:r>
            <a:endParaRPr sz="3971">
              <a:latin typeface="Trebuchet MS"/>
              <a:cs typeface="Trebuchet MS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095980" y="4272232"/>
            <a:ext cx="1316691" cy="368674"/>
            <a:chOff x="2223044" y="4841863"/>
            <a:chExt cx="1492250" cy="417830"/>
          </a:xfrm>
        </p:grpSpPr>
        <p:sp>
          <p:nvSpPr>
            <p:cNvPr id="44" name="object 44"/>
            <p:cNvSpPr/>
            <p:nvPr/>
          </p:nvSpPr>
          <p:spPr>
            <a:xfrm>
              <a:off x="2232569" y="4851388"/>
              <a:ext cx="1473200" cy="398780"/>
            </a:xfrm>
            <a:custGeom>
              <a:avLst/>
              <a:gdLst/>
              <a:ahLst/>
              <a:cxnLst/>
              <a:rect l="l" t="t" r="r" b="b"/>
              <a:pathLst>
                <a:path w="1473200" h="398779">
                  <a:moveTo>
                    <a:pt x="736479" y="0"/>
                  </a:moveTo>
                  <a:lnTo>
                    <a:pt x="0" y="199092"/>
                  </a:lnTo>
                  <a:lnTo>
                    <a:pt x="736479" y="398184"/>
                  </a:lnTo>
                  <a:lnTo>
                    <a:pt x="1472959" y="199092"/>
                  </a:lnTo>
                  <a:lnTo>
                    <a:pt x="736479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2232569" y="4851388"/>
              <a:ext cx="1473200" cy="398780"/>
            </a:xfrm>
            <a:custGeom>
              <a:avLst/>
              <a:gdLst/>
              <a:ahLst/>
              <a:cxnLst/>
              <a:rect l="l" t="t" r="r" b="b"/>
              <a:pathLst>
                <a:path w="1473200" h="398779">
                  <a:moveTo>
                    <a:pt x="0" y="199092"/>
                  </a:moveTo>
                  <a:lnTo>
                    <a:pt x="736480" y="0"/>
                  </a:lnTo>
                  <a:lnTo>
                    <a:pt x="1472960" y="199092"/>
                  </a:lnTo>
                  <a:lnTo>
                    <a:pt x="736480" y="398184"/>
                  </a:lnTo>
                  <a:lnTo>
                    <a:pt x="0" y="199092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524269" y="4349046"/>
            <a:ext cx="45776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4" dirty="0">
                <a:solidFill>
                  <a:srgbClr val="2B2728"/>
                </a:solidFill>
                <a:latin typeface="Calibri"/>
                <a:cs typeface="Calibri"/>
              </a:rPr>
              <a:t>Credit?</a:t>
            </a:r>
            <a:endParaRPr sz="1147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558192" y="4067274"/>
            <a:ext cx="5629275" cy="724460"/>
            <a:chOff x="1613550" y="4609576"/>
            <a:chExt cx="6379845" cy="821055"/>
          </a:xfrm>
        </p:grpSpPr>
        <p:sp>
          <p:nvSpPr>
            <p:cNvPr id="48" name="object 48"/>
            <p:cNvSpPr/>
            <p:nvPr/>
          </p:nvSpPr>
          <p:spPr>
            <a:xfrm>
              <a:off x="1623075" y="5050481"/>
              <a:ext cx="609600" cy="370840"/>
            </a:xfrm>
            <a:custGeom>
              <a:avLst/>
              <a:gdLst/>
              <a:ahLst/>
              <a:cxnLst/>
              <a:rect l="l" t="t" r="r" b="b"/>
              <a:pathLst>
                <a:path w="609600" h="370839">
                  <a:moveTo>
                    <a:pt x="609494" y="0"/>
                  </a:moveTo>
                  <a:lnTo>
                    <a:pt x="0" y="0"/>
                  </a:lnTo>
                  <a:lnTo>
                    <a:pt x="0" y="370491"/>
                  </a:lnTo>
                </a:path>
              </a:pathLst>
            </a:custGeom>
            <a:ln w="18855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3705529" y="5050481"/>
              <a:ext cx="520700" cy="363220"/>
            </a:xfrm>
            <a:custGeom>
              <a:avLst/>
              <a:gdLst/>
              <a:ahLst/>
              <a:cxnLst/>
              <a:rect l="l" t="t" r="r" b="b"/>
              <a:pathLst>
                <a:path w="520700" h="363220">
                  <a:moveTo>
                    <a:pt x="0" y="0"/>
                  </a:moveTo>
                  <a:lnTo>
                    <a:pt x="520677" y="0"/>
                  </a:lnTo>
                  <a:lnTo>
                    <a:pt x="520677" y="363028"/>
                  </a:lnTo>
                </a:path>
              </a:pathLst>
            </a:custGeom>
            <a:ln w="18854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2968321" y="5249572"/>
              <a:ext cx="1270" cy="157480"/>
            </a:xfrm>
            <a:custGeom>
              <a:avLst/>
              <a:gdLst/>
              <a:ahLst/>
              <a:cxnLst/>
              <a:rect l="l" t="t" r="r" b="b"/>
              <a:pathLst>
                <a:path w="1269" h="157479">
                  <a:moveTo>
                    <a:pt x="363" y="-9419"/>
                  </a:moveTo>
                  <a:lnTo>
                    <a:pt x="363" y="166297"/>
                  </a:lnTo>
                </a:path>
              </a:pathLst>
            </a:custGeom>
            <a:ln w="19565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6612" y="4609576"/>
              <a:ext cx="87435" cy="24185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670688" y="4851388"/>
              <a:ext cx="1313180" cy="398780"/>
            </a:xfrm>
            <a:custGeom>
              <a:avLst/>
              <a:gdLst/>
              <a:ahLst/>
              <a:cxnLst/>
              <a:rect l="l" t="t" r="r" b="b"/>
              <a:pathLst>
                <a:path w="1313179" h="398779">
                  <a:moveTo>
                    <a:pt x="656583" y="0"/>
                  </a:moveTo>
                  <a:lnTo>
                    <a:pt x="0" y="199092"/>
                  </a:lnTo>
                  <a:lnTo>
                    <a:pt x="656583" y="398184"/>
                  </a:lnTo>
                  <a:lnTo>
                    <a:pt x="1313168" y="199092"/>
                  </a:lnTo>
                  <a:lnTo>
                    <a:pt x="656583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6670688" y="4851388"/>
              <a:ext cx="1313180" cy="398780"/>
            </a:xfrm>
            <a:custGeom>
              <a:avLst/>
              <a:gdLst/>
              <a:ahLst/>
              <a:cxnLst/>
              <a:rect l="l" t="t" r="r" b="b"/>
              <a:pathLst>
                <a:path w="1313179" h="398779">
                  <a:moveTo>
                    <a:pt x="0" y="199092"/>
                  </a:moveTo>
                  <a:lnTo>
                    <a:pt x="656584" y="0"/>
                  </a:lnTo>
                  <a:lnTo>
                    <a:pt x="1313168" y="199092"/>
                  </a:lnTo>
                  <a:lnTo>
                    <a:pt x="656584" y="398184"/>
                  </a:lnTo>
                  <a:lnTo>
                    <a:pt x="0" y="199092"/>
                  </a:lnTo>
                  <a:close/>
                </a:path>
              </a:pathLst>
            </a:custGeom>
            <a:ln w="18859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400884" y="4349046"/>
            <a:ext cx="395567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93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147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147" spc="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147" spc="22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147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147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862866" y="4023476"/>
            <a:ext cx="5711751" cy="2091452"/>
            <a:chOff x="1958848" y="4559941"/>
            <a:chExt cx="6473319" cy="1848479"/>
          </a:xfrm>
        </p:grpSpPr>
        <p:sp>
          <p:nvSpPr>
            <p:cNvPr id="56" name="object 56"/>
            <p:cNvSpPr/>
            <p:nvPr/>
          </p:nvSpPr>
          <p:spPr>
            <a:xfrm>
              <a:off x="6323228" y="4952816"/>
              <a:ext cx="347980" cy="361315"/>
            </a:xfrm>
            <a:custGeom>
              <a:avLst/>
              <a:gdLst/>
              <a:ahLst/>
              <a:cxnLst/>
              <a:rect l="l" t="t" r="r" b="b"/>
              <a:pathLst>
                <a:path w="347979" h="361314">
                  <a:moveTo>
                    <a:pt x="0" y="361207"/>
                  </a:moveTo>
                  <a:lnTo>
                    <a:pt x="0" y="0"/>
                  </a:lnTo>
                  <a:lnTo>
                    <a:pt x="347460" y="0"/>
                  </a:lnTo>
                </a:path>
              </a:pathLst>
            </a:custGeom>
            <a:ln w="1885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7983858" y="4942656"/>
              <a:ext cx="448309" cy="205483"/>
            </a:xfrm>
            <a:custGeom>
              <a:avLst/>
              <a:gdLst/>
              <a:ahLst/>
              <a:cxnLst/>
              <a:rect l="l" t="t" r="r" b="b"/>
              <a:pathLst>
                <a:path w="456565" h="371475">
                  <a:moveTo>
                    <a:pt x="455969" y="371069"/>
                  </a:moveTo>
                  <a:lnTo>
                    <a:pt x="455969" y="0"/>
                  </a:lnTo>
                  <a:lnTo>
                    <a:pt x="0" y="0"/>
                  </a:lnTo>
                </a:path>
              </a:pathLst>
            </a:custGeom>
            <a:ln w="18847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7283549" y="4559941"/>
              <a:ext cx="87630" cy="292100"/>
            </a:xfrm>
            <a:custGeom>
              <a:avLst/>
              <a:gdLst/>
              <a:ahLst/>
              <a:cxnLst/>
              <a:rect l="l" t="t" r="r" b="b"/>
              <a:pathLst>
                <a:path w="87629" h="292100">
                  <a:moveTo>
                    <a:pt x="10505" y="205418"/>
                  </a:moveTo>
                  <a:lnTo>
                    <a:pt x="1517" y="210667"/>
                  </a:lnTo>
                  <a:lnTo>
                    <a:pt x="0" y="216442"/>
                  </a:lnTo>
                  <a:lnTo>
                    <a:pt x="43724" y="291491"/>
                  </a:lnTo>
                  <a:lnTo>
                    <a:pt x="54629" y="272774"/>
                  </a:lnTo>
                  <a:lnTo>
                    <a:pt x="34305" y="272774"/>
                  </a:lnTo>
                  <a:lnTo>
                    <a:pt x="34305" y="237889"/>
                  </a:lnTo>
                  <a:lnTo>
                    <a:pt x="16272" y="206937"/>
                  </a:lnTo>
                  <a:lnTo>
                    <a:pt x="10505" y="205418"/>
                  </a:lnTo>
                  <a:close/>
                </a:path>
                <a:path w="87629" h="292100">
                  <a:moveTo>
                    <a:pt x="34305" y="237889"/>
                  </a:moveTo>
                  <a:lnTo>
                    <a:pt x="34305" y="272774"/>
                  </a:lnTo>
                  <a:lnTo>
                    <a:pt x="53144" y="272774"/>
                  </a:lnTo>
                  <a:lnTo>
                    <a:pt x="53144" y="268022"/>
                  </a:lnTo>
                  <a:lnTo>
                    <a:pt x="35589" y="268022"/>
                  </a:lnTo>
                  <a:lnTo>
                    <a:pt x="43724" y="254057"/>
                  </a:lnTo>
                  <a:lnTo>
                    <a:pt x="34305" y="237889"/>
                  </a:lnTo>
                  <a:close/>
                </a:path>
                <a:path w="87629" h="292100">
                  <a:moveTo>
                    <a:pt x="76944" y="205418"/>
                  </a:moveTo>
                  <a:lnTo>
                    <a:pt x="71177" y="206937"/>
                  </a:lnTo>
                  <a:lnTo>
                    <a:pt x="53144" y="237889"/>
                  </a:lnTo>
                  <a:lnTo>
                    <a:pt x="53144" y="272774"/>
                  </a:lnTo>
                  <a:lnTo>
                    <a:pt x="54629" y="272774"/>
                  </a:lnTo>
                  <a:lnTo>
                    <a:pt x="87449" y="216442"/>
                  </a:lnTo>
                  <a:lnTo>
                    <a:pt x="85930" y="210667"/>
                  </a:lnTo>
                  <a:lnTo>
                    <a:pt x="76944" y="205418"/>
                  </a:lnTo>
                  <a:close/>
                </a:path>
                <a:path w="87629" h="292100">
                  <a:moveTo>
                    <a:pt x="43724" y="254057"/>
                  </a:moveTo>
                  <a:lnTo>
                    <a:pt x="35589" y="268022"/>
                  </a:lnTo>
                  <a:lnTo>
                    <a:pt x="51860" y="268022"/>
                  </a:lnTo>
                  <a:lnTo>
                    <a:pt x="43724" y="254057"/>
                  </a:lnTo>
                  <a:close/>
                </a:path>
                <a:path w="87629" h="292100">
                  <a:moveTo>
                    <a:pt x="53144" y="237889"/>
                  </a:moveTo>
                  <a:lnTo>
                    <a:pt x="43724" y="254057"/>
                  </a:lnTo>
                  <a:lnTo>
                    <a:pt x="51860" y="268022"/>
                  </a:lnTo>
                  <a:lnTo>
                    <a:pt x="53144" y="268022"/>
                  </a:lnTo>
                  <a:lnTo>
                    <a:pt x="53144" y="237889"/>
                  </a:lnTo>
                  <a:close/>
                </a:path>
                <a:path w="87629" h="292100">
                  <a:moveTo>
                    <a:pt x="53143" y="0"/>
                  </a:moveTo>
                  <a:lnTo>
                    <a:pt x="34305" y="0"/>
                  </a:lnTo>
                  <a:lnTo>
                    <a:pt x="34305" y="237889"/>
                  </a:lnTo>
                  <a:lnTo>
                    <a:pt x="43724" y="254057"/>
                  </a:lnTo>
                  <a:lnTo>
                    <a:pt x="53144" y="237889"/>
                  </a:lnTo>
                  <a:lnTo>
                    <a:pt x="5314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8848" y="5494020"/>
              <a:ext cx="1981200" cy="9144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2011692" y="5942912"/>
              <a:ext cx="1876425" cy="397611"/>
            </a:xfrm>
            <a:custGeom>
              <a:avLst/>
              <a:gdLst/>
              <a:ahLst/>
              <a:cxnLst/>
              <a:rect l="l" t="t" r="r" b="b"/>
              <a:pathLst>
                <a:path w="1876425" h="810260">
                  <a:moveTo>
                    <a:pt x="1876295" y="0"/>
                  </a:moveTo>
                  <a:lnTo>
                    <a:pt x="0" y="0"/>
                  </a:lnTo>
                  <a:lnTo>
                    <a:pt x="0" y="809884"/>
                  </a:lnTo>
                  <a:lnTo>
                    <a:pt x="1876295" y="809884"/>
                  </a:lnTo>
                  <a:lnTo>
                    <a:pt x="18762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2011692" y="5841045"/>
              <a:ext cx="1876425" cy="499476"/>
            </a:xfrm>
            <a:custGeom>
              <a:avLst/>
              <a:gdLst/>
              <a:ahLst/>
              <a:cxnLst/>
              <a:rect l="l" t="t" r="r" b="b"/>
              <a:pathLst>
                <a:path w="1876425" h="810260">
                  <a:moveTo>
                    <a:pt x="0" y="0"/>
                  </a:moveTo>
                  <a:lnTo>
                    <a:pt x="1876295" y="0"/>
                  </a:lnTo>
                  <a:lnTo>
                    <a:pt x="1876295" y="809883"/>
                  </a:lnTo>
                  <a:lnTo>
                    <a:pt x="0" y="809883"/>
                  </a:lnTo>
                  <a:lnTo>
                    <a:pt x="0" y="0"/>
                  </a:lnTo>
                  <a:close/>
                </a:path>
              </a:pathLst>
            </a:custGeom>
            <a:ln w="42430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4988103" y="1330936"/>
          <a:ext cx="3344956" cy="14548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1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3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226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Tree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1291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tc>
                  <a:txBody>
                    <a:bodyPr/>
                    <a:lstStyle/>
                    <a:p>
                      <a:pPr marL="603885" marR="215900" indent="-379095">
                        <a:lnSpc>
                          <a:spcPts val="209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Cla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ss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  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error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5859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B00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57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(root)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0.45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57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split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credit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1851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0.2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1851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2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57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split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loan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term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0.25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3532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4C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6" name="object 66"/>
          <p:cNvSpPr txBox="1">
            <a:spLocks noGrp="1"/>
          </p:cNvSpPr>
          <p:nvPr>
            <p:ph type="sldNum" sz="quarter" idx="7"/>
          </p:nvPr>
        </p:nvSpPr>
        <p:spPr>
          <a:xfrm>
            <a:off x="5916706" y="5832663"/>
            <a:ext cx="1882588" cy="168086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33619">
              <a:spcBef>
                <a:spcPts val="40"/>
              </a:spcBef>
            </a:pPr>
            <a:r>
              <a:rPr dirty="0"/>
              <a:t>32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ftr" sz="quarter" idx="5"/>
          </p:nvPr>
        </p:nvSpPr>
        <p:spPr>
          <a:xfrm>
            <a:off x="2891118" y="5852488"/>
            <a:ext cx="2554941" cy="128436"/>
          </a:xfrm>
          <a:prstGeom prst="rect">
            <a:avLst/>
          </a:prstGeom>
        </p:spPr>
        <p:txBody>
          <a:bodyPr vert="horz" wrap="square" lIns="0" tIns="6163" rIns="0" bIns="0" rtlCol="0" anchor="ctr">
            <a:spAutoFit/>
          </a:bodyPr>
          <a:lstStyle/>
          <a:p>
            <a:pPr marL="11206">
              <a:spcBef>
                <a:spcPts val="49"/>
              </a:spcBef>
            </a:pPr>
            <a:r>
              <a:rPr lang="en-US" spc="-9"/>
              <a:t>Presented by    Dr. AKHTAR JAMIL </a:t>
            </a:r>
            <a:endParaRPr spc="-9" dirty="0"/>
          </a:p>
        </p:txBody>
      </p:sp>
      <p:sp>
        <p:nvSpPr>
          <p:cNvPr id="68" name="object 68"/>
          <p:cNvSpPr txBox="1">
            <a:spLocks noGrp="1"/>
          </p:cNvSpPr>
          <p:nvPr>
            <p:ph type="dt" sz="half" idx="6"/>
          </p:nvPr>
        </p:nvSpPr>
        <p:spPr>
          <a:xfrm>
            <a:off x="537882" y="5852488"/>
            <a:ext cx="1882588" cy="128436"/>
          </a:xfrm>
          <a:prstGeom prst="rect">
            <a:avLst/>
          </a:prstGeom>
        </p:spPr>
        <p:txBody>
          <a:bodyPr vert="horz" wrap="square" lIns="0" tIns="6163" rIns="0" bIns="0" rtlCol="0" anchor="ctr">
            <a:spAutoFit/>
          </a:bodyPr>
          <a:lstStyle/>
          <a:p>
            <a:pPr marL="11206">
              <a:spcBef>
                <a:spcPts val="49"/>
              </a:spcBef>
            </a:pPr>
            <a:fld id="{70F6B861-99A5-4D01-93E7-0525920A602D}" type="datetime1">
              <a:rPr lang="en-US" spc="-9" smtClean="0"/>
              <a:t>3/24/2022</a:t>
            </a:fld>
            <a:endParaRPr spc="-9" dirty="0"/>
          </a:p>
        </p:txBody>
      </p:sp>
      <p:sp>
        <p:nvSpPr>
          <p:cNvPr id="63" name="object 63"/>
          <p:cNvSpPr txBox="1"/>
          <p:nvPr/>
        </p:nvSpPr>
        <p:spPr>
          <a:xfrm>
            <a:off x="2019467" y="5490351"/>
            <a:ext cx="1434913" cy="46001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4368" spc="-19" baseline="1683" dirty="0">
                <a:solidFill>
                  <a:srgbClr val="648E04"/>
                </a:solidFill>
                <a:latin typeface="Cambria"/>
                <a:cs typeface="Cambria"/>
              </a:rPr>
              <a:t>WI</a:t>
            </a:r>
            <a:r>
              <a:rPr sz="2912" spc="-13" dirty="0">
                <a:solidFill>
                  <a:srgbClr val="648E04"/>
                </a:solidFill>
                <a:latin typeface="Cambria"/>
                <a:cs typeface="Cambria"/>
              </a:rPr>
              <a:t>NNER</a:t>
            </a:r>
            <a:endParaRPr sz="2912" dirty="0">
              <a:latin typeface="Cambria"/>
              <a:cs typeface="Cambr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507511" y="3194280"/>
            <a:ext cx="218682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13" dirty="0">
                <a:solidFill>
                  <a:srgbClr val="B0007E"/>
                </a:solidFill>
                <a:latin typeface="Calibri"/>
                <a:cs typeface="Calibri"/>
              </a:rPr>
              <a:t>Choice</a:t>
            </a:r>
            <a:r>
              <a:rPr sz="1853" spc="-31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4" dirty="0">
                <a:solidFill>
                  <a:srgbClr val="B0007E"/>
                </a:solidFill>
                <a:latin typeface="Calibri"/>
                <a:cs typeface="Calibri"/>
              </a:rPr>
              <a:t>2:</a:t>
            </a:r>
            <a:r>
              <a:rPr sz="1853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853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2B2728"/>
                </a:solidFill>
                <a:latin typeface="Calibri"/>
                <a:cs typeface="Calibri"/>
              </a:rPr>
              <a:t>on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53" dirty="0">
                <a:solidFill>
                  <a:srgbClr val="2B2728"/>
                </a:solidFill>
                <a:latin typeface="Calibri"/>
                <a:cs typeface="Calibri"/>
              </a:rPr>
              <a:t>Term</a:t>
            </a:r>
            <a:endParaRPr sz="1853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617893" y="3196969"/>
            <a:ext cx="2281518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spc="-13" dirty="0">
                <a:solidFill>
                  <a:srgbClr val="B0007E"/>
                </a:solidFill>
                <a:latin typeface="Calibri"/>
                <a:cs typeface="Calibri"/>
              </a:rPr>
              <a:t>Choice</a:t>
            </a:r>
            <a:r>
              <a:rPr sz="1853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4" dirty="0">
                <a:solidFill>
                  <a:srgbClr val="B0007E"/>
                </a:solidFill>
                <a:latin typeface="Calibri"/>
                <a:cs typeface="Calibri"/>
              </a:rPr>
              <a:t>1:</a:t>
            </a:r>
            <a:r>
              <a:rPr sz="1853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853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9" dirty="0">
                <a:solidFill>
                  <a:srgbClr val="2B2728"/>
                </a:solidFill>
                <a:latin typeface="Calibri"/>
                <a:cs typeface="Calibri"/>
              </a:rPr>
              <a:t>on</a:t>
            </a:r>
            <a:r>
              <a:rPr sz="1853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853" spc="-18" dirty="0">
                <a:solidFill>
                  <a:srgbClr val="2B2728"/>
                </a:solidFill>
                <a:latin typeface="Calibri"/>
                <a:cs typeface="Calibri"/>
              </a:rPr>
              <a:t>Credit</a:t>
            </a:r>
            <a:endParaRPr sz="185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36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D2273299-84AD-49FB-A8CC-5D3BCD7DD204}" type="datetime1">
              <a:rPr lang="en-US" spc="-9" smtClean="0"/>
              <a:t>3/24/2022</a:t>
            </a:fld>
            <a:endParaRPr spc="-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1295400"/>
            <a:ext cx="7010400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31" dirty="0"/>
              <a:t>Feature</a:t>
            </a:r>
            <a:r>
              <a:rPr spc="-26" dirty="0"/>
              <a:t> </a:t>
            </a:r>
            <a:r>
              <a:rPr spc="-13" dirty="0"/>
              <a:t>split</a:t>
            </a:r>
            <a:r>
              <a:rPr spc="-22" dirty="0"/>
              <a:t> </a:t>
            </a:r>
            <a:r>
              <a:rPr spc="-13" dirty="0"/>
              <a:t>selection</a:t>
            </a:r>
            <a:r>
              <a:rPr spc="-22" dirty="0"/>
              <a:t> </a:t>
            </a:r>
            <a:r>
              <a:rPr spc="-18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7463" y="2266714"/>
            <a:ext cx="7647089" cy="273000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57749" indent="-224690">
              <a:spcBef>
                <a:spcPts val="88"/>
              </a:spcBef>
              <a:buClr>
                <a:srgbClr val="5D5555"/>
              </a:buClr>
              <a:buFont typeface="Arial MT"/>
              <a:buChar char="•"/>
              <a:tabLst>
                <a:tab pos="257749" algn="l"/>
                <a:tab pos="258309" algn="l"/>
              </a:tabLst>
            </a:pPr>
            <a:r>
              <a:rPr sz="2800" spc="-13" dirty="0">
                <a:solidFill>
                  <a:srgbClr val="2B2728"/>
                </a:solidFill>
                <a:latin typeface="Calibri"/>
                <a:cs typeface="Calibri"/>
              </a:rPr>
              <a:t>Given</a:t>
            </a:r>
            <a:r>
              <a:rPr sz="2800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B2728"/>
                </a:solidFill>
                <a:latin typeface="Calibri"/>
                <a:cs typeface="Calibri"/>
              </a:rPr>
              <a:t>a</a:t>
            </a:r>
            <a:r>
              <a:rPr sz="2800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2B2728"/>
                </a:solidFill>
                <a:latin typeface="Calibri"/>
                <a:cs typeface="Calibri"/>
              </a:rPr>
              <a:t>subset </a:t>
            </a:r>
            <a:r>
              <a:rPr sz="2800" spc="-9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2800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rgbClr val="2B2728"/>
                </a:solidFill>
                <a:latin typeface="Calibri"/>
                <a:cs typeface="Calibri"/>
              </a:rPr>
              <a:t>data </a:t>
            </a:r>
            <a:r>
              <a:rPr sz="2800" dirty="0">
                <a:solidFill>
                  <a:srgbClr val="B0007E"/>
                </a:solidFill>
                <a:latin typeface="Calibri"/>
                <a:cs typeface="Calibri"/>
              </a:rPr>
              <a:t>M</a:t>
            </a:r>
            <a:r>
              <a:rPr sz="2800" spc="-31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srgbClr val="2B2728"/>
                </a:solidFill>
                <a:latin typeface="Calibri"/>
                <a:cs typeface="Calibri"/>
              </a:rPr>
              <a:t>(a</a:t>
            </a:r>
            <a:r>
              <a:rPr sz="2400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2B2728"/>
                </a:solidFill>
                <a:latin typeface="Calibri"/>
                <a:cs typeface="Calibri"/>
              </a:rPr>
              <a:t>node</a:t>
            </a:r>
            <a:r>
              <a:rPr sz="2400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srgbClr val="2B2728"/>
                </a:solidFill>
                <a:latin typeface="Calibri"/>
                <a:cs typeface="Calibri"/>
              </a:rPr>
              <a:t>in</a:t>
            </a:r>
            <a:r>
              <a:rPr sz="2400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B2728"/>
                </a:solidFill>
                <a:latin typeface="Calibri"/>
                <a:cs typeface="Calibri"/>
              </a:rPr>
              <a:t>a</a:t>
            </a:r>
            <a:r>
              <a:rPr sz="2400" spc="-18" dirty="0">
                <a:solidFill>
                  <a:srgbClr val="2B2728"/>
                </a:solidFill>
                <a:latin typeface="Calibri"/>
                <a:cs typeface="Calibri"/>
              </a:rPr>
              <a:t> tree)</a:t>
            </a:r>
            <a:endParaRPr sz="2400" dirty="0">
              <a:latin typeface="Calibri"/>
              <a:cs typeface="Calibri"/>
            </a:endParaRPr>
          </a:p>
          <a:p>
            <a:pPr marL="257749" indent="-224690">
              <a:spcBef>
                <a:spcPts val="1527"/>
              </a:spcBef>
              <a:buClr>
                <a:srgbClr val="5D5555"/>
              </a:buClr>
              <a:buFont typeface="Arial MT"/>
              <a:buChar char="•"/>
              <a:tabLst>
                <a:tab pos="257749" algn="l"/>
                <a:tab pos="258309" algn="l"/>
              </a:tabLst>
            </a:pPr>
            <a:r>
              <a:rPr sz="2800" spc="-22" dirty="0">
                <a:solidFill>
                  <a:srgbClr val="2B2728"/>
                </a:solidFill>
                <a:latin typeface="Calibri"/>
                <a:cs typeface="Calibri"/>
              </a:rPr>
              <a:t>For</a:t>
            </a:r>
            <a:r>
              <a:rPr sz="2800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13" dirty="0">
                <a:solidFill>
                  <a:srgbClr val="2B2728"/>
                </a:solidFill>
                <a:latin typeface="Calibri"/>
                <a:cs typeface="Calibri"/>
              </a:rPr>
              <a:t>each</a:t>
            </a:r>
            <a:r>
              <a:rPr sz="2800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26" dirty="0">
                <a:solidFill>
                  <a:srgbClr val="2B2728"/>
                </a:solidFill>
                <a:latin typeface="Calibri"/>
                <a:cs typeface="Calibri"/>
              </a:rPr>
              <a:t>feature </a:t>
            </a:r>
            <a:r>
              <a:rPr sz="2800" spc="-9" dirty="0">
                <a:solidFill>
                  <a:srgbClr val="B0007E"/>
                </a:solidFill>
                <a:latin typeface="Calibri"/>
                <a:cs typeface="Calibri"/>
              </a:rPr>
              <a:t>h</a:t>
            </a:r>
            <a:r>
              <a:rPr sz="3200" spc="-13" baseline="-16666" dirty="0">
                <a:solidFill>
                  <a:srgbClr val="B0007E"/>
                </a:solidFill>
                <a:latin typeface="Calibri"/>
                <a:cs typeface="Calibri"/>
              </a:rPr>
              <a:t>i</a:t>
            </a:r>
            <a:r>
              <a:rPr sz="2800" spc="-9" dirty="0">
                <a:solidFill>
                  <a:srgbClr val="B0007E"/>
                </a:solidFill>
                <a:latin typeface="Calibri"/>
                <a:cs typeface="Calibri"/>
              </a:rPr>
              <a:t>(x)</a:t>
            </a:r>
            <a:r>
              <a:rPr sz="2800" spc="-9" dirty="0">
                <a:solidFill>
                  <a:srgbClr val="2B2728"/>
                </a:solidFill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32045" lvl="1" indent="-299773">
              <a:spcBef>
                <a:spcPts val="463"/>
              </a:spcBef>
              <a:buClr>
                <a:srgbClr val="5D5555"/>
              </a:buClr>
              <a:buAutoNum type="arabicPeriod"/>
              <a:tabLst>
                <a:tab pos="632045" algn="l"/>
              </a:tabLst>
            </a:pPr>
            <a:r>
              <a:rPr sz="2800" spc="-9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2800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rgbClr val="2B2728"/>
                </a:solidFill>
                <a:latin typeface="Calibri"/>
                <a:cs typeface="Calibri"/>
              </a:rPr>
              <a:t>data</a:t>
            </a:r>
            <a:r>
              <a:rPr sz="2800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2800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B0007E"/>
                </a:solidFill>
                <a:latin typeface="Calibri"/>
                <a:cs typeface="Calibri"/>
              </a:rPr>
              <a:t>M</a:t>
            </a:r>
            <a:r>
              <a:rPr sz="2800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2800" spc="-18" dirty="0">
                <a:solidFill>
                  <a:srgbClr val="2B2728"/>
                </a:solidFill>
                <a:latin typeface="Calibri"/>
                <a:cs typeface="Calibri"/>
              </a:rPr>
              <a:t>according to </a:t>
            </a:r>
            <a:r>
              <a:rPr sz="2800" spc="-26" dirty="0">
                <a:solidFill>
                  <a:srgbClr val="2B2728"/>
                </a:solidFill>
                <a:latin typeface="Calibri"/>
                <a:cs typeface="Calibri"/>
              </a:rPr>
              <a:t>feature</a:t>
            </a:r>
            <a:r>
              <a:rPr sz="2800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B0007E"/>
                </a:solidFill>
                <a:latin typeface="Calibri"/>
                <a:cs typeface="Calibri"/>
              </a:rPr>
              <a:t>h</a:t>
            </a:r>
            <a:r>
              <a:rPr sz="3200" spc="-13" baseline="-16666" dirty="0">
                <a:solidFill>
                  <a:srgbClr val="B0007E"/>
                </a:solidFill>
                <a:latin typeface="Calibri"/>
                <a:cs typeface="Calibri"/>
              </a:rPr>
              <a:t>i</a:t>
            </a:r>
            <a:r>
              <a:rPr sz="2800" spc="-9" dirty="0">
                <a:solidFill>
                  <a:srgbClr val="B0007E"/>
                </a:solidFill>
                <a:latin typeface="Calibri"/>
                <a:cs typeface="Calibri"/>
              </a:rPr>
              <a:t>(x)</a:t>
            </a:r>
            <a:endParaRPr sz="2800" dirty="0">
              <a:latin typeface="Calibri"/>
              <a:cs typeface="Calibri"/>
            </a:endParaRPr>
          </a:p>
          <a:p>
            <a:pPr marL="632045" lvl="1" indent="-299773">
              <a:spcBef>
                <a:spcPts val="1165"/>
              </a:spcBef>
              <a:buClr>
                <a:srgbClr val="5D5555"/>
              </a:buClr>
              <a:buAutoNum type="arabicPeriod"/>
              <a:tabLst>
                <a:tab pos="632045" algn="l"/>
              </a:tabLst>
            </a:pPr>
            <a:r>
              <a:rPr sz="2800" spc="-18" dirty="0">
                <a:solidFill>
                  <a:srgbClr val="2B2728"/>
                </a:solidFill>
                <a:latin typeface="Calibri"/>
                <a:cs typeface="Calibri"/>
              </a:rPr>
              <a:t>Compute</a:t>
            </a:r>
            <a:r>
              <a:rPr sz="2800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13" dirty="0">
                <a:solidFill>
                  <a:srgbClr val="2B2728"/>
                </a:solidFill>
                <a:latin typeface="Calibri"/>
                <a:cs typeface="Calibri"/>
              </a:rPr>
              <a:t>classification </a:t>
            </a:r>
            <a:r>
              <a:rPr sz="2800" spc="-22" dirty="0">
                <a:solidFill>
                  <a:srgbClr val="2B2728"/>
                </a:solidFill>
                <a:latin typeface="Calibri"/>
                <a:cs typeface="Calibri"/>
              </a:rPr>
              <a:t>error</a:t>
            </a:r>
            <a:r>
              <a:rPr sz="2800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2800" spc="-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endParaRPr sz="2800" dirty="0">
              <a:latin typeface="Calibri"/>
              <a:cs typeface="Calibri"/>
            </a:endParaRPr>
          </a:p>
          <a:p>
            <a:pPr marL="332832" indent="-299213">
              <a:spcBef>
                <a:spcPts val="1165"/>
              </a:spcBef>
              <a:buClr>
                <a:srgbClr val="5D5555"/>
              </a:buClr>
              <a:buFont typeface="Arial MT"/>
              <a:buChar char="•"/>
              <a:tabLst>
                <a:tab pos="332272" algn="l"/>
                <a:tab pos="332832" algn="l"/>
              </a:tabLst>
            </a:pPr>
            <a:r>
              <a:rPr sz="2800" spc="-9" dirty="0">
                <a:solidFill>
                  <a:srgbClr val="2B2728"/>
                </a:solidFill>
                <a:latin typeface="Calibri"/>
                <a:cs typeface="Calibri"/>
              </a:rPr>
              <a:t>Chose</a:t>
            </a:r>
            <a:r>
              <a:rPr sz="2800" spc="-31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26" dirty="0">
                <a:solidFill>
                  <a:srgbClr val="2B2728"/>
                </a:solidFill>
                <a:latin typeface="Calibri"/>
                <a:cs typeface="Calibri"/>
              </a:rPr>
              <a:t>feature</a:t>
            </a:r>
            <a:r>
              <a:rPr sz="2800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B0007E"/>
                </a:solidFill>
                <a:latin typeface="Calibri"/>
                <a:cs typeface="Calibri"/>
              </a:rPr>
              <a:t>h</a:t>
            </a:r>
            <a:r>
              <a:rPr sz="3200" spc="-13" baseline="25000" dirty="0">
                <a:solidFill>
                  <a:srgbClr val="B0007E"/>
                </a:solidFill>
                <a:latin typeface="Calibri"/>
                <a:cs typeface="Calibri"/>
              </a:rPr>
              <a:t>*</a:t>
            </a:r>
            <a:r>
              <a:rPr sz="2800" spc="-9" dirty="0">
                <a:solidFill>
                  <a:srgbClr val="B0007E"/>
                </a:solidFill>
                <a:latin typeface="Calibri"/>
                <a:cs typeface="Calibri"/>
              </a:rPr>
              <a:t>(x)</a:t>
            </a:r>
            <a:r>
              <a:rPr sz="2800" spc="-13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2800" spc="-9" dirty="0">
                <a:solidFill>
                  <a:srgbClr val="2B2728"/>
                </a:solidFill>
                <a:latin typeface="Calibri"/>
                <a:cs typeface="Calibri"/>
              </a:rPr>
              <a:t>with</a:t>
            </a:r>
            <a:r>
              <a:rPr sz="2800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22" dirty="0">
                <a:solidFill>
                  <a:srgbClr val="2B2728"/>
                </a:solidFill>
                <a:latin typeface="Calibri"/>
                <a:cs typeface="Calibri"/>
              </a:rPr>
              <a:t>lowest</a:t>
            </a:r>
            <a:r>
              <a:rPr sz="2800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2800" spc="-13" dirty="0">
                <a:solidFill>
                  <a:srgbClr val="2B2728"/>
                </a:solidFill>
                <a:latin typeface="Calibri"/>
                <a:cs typeface="Calibri"/>
              </a:rPr>
              <a:t>classification</a:t>
            </a:r>
            <a:r>
              <a:rPr sz="2800" spc="-18" dirty="0">
                <a:solidFill>
                  <a:srgbClr val="2B2728"/>
                </a:solidFill>
                <a:latin typeface="Calibri"/>
                <a:cs typeface="Calibri"/>
              </a:rPr>
              <a:t> error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62908" y="3098765"/>
            <a:ext cx="5871292" cy="37789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2382" spc="-22" dirty="0">
                <a:solidFill>
                  <a:srgbClr val="2C2828"/>
                </a:solidFill>
              </a:rPr>
              <a:t>Recursion</a:t>
            </a:r>
            <a:r>
              <a:rPr sz="2382" spc="-40" dirty="0">
                <a:solidFill>
                  <a:srgbClr val="2C2828"/>
                </a:solidFill>
              </a:rPr>
              <a:t> </a:t>
            </a:r>
            <a:r>
              <a:rPr sz="2382" dirty="0">
                <a:solidFill>
                  <a:srgbClr val="2C2828"/>
                </a:solidFill>
              </a:rPr>
              <a:t>&amp;</a:t>
            </a:r>
            <a:r>
              <a:rPr sz="2382" spc="-44" dirty="0">
                <a:solidFill>
                  <a:srgbClr val="2C2828"/>
                </a:solidFill>
              </a:rPr>
              <a:t> </a:t>
            </a:r>
            <a:r>
              <a:rPr sz="2382" spc="-18" dirty="0">
                <a:solidFill>
                  <a:srgbClr val="2C2828"/>
                </a:solidFill>
              </a:rPr>
              <a:t>Stopping</a:t>
            </a:r>
            <a:r>
              <a:rPr sz="2382" spc="-31" dirty="0">
                <a:solidFill>
                  <a:srgbClr val="2C2828"/>
                </a:solidFill>
              </a:rPr>
              <a:t> </a:t>
            </a:r>
            <a:r>
              <a:rPr sz="2382" spc="-18" dirty="0">
                <a:solidFill>
                  <a:srgbClr val="2C2828"/>
                </a:solidFill>
              </a:rPr>
              <a:t>conditions</a:t>
            </a:r>
            <a:endParaRPr sz="2382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873D1654-3760-4162-AEDC-6E37FBD1C5D2}" type="datetime1">
              <a:rPr lang="en-US" spc="-9" smtClean="0"/>
              <a:t>3/24/2022</a:t>
            </a:fld>
            <a:endParaRPr spc="-9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02A826-3B54-456C-B1BB-5AF5D66E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5871" y="963433"/>
            <a:ext cx="6585137" cy="1119877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53" dirty="0"/>
              <a:t>We’ve</a:t>
            </a:r>
            <a:r>
              <a:rPr spc="-26" dirty="0"/>
              <a:t> </a:t>
            </a:r>
            <a:r>
              <a:rPr spc="-13" dirty="0"/>
              <a:t>learned</a:t>
            </a:r>
            <a:r>
              <a:rPr spc="-22" dirty="0"/>
              <a:t> </a:t>
            </a:r>
            <a:r>
              <a:rPr dirty="0"/>
              <a:t>a</a:t>
            </a:r>
            <a:r>
              <a:rPr spc="-22" dirty="0"/>
              <a:t> </a:t>
            </a:r>
            <a:r>
              <a:rPr spc="-13" dirty="0"/>
              <a:t>decision</a:t>
            </a:r>
            <a:r>
              <a:rPr spc="-22" dirty="0"/>
              <a:t>,</a:t>
            </a:r>
            <a:r>
              <a:rPr spc="-18" dirty="0"/>
              <a:t> </a:t>
            </a:r>
            <a:r>
              <a:rPr spc="-22" dirty="0"/>
              <a:t>what</a:t>
            </a:r>
            <a:r>
              <a:rPr spc="-18" dirty="0"/>
              <a:t> </a:t>
            </a:r>
            <a:r>
              <a:rPr spc="-22" dirty="0"/>
              <a:t>next?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60659" y="2255688"/>
            <a:ext cx="1220881" cy="469495"/>
          </a:xfrm>
          <a:prstGeom prst="rect">
            <a:avLst/>
          </a:prstGeom>
          <a:solidFill>
            <a:srgbClr val="DFDCDC"/>
          </a:solidFill>
          <a:ln w="18858">
            <a:solidFill>
              <a:srgbClr val="464040"/>
            </a:solidFill>
          </a:ln>
        </p:spPr>
        <p:txBody>
          <a:bodyPr vert="horz" wrap="square" lIns="0" tIns="21851" rIns="0" bIns="0" rtlCol="0">
            <a:spAutoFit/>
          </a:bodyPr>
          <a:lstStyle/>
          <a:p>
            <a:pPr marR="424726" algn="r">
              <a:spcBef>
                <a:spcPts val="172"/>
              </a:spcBef>
            </a:pPr>
            <a:r>
              <a:rPr sz="1412" b="1" spc="4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412">
              <a:latin typeface="Calibri"/>
              <a:cs typeface="Calibri"/>
            </a:endParaRPr>
          </a:p>
          <a:p>
            <a:pPr marR="410717" algn="r">
              <a:spcBef>
                <a:spcPts val="62"/>
              </a:spcBef>
              <a:tabLst>
                <a:tab pos="350763" algn="l"/>
              </a:tabLst>
            </a:pPr>
            <a:r>
              <a:rPr sz="1412" spc="4" dirty="0">
                <a:solidFill>
                  <a:srgbClr val="648E04"/>
                </a:solidFill>
                <a:latin typeface="Calibri"/>
                <a:cs typeface="Calibri"/>
              </a:rPr>
              <a:t>22	</a:t>
            </a:r>
            <a:r>
              <a:rPr sz="1412" spc="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7503" y="3482529"/>
            <a:ext cx="968749" cy="459168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15688" rIns="0" bIns="0" rtlCol="0">
            <a:spAutoFit/>
          </a:bodyPr>
          <a:lstStyle/>
          <a:p>
            <a:pPr marL="287446" marR="148486" indent="-134478">
              <a:lnSpc>
                <a:spcPct val="103699"/>
              </a:lnSpc>
              <a:spcBef>
                <a:spcPts val="124"/>
              </a:spcBef>
              <a:tabLst>
                <a:tab pos="587780" algn="l"/>
              </a:tabLst>
            </a:pPr>
            <a:r>
              <a:rPr sz="1412" spc="-9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412" spc="-22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412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ll</a:t>
            </a:r>
            <a:r>
              <a:rPr sz="1412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412" spc="-4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412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412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5084" y="3482529"/>
            <a:ext cx="956982" cy="471758"/>
          </a:xfrm>
          <a:prstGeom prst="rect">
            <a:avLst/>
          </a:prstGeom>
          <a:solidFill>
            <a:srgbClr val="C8EBFA"/>
          </a:solidFill>
          <a:ln w="18857">
            <a:solidFill>
              <a:srgbClr val="0D6993"/>
            </a:solidFill>
          </a:ln>
        </p:spPr>
        <p:txBody>
          <a:bodyPr vert="horz" wrap="square" lIns="0" tIns="24093" rIns="0" bIns="0" rtlCol="0">
            <a:spAutoFit/>
          </a:bodyPr>
          <a:lstStyle/>
          <a:p>
            <a:pPr algn="ctr">
              <a:spcBef>
                <a:spcPts val="190"/>
              </a:spcBef>
            </a:pPr>
            <a:r>
              <a:rPr sz="1412" spc="-4" dirty="0">
                <a:solidFill>
                  <a:srgbClr val="2B2728"/>
                </a:solidFill>
                <a:latin typeface="Calibri"/>
                <a:cs typeface="Calibri"/>
              </a:rPr>
              <a:t>fair</a:t>
            </a:r>
            <a:endParaRPr sz="1412">
              <a:latin typeface="Calibri"/>
              <a:cs typeface="Calibri"/>
            </a:endParaRPr>
          </a:p>
          <a:p>
            <a:pPr algn="ctr">
              <a:spcBef>
                <a:spcPts val="62"/>
              </a:spcBef>
              <a:tabLst>
                <a:tab pos="299773" algn="l"/>
              </a:tabLst>
            </a:pPr>
            <a:r>
              <a:rPr sz="1412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412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31109" y="3482529"/>
            <a:ext cx="954741" cy="459168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15688" rIns="0" bIns="0" rtlCol="0">
            <a:spAutoFit/>
          </a:bodyPr>
          <a:lstStyle/>
          <a:p>
            <a:pPr marL="234215" marR="227492" indent="66118">
              <a:lnSpc>
                <a:spcPct val="103699"/>
              </a:lnSpc>
              <a:spcBef>
                <a:spcPts val="124"/>
              </a:spcBef>
              <a:tabLst>
                <a:tab pos="534549" algn="l"/>
              </a:tabLst>
            </a:pPr>
            <a:r>
              <a:rPr sz="1412" spc="9" dirty="0">
                <a:solidFill>
                  <a:srgbClr val="2B2728"/>
                </a:solidFill>
                <a:latin typeface="Calibri"/>
                <a:cs typeface="Calibri"/>
              </a:rPr>
              <a:t>poor </a:t>
            </a:r>
            <a:r>
              <a:rPr sz="1412" spc="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dirty="0">
                <a:solidFill>
                  <a:srgbClr val="648E04"/>
                </a:solidFill>
                <a:latin typeface="Calibri"/>
                <a:cs typeface="Calibri"/>
              </a:rPr>
              <a:t>4	</a:t>
            </a:r>
            <a:r>
              <a:rPr sz="1412" spc="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2532" y="2223024"/>
            <a:ext cx="932329" cy="45874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spc="9" dirty="0">
                <a:solidFill>
                  <a:srgbClr val="2B2728"/>
                </a:solidFill>
                <a:latin typeface="Calibri"/>
                <a:cs typeface="Calibri"/>
              </a:rPr>
              <a:t>Loan</a:t>
            </a:r>
            <a:r>
              <a:rPr sz="1412" b="1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b="1" dirty="0">
                <a:solidFill>
                  <a:srgbClr val="2B2728"/>
                </a:solidFill>
                <a:latin typeface="Calibri"/>
                <a:cs typeface="Calibri"/>
              </a:rPr>
              <a:t>status:</a:t>
            </a:r>
            <a:endParaRPr sz="1412">
              <a:latin typeface="Calibri"/>
              <a:cs typeface="Calibri"/>
            </a:endParaRPr>
          </a:p>
          <a:p>
            <a:pPr marL="11206">
              <a:spcBef>
                <a:spcPts val="62"/>
              </a:spcBef>
            </a:pPr>
            <a:r>
              <a:rPr sz="1412" spc="-4" dirty="0">
                <a:solidFill>
                  <a:srgbClr val="648E04"/>
                </a:solidFill>
                <a:latin typeface="Calibri"/>
                <a:cs typeface="Calibri"/>
              </a:rPr>
              <a:t>Safe </a:t>
            </a:r>
            <a:r>
              <a:rPr sz="1412" spc="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412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23370" y="2750336"/>
            <a:ext cx="3293408" cy="740708"/>
            <a:chOff x="1800752" y="3117047"/>
            <a:chExt cx="3732529" cy="839469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4256" y="3117047"/>
              <a:ext cx="87449" cy="2479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10182" y="3546048"/>
              <a:ext cx="1083945" cy="401320"/>
            </a:xfrm>
            <a:custGeom>
              <a:avLst/>
              <a:gdLst/>
              <a:ahLst/>
              <a:cxnLst/>
              <a:rect l="l" t="t" r="r" b="b"/>
              <a:pathLst>
                <a:path w="1083945" h="401320">
                  <a:moveTo>
                    <a:pt x="1083656" y="0"/>
                  </a:moveTo>
                  <a:lnTo>
                    <a:pt x="0" y="0"/>
                  </a:lnTo>
                  <a:lnTo>
                    <a:pt x="0" y="400816"/>
                  </a:lnTo>
                </a:path>
              </a:pathLst>
            </a:custGeom>
            <a:ln w="18859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4442122" y="3546049"/>
              <a:ext cx="1082040" cy="401320"/>
            </a:xfrm>
            <a:custGeom>
              <a:avLst/>
              <a:gdLst/>
              <a:ahLst/>
              <a:cxnLst/>
              <a:rect l="l" t="t" r="r" b="b"/>
              <a:pathLst>
                <a:path w="1082039" h="401320">
                  <a:moveTo>
                    <a:pt x="0" y="0"/>
                  </a:moveTo>
                  <a:lnTo>
                    <a:pt x="1081583" y="0"/>
                  </a:lnTo>
                  <a:lnTo>
                    <a:pt x="1081583" y="400816"/>
                  </a:lnTo>
                </a:path>
              </a:pathLst>
            </a:custGeom>
            <a:ln w="18859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3667980" y="3727118"/>
              <a:ext cx="3175" cy="220345"/>
            </a:xfrm>
            <a:custGeom>
              <a:avLst/>
              <a:gdLst/>
              <a:ahLst/>
              <a:cxnLst/>
              <a:rect l="l" t="t" r="r" b="b"/>
              <a:pathLst>
                <a:path w="3175" h="220345">
                  <a:moveTo>
                    <a:pt x="0" y="0"/>
                  </a:moveTo>
                  <a:lnTo>
                    <a:pt x="2713" y="219747"/>
                  </a:lnTo>
                </a:path>
              </a:pathLst>
            </a:custGeom>
            <a:ln w="18838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3838" y="3364979"/>
              <a:ext cx="1548765" cy="362585"/>
            </a:xfrm>
            <a:custGeom>
              <a:avLst/>
              <a:gdLst/>
              <a:ahLst/>
              <a:cxnLst/>
              <a:rect l="l" t="t" r="r" b="b"/>
              <a:pathLst>
                <a:path w="1548764" h="362585">
                  <a:moveTo>
                    <a:pt x="774142" y="0"/>
                  </a:moveTo>
                  <a:lnTo>
                    <a:pt x="0" y="181070"/>
                  </a:lnTo>
                  <a:lnTo>
                    <a:pt x="774142" y="362139"/>
                  </a:lnTo>
                  <a:lnTo>
                    <a:pt x="1548283" y="181070"/>
                  </a:lnTo>
                  <a:lnTo>
                    <a:pt x="774142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3838" y="3364979"/>
              <a:ext cx="1548765" cy="362585"/>
            </a:xfrm>
            <a:custGeom>
              <a:avLst/>
              <a:gdLst/>
              <a:ahLst/>
              <a:cxnLst/>
              <a:rect l="l" t="t" r="r" b="b"/>
              <a:pathLst>
                <a:path w="1548764" h="362585">
                  <a:moveTo>
                    <a:pt x="0" y="181069"/>
                  </a:moveTo>
                  <a:lnTo>
                    <a:pt x="774142" y="0"/>
                  </a:lnTo>
                  <a:lnTo>
                    <a:pt x="1548284" y="181069"/>
                  </a:lnTo>
                  <a:lnTo>
                    <a:pt x="774142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140971" y="3020476"/>
            <a:ext cx="45776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4" dirty="0">
                <a:solidFill>
                  <a:srgbClr val="2B2728"/>
                </a:solidFill>
                <a:latin typeface="Calibri"/>
                <a:cs typeface="Calibri"/>
              </a:rPr>
              <a:t>Credit?</a:t>
            </a:r>
            <a:endParaRPr sz="1147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47354" y="3982089"/>
            <a:ext cx="969869" cy="768163"/>
            <a:chOff x="1261267" y="4513034"/>
            <a:chExt cx="1099185" cy="870585"/>
          </a:xfrm>
        </p:grpSpPr>
        <p:sp>
          <p:nvSpPr>
            <p:cNvPr id="17" name="object 17"/>
            <p:cNvSpPr/>
            <p:nvPr/>
          </p:nvSpPr>
          <p:spPr>
            <a:xfrm>
              <a:off x="1766900" y="4513034"/>
              <a:ext cx="87630" cy="410845"/>
            </a:xfrm>
            <a:custGeom>
              <a:avLst/>
              <a:gdLst/>
              <a:ahLst/>
              <a:cxnLst/>
              <a:rect l="l" t="t" r="r" b="b"/>
              <a:pathLst>
                <a:path w="87630" h="410845">
                  <a:moveTo>
                    <a:pt x="10490" y="324784"/>
                  </a:moveTo>
                  <a:lnTo>
                    <a:pt x="1510" y="330045"/>
                  </a:lnTo>
                  <a:lnTo>
                    <a:pt x="0" y="335822"/>
                  </a:lnTo>
                  <a:lnTo>
                    <a:pt x="43822" y="410813"/>
                  </a:lnTo>
                  <a:lnTo>
                    <a:pt x="54686" y="392109"/>
                  </a:lnTo>
                  <a:lnTo>
                    <a:pt x="34378" y="392109"/>
                  </a:lnTo>
                  <a:lnTo>
                    <a:pt x="34318" y="357199"/>
                  </a:lnTo>
                  <a:lnTo>
                    <a:pt x="16259" y="326296"/>
                  </a:lnTo>
                  <a:lnTo>
                    <a:pt x="10490" y="324784"/>
                  </a:lnTo>
                  <a:close/>
                </a:path>
                <a:path w="87630" h="410845">
                  <a:moveTo>
                    <a:pt x="34332" y="357224"/>
                  </a:moveTo>
                  <a:lnTo>
                    <a:pt x="34378" y="392109"/>
                  </a:lnTo>
                  <a:lnTo>
                    <a:pt x="53218" y="392084"/>
                  </a:lnTo>
                  <a:lnTo>
                    <a:pt x="53211" y="387355"/>
                  </a:lnTo>
                  <a:lnTo>
                    <a:pt x="35656" y="387355"/>
                  </a:lnTo>
                  <a:lnTo>
                    <a:pt x="43773" y="373380"/>
                  </a:lnTo>
                  <a:lnTo>
                    <a:pt x="34332" y="357224"/>
                  </a:lnTo>
                  <a:close/>
                </a:path>
                <a:path w="87630" h="410845">
                  <a:moveTo>
                    <a:pt x="76928" y="324697"/>
                  </a:moveTo>
                  <a:lnTo>
                    <a:pt x="71164" y="326223"/>
                  </a:lnTo>
                  <a:lnTo>
                    <a:pt x="53172" y="357199"/>
                  </a:lnTo>
                  <a:lnTo>
                    <a:pt x="53218" y="392084"/>
                  </a:lnTo>
                  <a:lnTo>
                    <a:pt x="34378" y="392109"/>
                  </a:lnTo>
                  <a:lnTo>
                    <a:pt x="54686" y="392109"/>
                  </a:lnTo>
                  <a:lnTo>
                    <a:pt x="87448" y="335706"/>
                  </a:lnTo>
                  <a:lnTo>
                    <a:pt x="85923" y="329933"/>
                  </a:lnTo>
                  <a:lnTo>
                    <a:pt x="76928" y="324697"/>
                  </a:lnTo>
                  <a:close/>
                </a:path>
                <a:path w="87630" h="410845">
                  <a:moveTo>
                    <a:pt x="43773" y="373380"/>
                  </a:moveTo>
                  <a:lnTo>
                    <a:pt x="35656" y="387355"/>
                  </a:lnTo>
                  <a:lnTo>
                    <a:pt x="51927" y="387334"/>
                  </a:lnTo>
                  <a:lnTo>
                    <a:pt x="43773" y="373380"/>
                  </a:lnTo>
                  <a:close/>
                </a:path>
                <a:path w="87630" h="410845">
                  <a:moveTo>
                    <a:pt x="53172" y="357199"/>
                  </a:moveTo>
                  <a:lnTo>
                    <a:pt x="43773" y="373380"/>
                  </a:lnTo>
                  <a:lnTo>
                    <a:pt x="51927" y="387334"/>
                  </a:lnTo>
                  <a:lnTo>
                    <a:pt x="35656" y="387355"/>
                  </a:lnTo>
                  <a:lnTo>
                    <a:pt x="53211" y="387355"/>
                  </a:lnTo>
                  <a:lnTo>
                    <a:pt x="53172" y="357199"/>
                  </a:lnTo>
                  <a:close/>
                </a:path>
                <a:path w="87630" h="410845">
                  <a:moveTo>
                    <a:pt x="52701" y="0"/>
                  </a:moveTo>
                  <a:lnTo>
                    <a:pt x="33862" y="25"/>
                  </a:lnTo>
                  <a:lnTo>
                    <a:pt x="34332" y="357224"/>
                  </a:lnTo>
                  <a:lnTo>
                    <a:pt x="43773" y="373380"/>
                  </a:lnTo>
                  <a:lnTo>
                    <a:pt x="53157" y="357224"/>
                  </a:lnTo>
                  <a:lnTo>
                    <a:pt x="53129" y="324697"/>
                  </a:lnTo>
                  <a:lnTo>
                    <a:pt x="52701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0792" y="4923805"/>
              <a:ext cx="1080135" cy="450215"/>
            </a:xfrm>
            <a:custGeom>
              <a:avLst/>
              <a:gdLst/>
              <a:ahLst/>
              <a:cxnLst/>
              <a:rect l="l" t="t" r="r" b="b"/>
              <a:pathLst>
                <a:path w="1080135" h="450214">
                  <a:moveTo>
                    <a:pt x="855169" y="0"/>
                  </a:moveTo>
                  <a:lnTo>
                    <a:pt x="224690" y="0"/>
                  </a:lnTo>
                  <a:lnTo>
                    <a:pt x="179407" y="4570"/>
                  </a:lnTo>
                  <a:lnTo>
                    <a:pt x="137231" y="17679"/>
                  </a:lnTo>
                  <a:lnTo>
                    <a:pt x="99064" y="38421"/>
                  </a:lnTo>
                  <a:lnTo>
                    <a:pt x="65810" y="65892"/>
                  </a:lnTo>
                  <a:lnTo>
                    <a:pt x="38373" y="99188"/>
                  </a:lnTo>
                  <a:lnTo>
                    <a:pt x="17657" y="137402"/>
                  </a:lnTo>
                  <a:lnTo>
                    <a:pt x="4564" y="179632"/>
                  </a:lnTo>
                  <a:lnTo>
                    <a:pt x="0" y="224971"/>
                  </a:lnTo>
                  <a:lnTo>
                    <a:pt x="4564" y="270311"/>
                  </a:lnTo>
                  <a:lnTo>
                    <a:pt x="17657" y="312540"/>
                  </a:lnTo>
                  <a:lnTo>
                    <a:pt x="38373" y="350755"/>
                  </a:lnTo>
                  <a:lnTo>
                    <a:pt x="65810" y="384050"/>
                  </a:lnTo>
                  <a:lnTo>
                    <a:pt x="99064" y="411521"/>
                  </a:lnTo>
                  <a:lnTo>
                    <a:pt x="137231" y="432263"/>
                  </a:lnTo>
                  <a:lnTo>
                    <a:pt x="179407" y="445372"/>
                  </a:lnTo>
                  <a:lnTo>
                    <a:pt x="224690" y="449943"/>
                  </a:lnTo>
                  <a:lnTo>
                    <a:pt x="855169" y="449943"/>
                  </a:lnTo>
                  <a:lnTo>
                    <a:pt x="900452" y="445372"/>
                  </a:lnTo>
                  <a:lnTo>
                    <a:pt x="942629" y="432263"/>
                  </a:lnTo>
                  <a:lnTo>
                    <a:pt x="980796" y="411521"/>
                  </a:lnTo>
                  <a:lnTo>
                    <a:pt x="1014050" y="384050"/>
                  </a:lnTo>
                  <a:lnTo>
                    <a:pt x="1041486" y="350755"/>
                  </a:lnTo>
                  <a:lnTo>
                    <a:pt x="1062203" y="312540"/>
                  </a:lnTo>
                  <a:lnTo>
                    <a:pt x="1075295" y="270311"/>
                  </a:lnTo>
                  <a:lnTo>
                    <a:pt x="1079860" y="224971"/>
                  </a:lnTo>
                  <a:lnTo>
                    <a:pt x="1075295" y="179632"/>
                  </a:lnTo>
                  <a:lnTo>
                    <a:pt x="1062203" y="137402"/>
                  </a:lnTo>
                  <a:lnTo>
                    <a:pt x="1041486" y="99188"/>
                  </a:lnTo>
                  <a:lnTo>
                    <a:pt x="1014050" y="65892"/>
                  </a:lnTo>
                  <a:lnTo>
                    <a:pt x="980796" y="38421"/>
                  </a:lnTo>
                  <a:lnTo>
                    <a:pt x="942629" y="17679"/>
                  </a:lnTo>
                  <a:lnTo>
                    <a:pt x="900452" y="4570"/>
                  </a:lnTo>
                  <a:lnTo>
                    <a:pt x="855169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0792" y="4923805"/>
              <a:ext cx="1080135" cy="450215"/>
            </a:xfrm>
            <a:custGeom>
              <a:avLst/>
              <a:gdLst/>
              <a:ahLst/>
              <a:cxnLst/>
              <a:rect l="l" t="t" r="r" b="b"/>
              <a:pathLst>
                <a:path w="1080135" h="450214">
                  <a:moveTo>
                    <a:pt x="0" y="224971"/>
                  </a:moveTo>
                  <a:lnTo>
                    <a:pt x="4564" y="179632"/>
                  </a:lnTo>
                  <a:lnTo>
                    <a:pt x="17657" y="137402"/>
                  </a:lnTo>
                  <a:lnTo>
                    <a:pt x="38373" y="99187"/>
                  </a:lnTo>
                  <a:lnTo>
                    <a:pt x="65810" y="65892"/>
                  </a:lnTo>
                  <a:lnTo>
                    <a:pt x="99064" y="38421"/>
                  </a:lnTo>
                  <a:lnTo>
                    <a:pt x="137231" y="17679"/>
                  </a:lnTo>
                  <a:lnTo>
                    <a:pt x="179407" y="4570"/>
                  </a:lnTo>
                  <a:lnTo>
                    <a:pt x="224690" y="0"/>
                  </a:lnTo>
                  <a:lnTo>
                    <a:pt x="855169" y="0"/>
                  </a:lnTo>
                  <a:lnTo>
                    <a:pt x="900452" y="4570"/>
                  </a:lnTo>
                  <a:lnTo>
                    <a:pt x="942628" y="17679"/>
                  </a:lnTo>
                  <a:lnTo>
                    <a:pt x="980795" y="38421"/>
                  </a:lnTo>
                  <a:lnTo>
                    <a:pt x="1014049" y="65892"/>
                  </a:lnTo>
                  <a:lnTo>
                    <a:pt x="1041486" y="99187"/>
                  </a:lnTo>
                  <a:lnTo>
                    <a:pt x="1062202" y="137402"/>
                  </a:lnTo>
                  <a:lnTo>
                    <a:pt x="1075295" y="179632"/>
                  </a:lnTo>
                  <a:lnTo>
                    <a:pt x="1079859" y="224971"/>
                  </a:lnTo>
                  <a:lnTo>
                    <a:pt x="1075295" y="270311"/>
                  </a:lnTo>
                  <a:lnTo>
                    <a:pt x="1062202" y="312540"/>
                  </a:lnTo>
                  <a:lnTo>
                    <a:pt x="1041486" y="350755"/>
                  </a:lnTo>
                  <a:lnTo>
                    <a:pt x="1014049" y="384050"/>
                  </a:lnTo>
                  <a:lnTo>
                    <a:pt x="980795" y="411521"/>
                  </a:lnTo>
                  <a:lnTo>
                    <a:pt x="942628" y="432264"/>
                  </a:lnTo>
                  <a:lnTo>
                    <a:pt x="900452" y="445372"/>
                  </a:lnTo>
                  <a:lnTo>
                    <a:pt x="855169" y="449943"/>
                  </a:lnTo>
                  <a:lnTo>
                    <a:pt x="224690" y="449943"/>
                  </a:lnTo>
                  <a:lnTo>
                    <a:pt x="179407" y="445372"/>
                  </a:lnTo>
                  <a:lnTo>
                    <a:pt x="137231" y="432264"/>
                  </a:lnTo>
                  <a:lnTo>
                    <a:pt x="99064" y="411521"/>
                  </a:lnTo>
                  <a:lnTo>
                    <a:pt x="65810" y="384050"/>
                  </a:lnTo>
                  <a:lnTo>
                    <a:pt x="38373" y="350755"/>
                  </a:lnTo>
                  <a:lnTo>
                    <a:pt x="17657" y="312540"/>
                  </a:lnTo>
                  <a:lnTo>
                    <a:pt x="4564" y="270311"/>
                  </a:lnTo>
                  <a:lnTo>
                    <a:pt x="0" y="224971"/>
                  </a:lnTo>
                  <a:close/>
                </a:path>
              </a:pathLst>
            </a:custGeom>
            <a:ln w="18858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564319" y="4417584"/>
            <a:ext cx="333375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spc="13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12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12" spc="-26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412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13483" y="4076921"/>
            <a:ext cx="684679" cy="308162"/>
          </a:xfrm>
          <a:custGeom>
            <a:avLst/>
            <a:gdLst/>
            <a:ahLst/>
            <a:cxnLst/>
            <a:rect l="l" t="t" r="r" b="b"/>
            <a:pathLst>
              <a:path w="775969" h="349250">
                <a:moveTo>
                  <a:pt x="90490" y="28199"/>
                </a:moveTo>
                <a:lnTo>
                  <a:pt x="78495" y="56398"/>
                </a:lnTo>
                <a:lnTo>
                  <a:pt x="763770" y="348627"/>
                </a:lnTo>
                <a:lnTo>
                  <a:pt x="775765" y="320428"/>
                </a:lnTo>
                <a:lnTo>
                  <a:pt x="90490" y="28199"/>
                </a:lnTo>
                <a:close/>
              </a:path>
              <a:path w="775969" h="349250">
                <a:moveTo>
                  <a:pt x="102485" y="0"/>
                </a:moveTo>
                <a:lnTo>
                  <a:pt x="0" y="6267"/>
                </a:lnTo>
                <a:lnTo>
                  <a:pt x="66499" y="84598"/>
                </a:lnTo>
                <a:lnTo>
                  <a:pt x="78495" y="56398"/>
                </a:lnTo>
                <a:lnTo>
                  <a:pt x="64413" y="50393"/>
                </a:lnTo>
                <a:lnTo>
                  <a:pt x="76408" y="22194"/>
                </a:lnTo>
                <a:lnTo>
                  <a:pt x="93044" y="22194"/>
                </a:lnTo>
                <a:lnTo>
                  <a:pt x="102485" y="0"/>
                </a:lnTo>
                <a:close/>
              </a:path>
              <a:path w="775969" h="349250">
                <a:moveTo>
                  <a:pt x="76408" y="22194"/>
                </a:moveTo>
                <a:lnTo>
                  <a:pt x="64413" y="50393"/>
                </a:lnTo>
                <a:lnTo>
                  <a:pt x="78495" y="56398"/>
                </a:lnTo>
                <a:lnTo>
                  <a:pt x="90490" y="28199"/>
                </a:lnTo>
                <a:lnTo>
                  <a:pt x="76408" y="22194"/>
                </a:lnTo>
                <a:close/>
              </a:path>
              <a:path w="775969" h="349250">
                <a:moveTo>
                  <a:pt x="93044" y="22194"/>
                </a:moveTo>
                <a:lnTo>
                  <a:pt x="76408" y="22194"/>
                </a:lnTo>
                <a:lnTo>
                  <a:pt x="90490" y="28199"/>
                </a:lnTo>
                <a:lnTo>
                  <a:pt x="93044" y="22194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2" name="object 22"/>
          <p:cNvSpPr txBox="1"/>
          <p:nvPr/>
        </p:nvSpPr>
        <p:spPr>
          <a:xfrm>
            <a:off x="2979583" y="4284416"/>
            <a:ext cx="3701303" cy="52748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All</a:t>
            </a:r>
            <a:r>
              <a:rPr sz="1677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-4" dirty="0">
                <a:solidFill>
                  <a:srgbClr val="2B2728"/>
                </a:solidFill>
                <a:latin typeface="Calibri"/>
                <a:cs typeface="Calibri"/>
              </a:rPr>
              <a:t>data</a:t>
            </a:r>
            <a:r>
              <a:rPr sz="1677" spc="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points </a:t>
            </a:r>
            <a:r>
              <a:rPr sz="1677" dirty="0">
                <a:solidFill>
                  <a:srgbClr val="2B2728"/>
                </a:solidFill>
                <a:latin typeface="Calibri"/>
                <a:cs typeface="Calibri"/>
              </a:rPr>
              <a:t>are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-9" dirty="0">
                <a:solidFill>
                  <a:srgbClr val="648E04"/>
                </a:solidFill>
                <a:latin typeface="Calibri"/>
                <a:cs typeface="Calibri"/>
              </a:rPr>
              <a:t>Safe</a:t>
            </a:r>
            <a:r>
              <a:rPr sz="1677" spc="4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677" dirty="0">
                <a:solidFill>
                  <a:srgbClr val="2B2728"/>
                </a:solidFill>
                <a:latin typeface="Wingdings"/>
                <a:cs typeface="Wingdings"/>
              </a:rPr>
              <a:t></a:t>
            </a:r>
            <a:endParaRPr sz="1677">
              <a:latin typeface="Wingdings"/>
              <a:cs typeface="Wingdings"/>
            </a:endParaRPr>
          </a:p>
          <a:p>
            <a:pPr marL="11206">
              <a:spcBef>
                <a:spcPts val="22"/>
              </a:spcBef>
            </a:pP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nothing</a:t>
            </a:r>
            <a:r>
              <a:rPr sz="1677" spc="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else</a:t>
            </a:r>
            <a:r>
              <a:rPr sz="1677" spc="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-4" dirty="0">
                <a:solidFill>
                  <a:srgbClr val="2B2728"/>
                </a:solidFill>
                <a:latin typeface="Calibri"/>
                <a:cs typeface="Calibri"/>
              </a:rPr>
              <a:t>to</a:t>
            </a:r>
            <a:r>
              <a:rPr sz="1677" spc="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do</a:t>
            </a:r>
            <a:r>
              <a:rPr sz="1677" spc="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with</a:t>
            </a:r>
            <a:r>
              <a:rPr sz="1677" spc="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this </a:t>
            </a:r>
            <a:r>
              <a:rPr sz="1677" dirty="0">
                <a:solidFill>
                  <a:srgbClr val="2B2728"/>
                </a:solidFill>
                <a:latin typeface="Calibri"/>
                <a:cs typeface="Calibri"/>
              </a:rPr>
              <a:t>subset</a:t>
            </a:r>
            <a:r>
              <a:rPr sz="1677" spc="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of </a:t>
            </a:r>
            <a:r>
              <a:rPr sz="1677" spc="-4" dirty="0">
                <a:solidFill>
                  <a:srgbClr val="2B2728"/>
                </a:solidFill>
                <a:latin typeface="Calibri"/>
                <a:cs typeface="Calibri"/>
              </a:rPr>
              <a:t>data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686454" y="4799248"/>
            <a:ext cx="81243" cy="382121"/>
          </a:xfrm>
          <a:custGeom>
            <a:avLst/>
            <a:gdLst/>
            <a:ahLst/>
            <a:cxnLst/>
            <a:rect l="l" t="t" r="r" b="b"/>
            <a:pathLst>
              <a:path w="92075" h="433070">
                <a:moveTo>
                  <a:pt x="61224" y="76626"/>
                </a:moveTo>
                <a:lnTo>
                  <a:pt x="30612" y="76626"/>
                </a:lnTo>
                <a:lnTo>
                  <a:pt x="30610" y="432508"/>
                </a:lnTo>
                <a:lnTo>
                  <a:pt x="61222" y="432508"/>
                </a:lnTo>
                <a:lnTo>
                  <a:pt x="61224" y="76626"/>
                </a:lnTo>
                <a:close/>
              </a:path>
              <a:path w="92075" h="433070">
                <a:moveTo>
                  <a:pt x="45918" y="0"/>
                </a:moveTo>
                <a:lnTo>
                  <a:pt x="0" y="91951"/>
                </a:lnTo>
                <a:lnTo>
                  <a:pt x="30612" y="91951"/>
                </a:lnTo>
                <a:lnTo>
                  <a:pt x="30612" y="76626"/>
                </a:lnTo>
                <a:lnTo>
                  <a:pt x="84183" y="76626"/>
                </a:lnTo>
                <a:lnTo>
                  <a:pt x="45918" y="0"/>
                </a:lnTo>
                <a:close/>
              </a:path>
              <a:path w="92075" h="433070">
                <a:moveTo>
                  <a:pt x="84183" y="76626"/>
                </a:moveTo>
                <a:lnTo>
                  <a:pt x="61224" y="76626"/>
                </a:lnTo>
                <a:lnTo>
                  <a:pt x="61224" y="91951"/>
                </a:lnTo>
                <a:lnTo>
                  <a:pt x="91836" y="91951"/>
                </a:lnTo>
                <a:lnTo>
                  <a:pt x="84183" y="76626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 txBox="1"/>
          <p:nvPr/>
        </p:nvSpPr>
        <p:spPr>
          <a:xfrm>
            <a:off x="1284168" y="5185369"/>
            <a:ext cx="883583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dirty="0">
                <a:solidFill>
                  <a:srgbClr val="2B2728"/>
                </a:solidFill>
                <a:latin typeface="Calibri"/>
                <a:cs typeface="Calibri"/>
              </a:rPr>
              <a:t>Leaf</a:t>
            </a:r>
            <a:r>
              <a:rPr sz="1677" spc="-4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677" spc="4" dirty="0">
                <a:solidFill>
                  <a:srgbClr val="2B2728"/>
                </a:solidFill>
                <a:latin typeface="Calibri"/>
                <a:cs typeface="Calibri"/>
              </a:rPr>
              <a:t>node</a:t>
            </a:r>
            <a:endParaRPr sz="1677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38</a:t>
            </a:fld>
            <a:endParaRPr dirty="0"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75F9A00F-45D2-433F-BF2B-F1A2139CD683}" type="datetime1">
              <a:rPr lang="en-US" spc="-9" smtClean="0"/>
              <a:t>3/24/2022</a:t>
            </a:fld>
            <a:endParaRPr spc="-9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2122" y="1237742"/>
            <a:ext cx="7015077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66" dirty="0"/>
              <a:t>Tree</a:t>
            </a:r>
            <a:r>
              <a:rPr spc="-26" dirty="0"/>
              <a:t> </a:t>
            </a:r>
            <a:r>
              <a:rPr spc="-13" dirty="0"/>
              <a:t>learning</a:t>
            </a:r>
            <a:r>
              <a:rPr spc="-22" dirty="0"/>
              <a:t> </a:t>
            </a:r>
            <a:r>
              <a:rPr dirty="0"/>
              <a:t>=</a:t>
            </a:r>
            <a:r>
              <a:rPr spc="-26" dirty="0"/>
              <a:t> </a:t>
            </a:r>
            <a:r>
              <a:rPr spc="-31" dirty="0"/>
              <a:t>Recursive</a:t>
            </a:r>
            <a:r>
              <a:rPr spc="-26" dirty="0"/>
              <a:t> </a:t>
            </a:r>
            <a:r>
              <a:rPr spc="-13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60659" y="2255688"/>
            <a:ext cx="1220881" cy="469495"/>
          </a:xfrm>
          <a:prstGeom prst="rect">
            <a:avLst/>
          </a:prstGeom>
          <a:solidFill>
            <a:srgbClr val="DFDCDC"/>
          </a:solidFill>
          <a:ln w="18858">
            <a:solidFill>
              <a:srgbClr val="464040"/>
            </a:solidFill>
          </a:ln>
        </p:spPr>
        <p:txBody>
          <a:bodyPr vert="horz" wrap="square" lIns="0" tIns="21851" rIns="0" bIns="0" rtlCol="0">
            <a:spAutoFit/>
          </a:bodyPr>
          <a:lstStyle/>
          <a:p>
            <a:pPr marR="424726" algn="r">
              <a:spcBef>
                <a:spcPts val="172"/>
              </a:spcBef>
            </a:pPr>
            <a:r>
              <a:rPr sz="1412" b="1" spc="4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412">
              <a:latin typeface="Calibri"/>
              <a:cs typeface="Calibri"/>
            </a:endParaRPr>
          </a:p>
          <a:p>
            <a:pPr marR="410717" algn="r">
              <a:spcBef>
                <a:spcPts val="62"/>
              </a:spcBef>
              <a:tabLst>
                <a:tab pos="350763" algn="l"/>
              </a:tabLst>
            </a:pPr>
            <a:r>
              <a:rPr sz="1412" spc="4" dirty="0">
                <a:solidFill>
                  <a:srgbClr val="648E04"/>
                </a:solidFill>
                <a:latin typeface="Calibri"/>
                <a:cs typeface="Calibri"/>
              </a:rPr>
              <a:t>22	</a:t>
            </a:r>
            <a:r>
              <a:rPr sz="1412" spc="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7503" y="3482529"/>
            <a:ext cx="968749" cy="459168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15688" rIns="0" bIns="0" rtlCol="0">
            <a:spAutoFit/>
          </a:bodyPr>
          <a:lstStyle/>
          <a:p>
            <a:pPr marL="287446" marR="148486" indent="-134478">
              <a:lnSpc>
                <a:spcPct val="103699"/>
              </a:lnSpc>
              <a:spcBef>
                <a:spcPts val="124"/>
              </a:spcBef>
              <a:tabLst>
                <a:tab pos="587780" algn="l"/>
              </a:tabLst>
            </a:pPr>
            <a:r>
              <a:rPr sz="1412" spc="-9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412" spc="-22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412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ll</a:t>
            </a:r>
            <a:r>
              <a:rPr sz="1412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412" spc="-4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412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412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5084" y="3482529"/>
            <a:ext cx="956982" cy="471758"/>
          </a:xfrm>
          <a:prstGeom prst="rect">
            <a:avLst/>
          </a:prstGeom>
          <a:solidFill>
            <a:srgbClr val="C8EBFA"/>
          </a:solidFill>
          <a:ln w="18857">
            <a:solidFill>
              <a:srgbClr val="0D6993"/>
            </a:solidFill>
          </a:ln>
        </p:spPr>
        <p:txBody>
          <a:bodyPr vert="horz" wrap="square" lIns="0" tIns="24093" rIns="0" bIns="0" rtlCol="0">
            <a:spAutoFit/>
          </a:bodyPr>
          <a:lstStyle/>
          <a:p>
            <a:pPr algn="ctr">
              <a:spcBef>
                <a:spcPts val="190"/>
              </a:spcBef>
            </a:pPr>
            <a:r>
              <a:rPr sz="1412" spc="-4" dirty="0">
                <a:solidFill>
                  <a:srgbClr val="2B2728"/>
                </a:solidFill>
                <a:latin typeface="Calibri"/>
                <a:cs typeface="Calibri"/>
              </a:rPr>
              <a:t>fair</a:t>
            </a:r>
            <a:endParaRPr sz="1412">
              <a:latin typeface="Calibri"/>
              <a:cs typeface="Calibri"/>
            </a:endParaRPr>
          </a:p>
          <a:p>
            <a:pPr algn="ctr">
              <a:spcBef>
                <a:spcPts val="62"/>
              </a:spcBef>
              <a:tabLst>
                <a:tab pos="299773" algn="l"/>
              </a:tabLst>
            </a:pPr>
            <a:r>
              <a:rPr sz="1412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412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31109" y="3482529"/>
            <a:ext cx="954741" cy="459168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15688" rIns="0" bIns="0" rtlCol="0">
            <a:spAutoFit/>
          </a:bodyPr>
          <a:lstStyle/>
          <a:p>
            <a:pPr marL="234215" marR="227492" indent="66118">
              <a:lnSpc>
                <a:spcPct val="103699"/>
              </a:lnSpc>
              <a:spcBef>
                <a:spcPts val="124"/>
              </a:spcBef>
              <a:tabLst>
                <a:tab pos="534549" algn="l"/>
              </a:tabLst>
            </a:pPr>
            <a:r>
              <a:rPr sz="1412" spc="9" dirty="0">
                <a:solidFill>
                  <a:srgbClr val="2B2728"/>
                </a:solidFill>
                <a:latin typeface="Calibri"/>
                <a:cs typeface="Calibri"/>
              </a:rPr>
              <a:t>poor </a:t>
            </a:r>
            <a:r>
              <a:rPr sz="1412" spc="13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dirty="0">
                <a:solidFill>
                  <a:srgbClr val="648E04"/>
                </a:solidFill>
                <a:latin typeface="Calibri"/>
                <a:cs typeface="Calibri"/>
              </a:rPr>
              <a:t>4	</a:t>
            </a:r>
            <a:r>
              <a:rPr sz="1412" spc="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2532" y="2223024"/>
            <a:ext cx="932329" cy="45874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spc="9" dirty="0">
                <a:solidFill>
                  <a:srgbClr val="2B2728"/>
                </a:solidFill>
                <a:latin typeface="Calibri"/>
                <a:cs typeface="Calibri"/>
              </a:rPr>
              <a:t>Loan</a:t>
            </a:r>
            <a:r>
              <a:rPr sz="1412" b="1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b="1" dirty="0">
                <a:solidFill>
                  <a:srgbClr val="2B2728"/>
                </a:solidFill>
                <a:latin typeface="Calibri"/>
                <a:cs typeface="Calibri"/>
              </a:rPr>
              <a:t>status:</a:t>
            </a:r>
            <a:endParaRPr sz="1412">
              <a:latin typeface="Calibri"/>
              <a:cs typeface="Calibri"/>
            </a:endParaRPr>
          </a:p>
          <a:p>
            <a:pPr marL="11206">
              <a:spcBef>
                <a:spcPts val="62"/>
              </a:spcBef>
            </a:pPr>
            <a:r>
              <a:rPr sz="1412" spc="-4" dirty="0">
                <a:solidFill>
                  <a:srgbClr val="648E04"/>
                </a:solidFill>
                <a:latin typeface="Calibri"/>
                <a:cs typeface="Calibri"/>
              </a:rPr>
              <a:t>Safe </a:t>
            </a:r>
            <a:r>
              <a:rPr sz="1412" spc="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412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23370" y="2750336"/>
            <a:ext cx="3293408" cy="740708"/>
            <a:chOff x="1800752" y="3117047"/>
            <a:chExt cx="3732529" cy="839469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4256" y="3117047"/>
              <a:ext cx="87449" cy="2479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10182" y="3546048"/>
              <a:ext cx="1083945" cy="401320"/>
            </a:xfrm>
            <a:custGeom>
              <a:avLst/>
              <a:gdLst/>
              <a:ahLst/>
              <a:cxnLst/>
              <a:rect l="l" t="t" r="r" b="b"/>
              <a:pathLst>
                <a:path w="1083945" h="401320">
                  <a:moveTo>
                    <a:pt x="1083656" y="0"/>
                  </a:moveTo>
                  <a:lnTo>
                    <a:pt x="0" y="0"/>
                  </a:lnTo>
                  <a:lnTo>
                    <a:pt x="0" y="400816"/>
                  </a:lnTo>
                </a:path>
              </a:pathLst>
            </a:custGeom>
            <a:ln w="18859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4442122" y="3546049"/>
              <a:ext cx="1082040" cy="401320"/>
            </a:xfrm>
            <a:custGeom>
              <a:avLst/>
              <a:gdLst/>
              <a:ahLst/>
              <a:cxnLst/>
              <a:rect l="l" t="t" r="r" b="b"/>
              <a:pathLst>
                <a:path w="1082039" h="401320">
                  <a:moveTo>
                    <a:pt x="0" y="0"/>
                  </a:moveTo>
                  <a:lnTo>
                    <a:pt x="1081583" y="0"/>
                  </a:lnTo>
                  <a:lnTo>
                    <a:pt x="1081583" y="400816"/>
                  </a:lnTo>
                </a:path>
              </a:pathLst>
            </a:custGeom>
            <a:ln w="18859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3667980" y="3727118"/>
              <a:ext cx="3175" cy="220345"/>
            </a:xfrm>
            <a:custGeom>
              <a:avLst/>
              <a:gdLst/>
              <a:ahLst/>
              <a:cxnLst/>
              <a:rect l="l" t="t" r="r" b="b"/>
              <a:pathLst>
                <a:path w="3175" h="220345">
                  <a:moveTo>
                    <a:pt x="0" y="0"/>
                  </a:moveTo>
                  <a:lnTo>
                    <a:pt x="2713" y="219747"/>
                  </a:lnTo>
                </a:path>
              </a:pathLst>
            </a:custGeom>
            <a:ln w="18838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3838" y="3364979"/>
              <a:ext cx="1548765" cy="362585"/>
            </a:xfrm>
            <a:custGeom>
              <a:avLst/>
              <a:gdLst/>
              <a:ahLst/>
              <a:cxnLst/>
              <a:rect l="l" t="t" r="r" b="b"/>
              <a:pathLst>
                <a:path w="1548764" h="362585">
                  <a:moveTo>
                    <a:pt x="774142" y="0"/>
                  </a:moveTo>
                  <a:lnTo>
                    <a:pt x="0" y="181070"/>
                  </a:lnTo>
                  <a:lnTo>
                    <a:pt x="774142" y="362139"/>
                  </a:lnTo>
                  <a:lnTo>
                    <a:pt x="1548283" y="181070"/>
                  </a:lnTo>
                  <a:lnTo>
                    <a:pt x="774142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3838" y="3364979"/>
              <a:ext cx="1548765" cy="362585"/>
            </a:xfrm>
            <a:custGeom>
              <a:avLst/>
              <a:gdLst/>
              <a:ahLst/>
              <a:cxnLst/>
              <a:rect l="l" t="t" r="r" b="b"/>
              <a:pathLst>
                <a:path w="1548764" h="362585">
                  <a:moveTo>
                    <a:pt x="0" y="181069"/>
                  </a:moveTo>
                  <a:lnTo>
                    <a:pt x="774142" y="0"/>
                  </a:lnTo>
                  <a:lnTo>
                    <a:pt x="1548284" y="181069"/>
                  </a:lnTo>
                  <a:lnTo>
                    <a:pt x="774142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140971" y="3020476"/>
            <a:ext cx="45776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4" dirty="0">
                <a:solidFill>
                  <a:srgbClr val="2B2728"/>
                </a:solidFill>
                <a:latin typeface="Calibri"/>
                <a:cs typeface="Calibri"/>
              </a:rPr>
              <a:t>Credit?</a:t>
            </a:r>
            <a:endParaRPr sz="1147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47438" y="3982089"/>
            <a:ext cx="969869" cy="768163"/>
            <a:chOff x="1261363" y="4513034"/>
            <a:chExt cx="1099185" cy="870585"/>
          </a:xfrm>
        </p:grpSpPr>
        <p:sp>
          <p:nvSpPr>
            <p:cNvPr id="17" name="object 17"/>
            <p:cNvSpPr/>
            <p:nvPr/>
          </p:nvSpPr>
          <p:spPr>
            <a:xfrm>
              <a:off x="1766900" y="4513034"/>
              <a:ext cx="87630" cy="410845"/>
            </a:xfrm>
            <a:custGeom>
              <a:avLst/>
              <a:gdLst/>
              <a:ahLst/>
              <a:cxnLst/>
              <a:rect l="l" t="t" r="r" b="b"/>
              <a:pathLst>
                <a:path w="87630" h="410845">
                  <a:moveTo>
                    <a:pt x="10490" y="324784"/>
                  </a:moveTo>
                  <a:lnTo>
                    <a:pt x="1510" y="330045"/>
                  </a:lnTo>
                  <a:lnTo>
                    <a:pt x="0" y="335822"/>
                  </a:lnTo>
                  <a:lnTo>
                    <a:pt x="43822" y="410813"/>
                  </a:lnTo>
                  <a:lnTo>
                    <a:pt x="54686" y="392109"/>
                  </a:lnTo>
                  <a:lnTo>
                    <a:pt x="34378" y="392109"/>
                  </a:lnTo>
                  <a:lnTo>
                    <a:pt x="34318" y="357199"/>
                  </a:lnTo>
                  <a:lnTo>
                    <a:pt x="16259" y="326296"/>
                  </a:lnTo>
                  <a:lnTo>
                    <a:pt x="10490" y="324784"/>
                  </a:lnTo>
                  <a:close/>
                </a:path>
                <a:path w="87630" h="410845">
                  <a:moveTo>
                    <a:pt x="34332" y="357224"/>
                  </a:moveTo>
                  <a:lnTo>
                    <a:pt x="34378" y="392109"/>
                  </a:lnTo>
                  <a:lnTo>
                    <a:pt x="53218" y="392084"/>
                  </a:lnTo>
                  <a:lnTo>
                    <a:pt x="53211" y="387355"/>
                  </a:lnTo>
                  <a:lnTo>
                    <a:pt x="35656" y="387355"/>
                  </a:lnTo>
                  <a:lnTo>
                    <a:pt x="43773" y="373380"/>
                  </a:lnTo>
                  <a:lnTo>
                    <a:pt x="34332" y="357224"/>
                  </a:lnTo>
                  <a:close/>
                </a:path>
                <a:path w="87630" h="410845">
                  <a:moveTo>
                    <a:pt x="76928" y="324697"/>
                  </a:moveTo>
                  <a:lnTo>
                    <a:pt x="71164" y="326223"/>
                  </a:lnTo>
                  <a:lnTo>
                    <a:pt x="53172" y="357199"/>
                  </a:lnTo>
                  <a:lnTo>
                    <a:pt x="53218" y="392084"/>
                  </a:lnTo>
                  <a:lnTo>
                    <a:pt x="34378" y="392109"/>
                  </a:lnTo>
                  <a:lnTo>
                    <a:pt x="54686" y="392109"/>
                  </a:lnTo>
                  <a:lnTo>
                    <a:pt x="87448" y="335706"/>
                  </a:lnTo>
                  <a:lnTo>
                    <a:pt x="85923" y="329933"/>
                  </a:lnTo>
                  <a:lnTo>
                    <a:pt x="76928" y="324697"/>
                  </a:lnTo>
                  <a:close/>
                </a:path>
                <a:path w="87630" h="410845">
                  <a:moveTo>
                    <a:pt x="43773" y="373380"/>
                  </a:moveTo>
                  <a:lnTo>
                    <a:pt x="35656" y="387355"/>
                  </a:lnTo>
                  <a:lnTo>
                    <a:pt x="51927" y="387334"/>
                  </a:lnTo>
                  <a:lnTo>
                    <a:pt x="43773" y="373380"/>
                  </a:lnTo>
                  <a:close/>
                </a:path>
                <a:path w="87630" h="410845">
                  <a:moveTo>
                    <a:pt x="53172" y="357199"/>
                  </a:moveTo>
                  <a:lnTo>
                    <a:pt x="43773" y="373380"/>
                  </a:lnTo>
                  <a:lnTo>
                    <a:pt x="51927" y="387334"/>
                  </a:lnTo>
                  <a:lnTo>
                    <a:pt x="35656" y="387355"/>
                  </a:lnTo>
                  <a:lnTo>
                    <a:pt x="53211" y="387355"/>
                  </a:lnTo>
                  <a:lnTo>
                    <a:pt x="53172" y="357199"/>
                  </a:lnTo>
                  <a:close/>
                </a:path>
                <a:path w="87630" h="410845">
                  <a:moveTo>
                    <a:pt x="52701" y="0"/>
                  </a:moveTo>
                  <a:lnTo>
                    <a:pt x="33862" y="25"/>
                  </a:lnTo>
                  <a:lnTo>
                    <a:pt x="34332" y="357224"/>
                  </a:lnTo>
                  <a:lnTo>
                    <a:pt x="43773" y="373380"/>
                  </a:lnTo>
                  <a:lnTo>
                    <a:pt x="53157" y="357224"/>
                  </a:lnTo>
                  <a:lnTo>
                    <a:pt x="53129" y="324697"/>
                  </a:lnTo>
                  <a:lnTo>
                    <a:pt x="52701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0792" y="4923805"/>
              <a:ext cx="1080135" cy="450215"/>
            </a:xfrm>
            <a:custGeom>
              <a:avLst/>
              <a:gdLst/>
              <a:ahLst/>
              <a:cxnLst/>
              <a:rect l="l" t="t" r="r" b="b"/>
              <a:pathLst>
                <a:path w="1080135" h="450214">
                  <a:moveTo>
                    <a:pt x="855169" y="0"/>
                  </a:moveTo>
                  <a:lnTo>
                    <a:pt x="224690" y="0"/>
                  </a:lnTo>
                  <a:lnTo>
                    <a:pt x="179407" y="4570"/>
                  </a:lnTo>
                  <a:lnTo>
                    <a:pt x="137231" y="17679"/>
                  </a:lnTo>
                  <a:lnTo>
                    <a:pt x="99064" y="38421"/>
                  </a:lnTo>
                  <a:lnTo>
                    <a:pt x="65810" y="65892"/>
                  </a:lnTo>
                  <a:lnTo>
                    <a:pt x="38373" y="99188"/>
                  </a:lnTo>
                  <a:lnTo>
                    <a:pt x="17657" y="137402"/>
                  </a:lnTo>
                  <a:lnTo>
                    <a:pt x="4564" y="179632"/>
                  </a:lnTo>
                  <a:lnTo>
                    <a:pt x="0" y="224971"/>
                  </a:lnTo>
                  <a:lnTo>
                    <a:pt x="4564" y="270311"/>
                  </a:lnTo>
                  <a:lnTo>
                    <a:pt x="17657" y="312540"/>
                  </a:lnTo>
                  <a:lnTo>
                    <a:pt x="38373" y="350755"/>
                  </a:lnTo>
                  <a:lnTo>
                    <a:pt x="65810" y="384050"/>
                  </a:lnTo>
                  <a:lnTo>
                    <a:pt x="99064" y="411521"/>
                  </a:lnTo>
                  <a:lnTo>
                    <a:pt x="137231" y="432263"/>
                  </a:lnTo>
                  <a:lnTo>
                    <a:pt x="179407" y="445372"/>
                  </a:lnTo>
                  <a:lnTo>
                    <a:pt x="224690" y="449943"/>
                  </a:lnTo>
                  <a:lnTo>
                    <a:pt x="855169" y="449943"/>
                  </a:lnTo>
                  <a:lnTo>
                    <a:pt x="900452" y="445372"/>
                  </a:lnTo>
                  <a:lnTo>
                    <a:pt x="942629" y="432263"/>
                  </a:lnTo>
                  <a:lnTo>
                    <a:pt x="980796" y="411521"/>
                  </a:lnTo>
                  <a:lnTo>
                    <a:pt x="1014050" y="384050"/>
                  </a:lnTo>
                  <a:lnTo>
                    <a:pt x="1041486" y="350755"/>
                  </a:lnTo>
                  <a:lnTo>
                    <a:pt x="1062203" y="312540"/>
                  </a:lnTo>
                  <a:lnTo>
                    <a:pt x="1075295" y="270311"/>
                  </a:lnTo>
                  <a:lnTo>
                    <a:pt x="1079860" y="224971"/>
                  </a:lnTo>
                  <a:lnTo>
                    <a:pt x="1075295" y="179632"/>
                  </a:lnTo>
                  <a:lnTo>
                    <a:pt x="1062203" y="137402"/>
                  </a:lnTo>
                  <a:lnTo>
                    <a:pt x="1041486" y="99188"/>
                  </a:lnTo>
                  <a:lnTo>
                    <a:pt x="1014050" y="65892"/>
                  </a:lnTo>
                  <a:lnTo>
                    <a:pt x="980796" y="38421"/>
                  </a:lnTo>
                  <a:lnTo>
                    <a:pt x="942629" y="17679"/>
                  </a:lnTo>
                  <a:lnTo>
                    <a:pt x="900452" y="4570"/>
                  </a:lnTo>
                  <a:lnTo>
                    <a:pt x="855169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0792" y="4923805"/>
              <a:ext cx="1080135" cy="450215"/>
            </a:xfrm>
            <a:custGeom>
              <a:avLst/>
              <a:gdLst/>
              <a:ahLst/>
              <a:cxnLst/>
              <a:rect l="l" t="t" r="r" b="b"/>
              <a:pathLst>
                <a:path w="1080135" h="450214">
                  <a:moveTo>
                    <a:pt x="0" y="224971"/>
                  </a:moveTo>
                  <a:lnTo>
                    <a:pt x="4564" y="179632"/>
                  </a:lnTo>
                  <a:lnTo>
                    <a:pt x="17657" y="137402"/>
                  </a:lnTo>
                  <a:lnTo>
                    <a:pt x="38373" y="99187"/>
                  </a:lnTo>
                  <a:lnTo>
                    <a:pt x="65810" y="65892"/>
                  </a:lnTo>
                  <a:lnTo>
                    <a:pt x="99064" y="38421"/>
                  </a:lnTo>
                  <a:lnTo>
                    <a:pt x="137231" y="17679"/>
                  </a:lnTo>
                  <a:lnTo>
                    <a:pt x="179407" y="4570"/>
                  </a:lnTo>
                  <a:lnTo>
                    <a:pt x="224690" y="0"/>
                  </a:lnTo>
                  <a:lnTo>
                    <a:pt x="855169" y="0"/>
                  </a:lnTo>
                  <a:lnTo>
                    <a:pt x="900452" y="4570"/>
                  </a:lnTo>
                  <a:lnTo>
                    <a:pt x="942628" y="17679"/>
                  </a:lnTo>
                  <a:lnTo>
                    <a:pt x="980795" y="38421"/>
                  </a:lnTo>
                  <a:lnTo>
                    <a:pt x="1014049" y="65892"/>
                  </a:lnTo>
                  <a:lnTo>
                    <a:pt x="1041486" y="99187"/>
                  </a:lnTo>
                  <a:lnTo>
                    <a:pt x="1062202" y="137402"/>
                  </a:lnTo>
                  <a:lnTo>
                    <a:pt x="1075295" y="179632"/>
                  </a:lnTo>
                  <a:lnTo>
                    <a:pt x="1079859" y="224971"/>
                  </a:lnTo>
                  <a:lnTo>
                    <a:pt x="1075295" y="270311"/>
                  </a:lnTo>
                  <a:lnTo>
                    <a:pt x="1062202" y="312540"/>
                  </a:lnTo>
                  <a:lnTo>
                    <a:pt x="1041486" y="350755"/>
                  </a:lnTo>
                  <a:lnTo>
                    <a:pt x="1014049" y="384050"/>
                  </a:lnTo>
                  <a:lnTo>
                    <a:pt x="980795" y="411521"/>
                  </a:lnTo>
                  <a:lnTo>
                    <a:pt x="942628" y="432264"/>
                  </a:lnTo>
                  <a:lnTo>
                    <a:pt x="900452" y="445372"/>
                  </a:lnTo>
                  <a:lnTo>
                    <a:pt x="855169" y="449943"/>
                  </a:lnTo>
                  <a:lnTo>
                    <a:pt x="224690" y="449943"/>
                  </a:lnTo>
                  <a:lnTo>
                    <a:pt x="179407" y="445372"/>
                  </a:lnTo>
                  <a:lnTo>
                    <a:pt x="137231" y="432264"/>
                  </a:lnTo>
                  <a:lnTo>
                    <a:pt x="99064" y="411521"/>
                  </a:lnTo>
                  <a:lnTo>
                    <a:pt x="65810" y="384050"/>
                  </a:lnTo>
                  <a:lnTo>
                    <a:pt x="38373" y="350755"/>
                  </a:lnTo>
                  <a:lnTo>
                    <a:pt x="17657" y="312540"/>
                  </a:lnTo>
                  <a:lnTo>
                    <a:pt x="4564" y="270311"/>
                  </a:lnTo>
                  <a:lnTo>
                    <a:pt x="0" y="224971"/>
                  </a:lnTo>
                  <a:close/>
                </a:path>
              </a:pathLst>
            </a:custGeom>
            <a:ln w="18858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" name="object 20"/>
          <p:cNvSpPr/>
          <p:nvPr/>
        </p:nvSpPr>
        <p:spPr>
          <a:xfrm>
            <a:off x="4967811" y="4095668"/>
            <a:ext cx="81243" cy="543485"/>
          </a:xfrm>
          <a:custGeom>
            <a:avLst/>
            <a:gdLst/>
            <a:ahLst/>
            <a:cxnLst/>
            <a:rect l="l" t="t" r="r" b="b"/>
            <a:pathLst>
              <a:path w="92075" h="615950">
                <a:moveTo>
                  <a:pt x="30613" y="523401"/>
                </a:moveTo>
                <a:lnTo>
                  <a:pt x="0" y="523401"/>
                </a:lnTo>
                <a:lnTo>
                  <a:pt x="45919" y="615353"/>
                </a:lnTo>
                <a:lnTo>
                  <a:pt x="84183" y="538727"/>
                </a:lnTo>
                <a:lnTo>
                  <a:pt x="30613" y="538727"/>
                </a:lnTo>
                <a:lnTo>
                  <a:pt x="30613" y="523401"/>
                </a:lnTo>
                <a:close/>
              </a:path>
              <a:path w="92075" h="615950">
                <a:moveTo>
                  <a:pt x="61224" y="0"/>
                </a:moveTo>
                <a:lnTo>
                  <a:pt x="30612" y="0"/>
                </a:lnTo>
                <a:lnTo>
                  <a:pt x="30613" y="538727"/>
                </a:lnTo>
                <a:lnTo>
                  <a:pt x="61225" y="538727"/>
                </a:lnTo>
                <a:lnTo>
                  <a:pt x="61224" y="0"/>
                </a:lnTo>
                <a:close/>
              </a:path>
              <a:path w="92075" h="615950">
                <a:moveTo>
                  <a:pt x="91837" y="523401"/>
                </a:moveTo>
                <a:lnTo>
                  <a:pt x="61225" y="523401"/>
                </a:lnTo>
                <a:lnTo>
                  <a:pt x="61225" y="538727"/>
                </a:lnTo>
                <a:lnTo>
                  <a:pt x="84183" y="538727"/>
                </a:lnTo>
                <a:lnTo>
                  <a:pt x="91837" y="523401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1" name="object 21"/>
          <p:cNvSpPr txBox="1"/>
          <p:nvPr/>
        </p:nvSpPr>
        <p:spPr>
          <a:xfrm>
            <a:off x="4448334" y="4877473"/>
            <a:ext cx="1580029" cy="449653"/>
          </a:xfrm>
          <a:prstGeom prst="rect">
            <a:avLst/>
          </a:prstGeom>
        </p:spPr>
        <p:txBody>
          <a:bodyPr vert="horz" wrap="square" lIns="0" tIns="20171" rIns="0" bIns="0" rtlCol="0">
            <a:spAutoFit/>
          </a:bodyPr>
          <a:lstStyle/>
          <a:p>
            <a:pPr marL="303696" marR="4483" indent="-293049">
              <a:lnSpc>
                <a:spcPts val="1677"/>
              </a:lnSpc>
              <a:spcBef>
                <a:spcPts val="159"/>
              </a:spcBef>
            </a:pP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subset of </a:t>
            </a:r>
            <a:r>
              <a:rPr sz="1412" spc="-4" dirty="0">
                <a:solidFill>
                  <a:srgbClr val="2B2728"/>
                </a:solidFill>
                <a:latin typeface="Calibri"/>
                <a:cs typeface="Calibri"/>
              </a:rPr>
              <a:t>data </a:t>
            </a: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where </a:t>
            </a:r>
            <a:r>
              <a:rPr sz="1412" spc="-30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dirty="0">
                <a:solidFill>
                  <a:srgbClr val="5D5555"/>
                </a:solidFill>
                <a:latin typeface="Calibri"/>
                <a:cs typeface="Calibri"/>
              </a:rPr>
              <a:t>Credit</a:t>
            </a:r>
            <a:r>
              <a:rPr sz="1412" spc="4" dirty="0">
                <a:solidFill>
                  <a:srgbClr val="5D5555"/>
                </a:solidFill>
                <a:latin typeface="Calibri"/>
                <a:cs typeface="Calibri"/>
              </a:rPr>
              <a:t> </a:t>
            </a:r>
            <a:r>
              <a:rPr sz="1412" dirty="0">
                <a:solidFill>
                  <a:srgbClr val="5D5555"/>
                </a:solidFill>
                <a:latin typeface="Calibri"/>
                <a:cs typeface="Calibri"/>
              </a:rPr>
              <a:t>=</a:t>
            </a:r>
            <a:r>
              <a:rPr sz="1412" spc="18" dirty="0">
                <a:solidFill>
                  <a:srgbClr val="5D5555"/>
                </a:solidFill>
                <a:latin typeface="Calibri"/>
                <a:cs typeface="Calibri"/>
              </a:rPr>
              <a:t> </a:t>
            </a:r>
            <a:r>
              <a:rPr sz="1412" spc="9" dirty="0">
                <a:solidFill>
                  <a:srgbClr val="5D5555"/>
                </a:solidFill>
                <a:latin typeface="Calibri"/>
                <a:cs typeface="Calibri"/>
              </a:rPr>
              <a:t>poor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42704" y="4095607"/>
            <a:ext cx="81243" cy="543485"/>
          </a:xfrm>
          <a:custGeom>
            <a:avLst/>
            <a:gdLst/>
            <a:ahLst/>
            <a:cxnLst/>
            <a:rect l="l" t="t" r="r" b="b"/>
            <a:pathLst>
              <a:path w="92075" h="615950">
                <a:moveTo>
                  <a:pt x="30613" y="523538"/>
                </a:moveTo>
                <a:lnTo>
                  <a:pt x="0" y="523674"/>
                </a:lnTo>
                <a:lnTo>
                  <a:pt x="46324" y="615421"/>
                </a:lnTo>
                <a:lnTo>
                  <a:pt x="84134" y="538863"/>
                </a:lnTo>
                <a:lnTo>
                  <a:pt x="30680" y="538863"/>
                </a:lnTo>
                <a:lnTo>
                  <a:pt x="30613" y="523538"/>
                </a:lnTo>
                <a:close/>
              </a:path>
              <a:path w="92075" h="615950">
                <a:moveTo>
                  <a:pt x="61225" y="523403"/>
                </a:moveTo>
                <a:lnTo>
                  <a:pt x="30613" y="523538"/>
                </a:lnTo>
                <a:lnTo>
                  <a:pt x="30680" y="538863"/>
                </a:lnTo>
                <a:lnTo>
                  <a:pt x="61292" y="538728"/>
                </a:lnTo>
                <a:lnTo>
                  <a:pt x="61225" y="523403"/>
                </a:lnTo>
                <a:close/>
              </a:path>
              <a:path w="92075" h="615950">
                <a:moveTo>
                  <a:pt x="91836" y="523267"/>
                </a:moveTo>
                <a:lnTo>
                  <a:pt x="61225" y="523403"/>
                </a:lnTo>
                <a:lnTo>
                  <a:pt x="61292" y="538728"/>
                </a:lnTo>
                <a:lnTo>
                  <a:pt x="30680" y="538863"/>
                </a:lnTo>
                <a:lnTo>
                  <a:pt x="84134" y="538863"/>
                </a:lnTo>
                <a:lnTo>
                  <a:pt x="91836" y="523267"/>
                </a:lnTo>
                <a:close/>
              </a:path>
              <a:path w="92075" h="615950">
                <a:moveTo>
                  <a:pt x="58915" y="0"/>
                </a:moveTo>
                <a:lnTo>
                  <a:pt x="28303" y="135"/>
                </a:lnTo>
                <a:lnTo>
                  <a:pt x="30613" y="523538"/>
                </a:lnTo>
                <a:lnTo>
                  <a:pt x="61225" y="523403"/>
                </a:lnTo>
                <a:lnTo>
                  <a:pt x="58915" y="0"/>
                </a:lnTo>
                <a:close/>
              </a:path>
            </a:pathLst>
          </a:custGeom>
          <a:solidFill>
            <a:srgbClr val="B0007E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3" name="object 23"/>
          <p:cNvSpPr txBox="1"/>
          <p:nvPr/>
        </p:nvSpPr>
        <p:spPr>
          <a:xfrm>
            <a:off x="1564318" y="4399026"/>
            <a:ext cx="4639235" cy="490240"/>
          </a:xfrm>
          <a:prstGeom prst="rect">
            <a:avLst/>
          </a:prstGeom>
        </p:spPr>
        <p:txBody>
          <a:bodyPr vert="horz" wrap="square" lIns="0" tIns="29696" rIns="0" bIns="0" rtlCol="0">
            <a:spAutoFit/>
          </a:bodyPr>
          <a:lstStyle/>
          <a:p>
            <a:pPr marL="11206">
              <a:spcBef>
                <a:spcPts val="234"/>
              </a:spcBef>
            </a:pPr>
            <a:r>
              <a:rPr sz="1412" spc="-4" dirty="0">
                <a:solidFill>
                  <a:srgbClr val="FFFFFF"/>
                </a:solidFill>
                <a:latin typeface="Calibri"/>
                <a:cs typeface="Calibri"/>
              </a:rPr>
              <a:t>Safe</a:t>
            </a:r>
            <a:endParaRPr sz="1412">
              <a:latin typeface="Calibri"/>
              <a:cs typeface="Calibri"/>
            </a:endParaRPr>
          </a:p>
          <a:p>
            <a:pPr marL="803505">
              <a:spcBef>
                <a:spcPts val="150"/>
              </a:spcBef>
            </a:pPr>
            <a:r>
              <a:rPr sz="1412" spc="13" dirty="0">
                <a:solidFill>
                  <a:srgbClr val="2B2728"/>
                </a:solidFill>
                <a:latin typeface="Calibri"/>
                <a:cs typeface="Calibri"/>
              </a:rPr>
              <a:t>B</a:t>
            </a:r>
            <a:r>
              <a:rPr sz="1412" spc="9" dirty="0">
                <a:solidFill>
                  <a:srgbClr val="2B2728"/>
                </a:solidFill>
                <a:latin typeface="Calibri"/>
                <a:cs typeface="Calibri"/>
              </a:rPr>
              <a:t>u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ild</a:t>
            </a:r>
            <a:r>
              <a:rPr sz="1412" spc="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spc="9" dirty="0">
                <a:solidFill>
                  <a:srgbClr val="2B2728"/>
                </a:solidFill>
                <a:latin typeface="Calibri"/>
                <a:cs typeface="Calibri"/>
              </a:rPr>
              <a:t>d</a:t>
            </a:r>
            <a:r>
              <a:rPr sz="1412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i</a:t>
            </a:r>
            <a:r>
              <a:rPr sz="1412" spc="9" dirty="0">
                <a:solidFill>
                  <a:srgbClr val="2B2728"/>
                </a:solidFill>
                <a:latin typeface="Calibri"/>
                <a:cs typeface="Calibri"/>
              </a:rPr>
              <a:t>s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i</a:t>
            </a:r>
            <a:r>
              <a:rPr sz="1412" spc="13" dirty="0">
                <a:solidFill>
                  <a:srgbClr val="2B2728"/>
                </a:solidFill>
                <a:latin typeface="Calibri"/>
                <a:cs typeface="Calibri"/>
              </a:rPr>
              <a:t>o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412" spc="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spc="-4" dirty="0">
                <a:solidFill>
                  <a:srgbClr val="2B2728"/>
                </a:solidFill>
                <a:latin typeface="Calibri"/>
                <a:cs typeface="Calibri"/>
              </a:rPr>
              <a:t>s</a:t>
            </a:r>
            <a:r>
              <a:rPr sz="1412" spc="9" dirty="0">
                <a:solidFill>
                  <a:srgbClr val="2B2728"/>
                </a:solidFill>
                <a:latin typeface="Calibri"/>
                <a:cs typeface="Calibri"/>
              </a:rPr>
              <a:t>tu</a:t>
            </a:r>
            <a:r>
              <a:rPr sz="1412" spc="22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p</a:t>
            </a:r>
            <a:r>
              <a:rPr sz="1412" spc="18" dirty="0">
                <a:solidFill>
                  <a:srgbClr val="2B2728"/>
                </a:solidFill>
                <a:latin typeface="Calibri"/>
                <a:cs typeface="Calibri"/>
              </a:rPr>
              <a:t> w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i</a:t>
            </a:r>
            <a:r>
              <a:rPr sz="1412" spc="9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h</a:t>
            </a:r>
            <a:r>
              <a:rPr sz="1412" spc="-22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spc="13" dirty="0">
                <a:solidFill>
                  <a:srgbClr val="2B2728"/>
                </a:solidFill>
                <a:latin typeface="Calibri"/>
                <a:cs typeface="Calibri"/>
              </a:rPr>
              <a:t>B</a:t>
            </a:r>
            <a:r>
              <a:rPr sz="1412" spc="9" dirty="0">
                <a:solidFill>
                  <a:srgbClr val="2B2728"/>
                </a:solidFill>
                <a:latin typeface="Calibri"/>
                <a:cs typeface="Calibri"/>
              </a:rPr>
              <a:t>u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ild</a:t>
            </a:r>
            <a:r>
              <a:rPr sz="1412" spc="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spc="9" dirty="0">
                <a:solidFill>
                  <a:srgbClr val="2B2728"/>
                </a:solidFill>
                <a:latin typeface="Calibri"/>
                <a:cs typeface="Calibri"/>
              </a:rPr>
              <a:t>d</a:t>
            </a:r>
            <a:r>
              <a:rPr sz="1412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i</a:t>
            </a:r>
            <a:r>
              <a:rPr sz="1412" spc="9" dirty="0">
                <a:solidFill>
                  <a:srgbClr val="2B2728"/>
                </a:solidFill>
                <a:latin typeface="Calibri"/>
                <a:cs typeface="Calibri"/>
              </a:rPr>
              <a:t>s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i</a:t>
            </a:r>
            <a:r>
              <a:rPr sz="1412" spc="13" dirty="0">
                <a:solidFill>
                  <a:srgbClr val="2B2728"/>
                </a:solidFill>
                <a:latin typeface="Calibri"/>
                <a:cs typeface="Calibri"/>
              </a:rPr>
              <a:t>o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412" spc="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spc="-4" dirty="0">
                <a:solidFill>
                  <a:srgbClr val="2B2728"/>
                </a:solidFill>
                <a:latin typeface="Calibri"/>
                <a:cs typeface="Calibri"/>
              </a:rPr>
              <a:t>s</a:t>
            </a:r>
            <a:r>
              <a:rPr sz="1412" spc="9" dirty="0">
                <a:solidFill>
                  <a:srgbClr val="2B2728"/>
                </a:solidFill>
                <a:latin typeface="Calibri"/>
                <a:cs typeface="Calibri"/>
              </a:rPr>
              <a:t>tu</a:t>
            </a:r>
            <a:r>
              <a:rPr sz="1412" spc="22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p</a:t>
            </a:r>
            <a:r>
              <a:rPr sz="1412" spc="18" dirty="0">
                <a:solidFill>
                  <a:srgbClr val="2B2728"/>
                </a:solidFill>
                <a:latin typeface="Calibri"/>
                <a:cs typeface="Calibri"/>
              </a:rPr>
              <a:t> w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i</a:t>
            </a:r>
            <a:r>
              <a:rPr sz="1412" spc="9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412" dirty="0">
                <a:solidFill>
                  <a:srgbClr val="2B2728"/>
                </a:solidFill>
                <a:latin typeface="Calibri"/>
                <a:cs typeface="Calibri"/>
              </a:rPr>
              <a:t>h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39</a:t>
            </a:fld>
            <a:endParaRPr dirty="0"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DD4C72AB-BB21-4251-946E-ED7E5FEBA551}" type="datetime1">
              <a:rPr lang="en-US" spc="-9" smtClean="0"/>
              <a:t>3/24/2022</a:t>
            </a:fld>
            <a:endParaRPr spc="-9" dirty="0"/>
          </a:p>
        </p:txBody>
      </p:sp>
      <p:sp>
        <p:nvSpPr>
          <p:cNvPr id="24" name="object 24"/>
          <p:cNvSpPr txBox="1"/>
          <p:nvPr/>
        </p:nvSpPr>
        <p:spPr>
          <a:xfrm>
            <a:off x="2530590" y="4877473"/>
            <a:ext cx="1580029" cy="449653"/>
          </a:xfrm>
          <a:prstGeom prst="rect">
            <a:avLst/>
          </a:prstGeom>
        </p:spPr>
        <p:txBody>
          <a:bodyPr vert="horz" wrap="square" lIns="0" tIns="20171" rIns="0" bIns="0" rtlCol="0">
            <a:spAutoFit/>
          </a:bodyPr>
          <a:lstStyle/>
          <a:p>
            <a:pPr marL="357487" marR="4483" indent="-346841">
              <a:lnSpc>
                <a:spcPts val="1677"/>
              </a:lnSpc>
              <a:spcBef>
                <a:spcPts val="159"/>
              </a:spcBef>
            </a:pP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subset of </a:t>
            </a:r>
            <a:r>
              <a:rPr sz="1412" spc="-4" dirty="0">
                <a:solidFill>
                  <a:srgbClr val="2B2728"/>
                </a:solidFill>
                <a:latin typeface="Calibri"/>
                <a:cs typeface="Calibri"/>
              </a:rPr>
              <a:t>data </a:t>
            </a:r>
            <a:r>
              <a:rPr sz="1412" spc="4" dirty="0">
                <a:solidFill>
                  <a:srgbClr val="2B2728"/>
                </a:solidFill>
                <a:latin typeface="Calibri"/>
                <a:cs typeface="Calibri"/>
              </a:rPr>
              <a:t>where </a:t>
            </a:r>
            <a:r>
              <a:rPr sz="1412" spc="-30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dirty="0">
                <a:solidFill>
                  <a:srgbClr val="5D5555"/>
                </a:solidFill>
                <a:latin typeface="Calibri"/>
                <a:cs typeface="Calibri"/>
              </a:rPr>
              <a:t>Credit</a:t>
            </a:r>
            <a:r>
              <a:rPr sz="1412" spc="4" dirty="0">
                <a:solidFill>
                  <a:srgbClr val="5D5555"/>
                </a:solidFill>
                <a:latin typeface="Calibri"/>
                <a:cs typeface="Calibri"/>
              </a:rPr>
              <a:t> </a:t>
            </a:r>
            <a:r>
              <a:rPr sz="1412" dirty="0">
                <a:solidFill>
                  <a:srgbClr val="5D5555"/>
                </a:solidFill>
                <a:latin typeface="Calibri"/>
                <a:cs typeface="Calibri"/>
              </a:rPr>
              <a:t>=</a:t>
            </a:r>
            <a:r>
              <a:rPr sz="1412" spc="18" dirty="0">
                <a:solidFill>
                  <a:srgbClr val="5D5555"/>
                </a:solidFill>
                <a:latin typeface="Calibri"/>
                <a:cs typeface="Calibri"/>
              </a:rPr>
              <a:t> </a:t>
            </a:r>
            <a:r>
              <a:rPr sz="1412" spc="-4" dirty="0">
                <a:solidFill>
                  <a:srgbClr val="5D5555"/>
                </a:solidFill>
                <a:latin typeface="Calibri"/>
                <a:cs typeface="Calibri"/>
              </a:rPr>
              <a:t>fair</a:t>
            </a:r>
            <a:endParaRPr sz="1412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8698" y="1119175"/>
            <a:ext cx="5491077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22" dirty="0"/>
              <a:t>Second</a:t>
            </a:r>
            <a:r>
              <a:rPr spc="-75" dirty="0"/>
              <a:t> </a:t>
            </a:r>
            <a:r>
              <a:rPr spc="-22" dirty="0"/>
              <a:t>level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8EA42A2-FEAF-477B-AB44-E6EC7022CCA1}"/>
              </a:ext>
            </a:extLst>
          </p:cNvPr>
          <p:cNvGrpSpPr/>
          <p:nvPr/>
        </p:nvGrpSpPr>
        <p:grpSpPr>
          <a:xfrm>
            <a:off x="990940" y="2045523"/>
            <a:ext cx="5491077" cy="3912344"/>
            <a:chOff x="990940" y="2045523"/>
            <a:chExt cx="4851529" cy="3416350"/>
          </a:xfrm>
        </p:grpSpPr>
        <p:sp>
          <p:nvSpPr>
            <p:cNvPr id="3" name="object 3"/>
            <p:cNvSpPr txBox="1"/>
            <p:nvPr/>
          </p:nvSpPr>
          <p:spPr>
            <a:xfrm>
              <a:off x="2505809" y="2050335"/>
              <a:ext cx="891987" cy="341283"/>
            </a:xfrm>
            <a:prstGeom prst="rect">
              <a:avLst/>
            </a:prstGeom>
            <a:solidFill>
              <a:srgbClr val="DFDCDC"/>
            </a:solidFill>
            <a:ln w="18857">
              <a:solidFill>
                <a:srgbClr val="464040"/>
              </a:solidFill>
            </a:ln>
          </p:spPr>
          <p:txBody>
            <a:bodyPr vert="horz" wrap="square" lIns="0" tIns="21291" rIns="0" bIns="0" rtlCol="0">
              <a:spAutoFit/>
            </a:bodyPr>
            <a:lstStyle/>
            <a:p>
              <a:pPr algn="ctr">
                <a:spcBef>
                  <a:spcPts val="168"/>
                </a:spcBef>
              </a:pPr>
              <a:r>
                <a:rPr sz="1200" b="1" dirty="0">
                  <a:solidFill>
                    <a:srgbClr val="2B2728"/>
                  </a:solidFill>
                  <a:latin typeface="Calibri"/>
                  <a:cs typeface="Calibri"/>
                </a:rPr>
                <a:t>Root</a:t>
              </a:r>
              <a:endParaRPr sz="1200">
                <a:latin typeface="Calibri"/>
                <a:cs typeface="Calibri"/>
              </a:endParaRPr>
            </a:p>
            <a:p>
              <a:pPr algn="ctr">
                <a:spcBef>
                  <a:spcPts val="44"/>
                </a:spcBef>
                <a:tabLst>
                  <a:tab pos="288567" algn="l"/>
                </a:tabLst>
              </a:pPr>
              <a:r>
                <a:rPr sz="1200" spc="4" dirty="0">
                  <a:solidFill>
                    <a:srgbClr val="648E04"/>
                  </a:solidFill>
                  <a:latin typeface="Calibri"/>
                  <a:cs typeface="Calibri"/>
                </a:rPr>
                <a:t>22	</a:t>
              </a:r>
              <a:r>
                <a:rPr sz="1200" spc="13" dirty="0">
                  <a:solidFill>
                    <a:srgbClr val="FC5507"/>
                  </a:solidFill>
                  <a:latin typeface="Calibri"/>
                  <a:cs typeface="Calibri"/>
                </a:rPr>
                <a:t>18</a:t>
              </a:r>
              <a:endParaRPr sz="1200">
                <a:latin typeface="Calibri"/>
                <a:cs typeface="Calibri"/>
              </a:endParaRPr>
            </a:p>
          </p:txBody>
        </p:sp>
        <p:sp>
          <p:nvSpPr>
            <p:cNvPr id="4" name="object 4"/>
            <p:cNvSpPr txBox="1"/>
            <p:nvPr/>
          </p:nvSpPr>
          <p:spPr>
            <a:xfrm>
              <a:off x="990940" y="2045523"/>
              <a:ext cx="932329" cy="451091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600" b="1" spc="9" dirty="0">
                  <a:solidFill>
                    <a:srgbClr val="2B2728"/>
                  </a:solidFill>
                  <a:latin typeface="Calibri"/>
                  <a:cs typeface="Calibri"/>
                </a:rPr>
                <a:t>Loan</a:t>
              </a:r>
              <a:r>
                <a:rPr sz="1600" b="1" spc="-40" dirty="0">
                  <a:solidFill>
                    <a:srgbClr val="2B2728"/>
                  </a:solidFill>
                  <a:latin typeface="Calibri"/>
                  <a:cs typeface="Calibri"/>
                </a:rPr>
                <a:t> </a:t>
              </a:r>
              <a:r>
                <a:rPr sz="1600" b="1" dirty="0">
                  <a:solidFill>
                    <a:srgbClr val="2B2728"/>
                  </a:solidFill>
                  <a:latin typeface="Calibri"/>
                  <a:cs typeface="Calibri"/>
                </a:rPr>
                <a:t>status:</a:t>
              </a:r>
              <a:endParaRPr sz="1600">
                <a:latin typeface="Calibri"/>
                <a:cs typeface="Calibri"/>
              </a:endParaRPr>
            </a:p>
            <a:p>
              <a:pPr marL="11206">
                <a:spcBef>
                  <a:spcPts val="84"/>
                </a:spcBef>
              </a:pPr>
              <a:r>
                <a:rPr sz="1600" spc="-4" dirty="0">
                  <a:solidFill>
                    <a:srgbClr val="648E04"/>
                  </a:solidFill>
                  <a:latin typeface="Calibri"/>
                  <a:cs typeface="Calibri"/>
                </a:rPr>
                <a:t>Safe </a:t>
              </a:r>
              <a:r>
                <a:rPr sz="1600" spc="4" dirty="0">
                  <a:solidFill>
                    <a:srgbClr val="FC5507"/>
                  </a:solidFill>
                  <a:latin typeface="Calibri"/>
                  <a:cs typeface="Calibri"/>
                </a:rPr>
                <a:t>Risky</a:t>
              </a:r>
              <a:endParaRPr sz="1600">
                <a:latin typeface="Calibri"/>
                <a:cs typeface="Calibri"/>
              </a:endParaRPr>
            </a:p>
          </p:txBody>
        </p:sp>
        <p:grpSp>
          <p:nvGrpSpPr>
            <p:cNvPr id="5" name="object 5"/>
            <p:cNvGrpSpPr/>
            <p:nvPr/>
          </p:nvGrpSpPr>
          <p:grpSpPr>
            <a:xfrm>
              <a:off x="1390314" y="2482445"/>
              <a:ext cx="3551704" cy="609040"/>
              <a:chOff x="1423288" y="2813437"/>
              <a:chExt cx="4025265" cy="690245"/>
            </a:xfrm>
          </p:grpSpPr>
          <p:pic>
            <p:nvPicPr>
              <p:cNvPr id="6" name="object 6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49152" y="2813437"/>
                <a:ext cx="87448" cy="243966"/>
              </a:xfrm>
              <a:prstGeom prst="rect">
                <a:avLst/>
              </a:prstGeom>
            </p:spPr>
          </p:pic>
          <p:sp>
            <p:nvSpPr>
              <p:cNvPr id="7" name="object 7"/>
              <p:cNvSpPr/>
              <p:nvPr/>
            </p:nvSpPr>
            <p:spPr>
              <a:xfrm>
                <a:off x="1432813" y="3238430"/>
                <a:ext cx="986155" cy="243840"/>
              </a:xfrm>
              <a:custGeom>
                <a:avLst/>
                <a:gdLst/>
                <a:ahLst/>
                <a:cxnLst/>
                <a:rect l="l" t="t" r="r" b="b"/>
                <a:pathLst>
                  <a:path w="986155" h="243839">
                    <a:moveTo>
                      <a:pt x="985921" y="0"/>
                    </a:moveTo>
                    <a:lnTo>
                      <a:pt x="0" y="0"/>
                    </a:lnTo>
                    <a:lnTo>
                      <a:pt x="0" y="243801"/>
                    </a:lnTo>
                  </a:path>
                </a:pathLst>
              </a:custGeom>
              <a:ln w="18860">
                <a:solidFill>
                  <a:srgbClr val="5D5555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3967017" y="3238430"/>
                <a:ext cx="1471930" cy="255904"/>
              </a:xfrm>
              <a:custGeom>
                <a:avLst/>
                <a:gdLst/>
                <a:ahLst/>
                <a:cxnLst/>
                <a:rect l="l" t="t" r="r" b="b"/>
                <a:pathLst>
                  <a:path w="1471929" h="255904">
                    <a:moveTo>
                      <a:pt x="0" y="0"/>
                    </a:moveTo>
                    <a:lnTo>
                      <a:pt x="1471491" y="0"/>
                    </a:lnTo>
                    <a:lnTo>
                      <a:pt x="1471491" y="255393"/>
                    </a:lnTo>
                  </a:path>
                </a:pathLst>
              </a:custGeom>
              <a:ln w="18861">
                <a:solidFill>
                  <a:srgbClr val="5D5555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2418734" y="3057359"/>
                <a:ext cx="1548765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548764" h="362585">
                    <a:moveTo>
                      <a:pt x="774142" y="0"/>
                    </a:moveTo>
                    <a:lnTo>
                      <a:pt x="0" y="181070"/>
                    </a:lnTo>
                    <a:lnTo>
                      <a:pt x="774142" y="362139"/>
                    </a:lnTo>
                    <a:lnTo>
                      <a:pt x="1548284" y="181070"/>
                    </a:lnTo>
                    <a:lnTo>
                      <a:pt x="774142" y="0"/>
                    </a:lnTo>
                    <a:close/>
                  </a:path>
                </a:pathLst>
              </a:custGeom>
              <a:solidFill>
                <a:srgbClr val="FFBCEC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2418734" y="3057359"/>
                <a:ext cx="1548765" cy="362585"/>
              </a:xfrm>
              <a:custGeom>
                <a:avLst/>
                <a:gdLst/>
                <a:ahLst/>
                <a:cxnLst/>
                <a:rect l="l" t="t" r="r" b="b"/>
                <a:pathLst>
                  <a:path w="1548764" h="362585">
                    <a:moveTo>
                      <a:pt x="0" y="181069"/>
                    </a:moveTo>
                    <a:lnTo>
                      <a:pt x="774142" y="0"/>
                    </a:lnTo>
                    <a:lnTo>
                      <a:pt x="1548284" y="181069"/>
                    </a:lnTo>
                    <a:lnTo>
                      <a:pt x="774142" y="362139"/>
                    </a:lnTo>
                    <a:lnTo>
                      <a:pt x="0" y="181069"/>
                    </a:lnTo>
                    <a:close/>
                  </a:path>
                </a:pathLst>
              </a:custGeom>
              <a:ln w="18860">
                <a:solidFill>
                  <a:srgbClr val="58003F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</p:grpSp>
        <p:sp>
          <p:nvSpPr>
            <p:cNvPr id="11" name="object 11"/>
            <p:cNvSpPr txBox="1"/>
            <p:nvPr/>
          </p:nvSpPr>
          <p:spPr>
            <a:xfrm>
              <a:off x="2721762" y="2748846"/>
              <a:ext cx="457760" cy="171135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200" spc="4" dirty="0">
                  <a:solidFill>
                    <a:srgbClr val="2B2728"/>
                  </a:solidFill>
                  <a:latin typeface="Calibri"/>
                  <a:cs typeface="Calibri"/>
                </a:rPr>
                <a:t>Credit?</a:t>
              </a:r>
              <a:endParaRPr sz="1200">
                <a:latin typeface="Calibri"/>
                <a:cs typeface="Calibri"/>
              </a:endParaRPr>
            </a:p>
          </p:txBody>
        </p:sp>
        <p:grpSp>
          <p:nvGrpSpPr>
            <p:cNvPr id="12" name="object 12"/>
            <p:cNvGrpSpPr/>
            <p:nvPr/>
          </p:nvGrpSpPr>
          <p:grpSpPr>
            <a:xfrm>
              <a:off x="1007562" y="3064154"/>
              <a:ext cx="782730" cy="440390"/>
              <a:chOff x="989504" y="3472707"/>
              <a:chExt cx="887094" cy="499109"/>
            </a:xfrm>
          </p:grpSpPr>
          <p:sp>
            <p:nvSpPr>
              <p:cNvPr id="13" name="object 13"/>
              <p:cNvSpPr/>
              <p:nvPr/>
            </p:nvSpPr>
            <p:spPr>
              <a:xfrm>
                <a:off x="999029" y="3482232"/>
                <a:ext cx="868044" cy="480059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480060">
                    <a:moveTo>
                      <a:pt x="867565" y="0"/>
                    </a:moveTo>
                    <a:lnTo>
                      <a:pt x="0" y="0"/>
                    </a:lnTo>
                    <a:lnTo>
                      <a:pt x="0" y="479535"/>
                    </a:lnTo>
                    <a:lnTo>
                      <a:pt x="867565" y="479535"/>
                    </a:lnTo>
                    <a:lnTo>
                      <a:pt x="867565" y="0"/>
                    </a:lnTo>
                    <a:close/>
                  </a:path>
                </a:pathLst>
              </a:custGeom>
              <a:solidFill>
                <a:srgbClr val="C8EBFA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999029" y="3482232"/>
                <a:ext cx="868044" cy="480059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480060">
                    <a:moveTo>
                      <a:pt x="0" y="0"/>
                    </a:moveTo>
                    <a:lnTo>
                      <a:pt x="867565" y="0"/>
                    </a:lnTo>
                    <a:lnTo>
                      <a:pt x="867565" y="479535"/>
                    </a:lnTo>
                    <a:lnTo>
                      <a:pt x="0" y="479535"/>
                    </a:lnTo>
                    <a:lnTo>
                      <a:pt x="0" y="0"/>
                    </a:lnTo>
                    <a:close/>
                  </a:path>
                </a:pathLst>
              </a:custGeom>
              <a:ln w="18856">
                <a:solidFill>
                  <a:srgbClr val="0D6993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</p:grpSp>
        <p:sp>
          <p:nvSpPr>
            <p:cNvPr id="15" name="object 15"/>
            <p:cNvSpPr txBox="1"/>
            <p:nvPr/>
          </p:nvSpPr>
          <p:spPr>
            <a:xfrm>
              <a:off x="1116218" y="3082333"/>
              <a:ext cx="564216" cy="331090"/>
            </a:xfrm>
            <a:prstGeom prst="rect">
              <a:avLst/>
            </a:prstGeom>
          </p:spPr>
          <p:txBody>
            <a:bodyPr vert="horz" wrap="square" lIns="0" tIns="5603" rIns="0" bIns="0" rtlCol="0">
              <a:spAutoFit/>
            </a:bodyPr>
            <a:lstStyle/>
            <a:p>
              <a:pPr marL="120470" marR="4483" indent="-109824">
                <a:lnSpc>
                  <a:spcPct val="103099"/>
                </a:lnSpc>
                <a:spcBef>
                  <a:spcPts val="44"/>
                </a:spcBef>
                <a:tabLst>
                  <a:tab pos="368133" algn="l"/>
                </a:tabLst>
              </a:pPr>
              <a:r>
                <a:rPr sz="1200" dirty="0">
                  <a:solidFill>
                    <a:srgbClr val="2B2728"/>
                  </a:solidFill>
                  <a:latin typeface="Calibri"/>
                  <a:cs typeface="Calibri"/>
                </a:rPr>
                <a:t>e</a:t>
              </a:r>
              <a:r>
                <a:rPr sz="1200" spc="-18" dirty="0">
                  <a:solidFill>
                    <a:srgbClr val="2B2728"/>
                  </a:solidFill>
                  <a:latin typeface="Calibri"/>
                  <a:cs typeface="Calibri"/>
                </a:rPr>
                <a:t>x</a:t>
              </a:r>
              <a:r>
                <a:rPr sz="1200" spc="13" dirty="0">
                  <a:solidFill>
                    <a:srgbClr val="2B2728"/>
                  </a:solidFill>
                  <a:latin typeface="Calibri"/>
                  <a:cs typeface="Calibri"/>
                </a:rPr>
                <a:t>c</a:t>
              </a:r>
              <a:r>
                <a:rPr sz="1200" spc="18" dirty="0">
                  <a:solidFill>
                    <a:srgbClr val="2B2728"/>
                  </a:solidFill>
                  <a:latin typeface="Calibri"/>
                  <a:cs typeface="Calibri"/>
                </a:rPr>
                <a:t>e</a:t>
              </a:r>
              <a:r>
                <a:rPr sz="1200" spc="4" dirty="0">
                  <a:solidFill>
                    <a:srgbClr val="2B2728"/>
                  </a:solidFill>
                  <a:latin typeface="Calibri"/>
                  <a:cs typeface="Calibri"/>
                </a:rPr>
                <a:t>ll</a:t>
              </a:r>
              <a:r>
                <a:rPr sz="1200" spc="18" dirty="0">
                  <a:solidFill>
                    <a:srgbClr val="2B2728"/>
                  </a:solidFill>
                  <a:latin typeface="Calibri"/>
                  <a:cs typeface="Calibri"/>
                </a:rPr>
                <a:t>e</a:t>
              </a:r>
              <a:r>
                <a:rPr sz="1200" spc="9" dirty="0">
                  <a:solidFill>
                    <a:srgbClr val="2B2728"/>
                  </a:solidFill>
                  <a:latin typeface="Calibri"/>
                  <a:cs typeface="Calibri"/>
                </a:rPr>
                <a:t>n</a:t>
              </a:r>
              <a:r>
                <a:rPr sz="1200" dirty="0">
                  <a:solidFill>
                    <a:srgbClr val="2B2728"/>
                  </a:solidFill>
                  <a:latin typeface="Calibri"/>
                  <a:cs typeface="Calibri"/>
                </a:rPr>
                <a:t>t  </a:t>
              </a:r>
              <a:r>
                <a:rPr sz="1200" dirty="0">
                  <a:solidFill>
                    <a:srgbClr val="648E04"/>
                  </a:solidFill>
                  <a:latin typeface="Calibri"/>
                  <a:cs typeface="Calibri"/>
                </a:rPr>
                <a:t>9	</a:t>
              </a:r>
              <a:r>
                <a:rPr sz="1200" dirty="0">
                  <a:solidFill>
                    <a:srgbClr val="FC5507"/>
                  </a:solidFill>
                  <a:latin typeface="Calibri"/>
                  <a:cs typeface="Calibri"/>
                </a:rPr>
                <a:t>0</a:t>
              </a:r>
              <a:endParaRPr sz="1200">
                <a:latin typeface="Calibri"/>
                <a:cs typeface="Calibri"/>
              </a:endParaRPr>
            </a:p>
          </p:txBody>
        </p:sp>
        <p:grpSp>
          <p:nvGrpSpPr>
            <p:cNvPr id="16" name="object 16"/>
            <p:cNvGrpSpPr/>
            <p:nvPr/>
          </p:nvGrpSpPr>
          <p:grpSpPr>
            <a:xfrm>
              <a:off x="1085113" y="3008801"/>
              <a:ext cx="4267760" cy="965947"/>
              <a:chOff x="1077394" y="3409974"/>
              <a:chExt cx="4836795" cy="1094740"/>
            </a:xfrm>
          </p:grpSpPr>
          <p:sp>
            <p:nvSpPr>
              <p:cNvPr id="17" name="object 17"/>
              <p:cNvSpPr/>
              <p:nvPr/>
            </p:nvSpPr>
            <p:spPr>
              <a:xfrm>
                <a:off x="2739208" y="3500401"/>
                <a:ext cx="907415" cy="459105"/>
              </a:xfrm>
              <a:custGeom>
                <a:avLst/>
                <a:gdLst/>
                <a:ahLst/>
                <a:cxnLst/>
                <a:rect l="l" t="t" r="r" b="b"/>
                <a:pathLst>
                  <a:path w="907414" h="459104">
                    <a:moveTo>
                      <a:pt x="907337" y="0"/>
                    </a:moveTo>
                    <a:lnTo>
                      <a:pt x="0" y="0"/>
                    </a:lnTo>
                    <a:lnTo>
                      <a:pt x="0" y="458696"/>
                    </a:lnTo>
                    <a:lnTo>
                      <a:pt x="907337" y="458696"/>
                    </a:lnTo>
                    <a:lnTo>
                      <a:pt x="907337" y="0"/>
                    </a:lnTo>
                    <a:close/>
                  </a:path>
                </a:pathLst>
              </a:custGeom>
              <a:solidFill>
                <a:srgbClr val="C8EBFA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2739208" y="3500401"/>
                <a:ext cx="907415" cy="459105"/>
              </a:xfrm>
              <a:custGeom>
                <a:avLst/>
                <a:gdLst/>
                <a:ahLst/>
                <a:cxnLst/>
                <a:rect l="l" t="t" r="r" b="b"/>
                <a:pathLst>
                  <a:path w="907414" h="459104">
                    <a:moveTo>
                      <a:pt x="0" y="0"/>
                    </a:moveTo>
                    <a:lnTo>
                      <a:pt x="907337" y="0"/>
                    </a:lnTo>
                    <a:lnTo>
                      <a:pt x="907337" y="458696"/>
                    </a:lnTo>
                    <a:lnTo>
                      <a:pt x="0" y="458696"/>
                    </a:lnTo>
                    <a:lnTo>
                      <a:pt x="0" y="0"/>
                    </a:lnTo>
                    <a:close/>
                  </a:path>
                </a:pathLst>
              </a:custGeom>
              <a:ln w="18857">
                <a:solidFill>
                  <a:srgbClr val="0D6993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4972825" y="3493824"/>
                <a:ext cx="931544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466725">
                    <a:moveTo>
                      <a:pt x="931367" y="0"/>
                    </a:moveTo>
                    <a:lnTo>
                      <a:pt x="0" y="0"/>
                    </a:lnTo>
                    <a:lnTo>
                      <a:pt x="0" y="466239"/>
                    </a:lnTo>
                    <a:lnTo>
                      <a:pt x="931367" y="466239"/>
                    </a:lnTo>
                    <a:lnTo>
                      <a:pt x="931367" y="0"/>
                    </a:lnTo>
                    <a:close/>
                  </a:path>
                </a:pathLst>
              </a:custGeom>
              <a:solidFill>
                <a:srgbClr val="C8EBFA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4972825" y="3493824"/>
                <a:ext cx="931544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466725">
                    <a:moveTo>
                      <a:pt x="0" y="0"/>
                    </a:moveTo>
                    <a:lnTo>
                      <a:pt x="931366" y="0"/>
                    </a:lnTo>
                    <a:lnTo>
                      <a:pt x="931366" y="466239"/>
                    </a:lnTo>
                    <a:lnTo>
                      <a:pt x="0" y="466239"/>
                    </a:lnTo>
                    <a:lnTo>
                      <a:pt x="0" y="0"/>
                    </a:lnTo>
                    <a:close/>
                  </a:path>
                </a:pathLst>
              </a:custGeom>
              <a:ln w="18857">
                <a:solidFill>
                  <a:srgbClr val="0D6993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3192876" y="3419499"/>
                <a:ext cx="0" cy="81280"/>
              </a:xfrm>
              <a:custGeom>
                <a:avLst/>
                <a:gdLst/>
                <a:ahLst/>
                <a:cxnLst/>
                <a:rect l="l" t="t" r="r" b="b"/>
                <a:pathLst>
                  <a:path h="81279">
                    <a:moveTo>
                      <a:pt x="0" y="0"/>
                    </a:moveTo>
                    <a:lnTo>
                      <a:pt x="0" y="80901"/>
                    </a:lnTo>
                  </a:path>
                </a:pathLst>
              </a:custGeom>
              <a:ln w="18838">
                <a:solidFill>
                  <a:srgbClr val="5D5555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pic>
            <p:nvPicPr>
              <p:cNvPr id="22" name="object 22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385014" y="3961521"/>
                <a:ext cx="87417" cy="231475"/>
              </a:xfrm>
              <a:prstGeom prst="rect">
                <a:avLst/>
              </a:prstGeom>
            </p:spPr>
          </p:pic>
          <p:sp>
            <p:nvSpPr>
              <p:cNvPr id="23" name="object 23"/>
              <p:cNvSpPr/>
              <p:nvPr/>
            </p:nvSpPr>
            <p:spPr>
              <a:xfrm>
                <a:off x="1086919" y="4192951"/>
                <a:ext cx="680085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680085" h="302260">
                    <a:moveTo>
                      <a:pt x="528991" y="0"/>
                    </a:moveTo>
                    <a:lnTo>
                      <a:pt x="150691" y="0"/>
                    </a:lnTo>
                    <a:lnTo>
                      <a:pt x="103061" y="7691"/>
                    </a:lnTo>
                    <a:lnTo>
                      <a:pt x="61695" y="29111"/>
                    </a:lnTo>
                    <a:lnTo>
                      <a:pt x="29074" y="61772"/>
                    </a:lnTo>
                    <a:lnTo>
                      <a:pt x="7682" y="103190"/>
                    </a:lnTo>
                    <a:lnTo>
                      <a:pt x="0" y="150879"/>
                    </a:lnTo>
                    <a:lnTo>
                      <a:pt x="7682" y="198569"/>
                    </a:lnTo>
                    <a:lnTo>
                      <a:pt x="29074" y="239987"/>
                    </a:lnTo>
                    <a:lnTo>
                      <a:pt x="61695" y="272648"/>
                    </a:lnTo>
                    <a:lnTo>
                      <a:pt x="103061" y="294067"/>
                    </a:lnTo>
                    <a:lnTo>
                      <a:pt x="150691" y="301759"/>
                    </a:lnTo>
                    <a:lnTo>
                      <a:pt x="528990" y="301760"/>
                    </a:lnTo>
                    <a:lnTo>
                      <a:pt x="576620" y="294068"/>
                    </a:lnTo>
                    <a:lnTo>
                      <a:pt x="617987" y="272649"/>
                    </a:lnTo>
                    <a:lnTo>
                      <a:pt x="650607" y="239988"/>
                    </a:lnTo>
                    <a:lnTo>
                      <a:pt x="671999" y="198570"/>
                    </a:lnTo>
                    <a:lnTo>
                      <a:pt x="679683" y="150881"/>
                    </a:lnTo>
                    <a:lnTo>
                      <a:pt x="672000" y="103190"/>
                    </a:lnTo>
                    <a:lnTo>
                      <a:pt x="650608" y="61772"/>
                    </a:lnTo>
                    <a:lnTo>
                      <a:pt x="617987" y="29111"/>
                    </a:lnTo>
                    <a:lnTo>
                      <a:pt x="576621" y="7691"/>
                    </a:lnTo>
                    <a:lnTo>
                      <a:pt x="528991" y="0"/>
                    </a:lnTo>
                    <a:close/>
                  </a:path>
                </a:pathLst>
              </a:custGeom>
              <a:solidFill>
                <a:srgbClr val="85BD05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1086919" y="4192951"/>
                <a:ext cx="680085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680085" h="302260">
                    <a:moveTo>
                      <a:pt x="0" y="150880"/>
                    </a:moveTo>
                    <a:lnTo>
                      <a:pt x="7682" y="103190"/>
                    </a:lnTo>
                    <a:lnTo>
                      <a:pt x="29074" y="61772"/>
                    </a:lnTo>
                    <a:lnTo>
                      <a:pt x="61695" y="29111"/>
                    </a:lnTo>
                    <a:lnTo>
                      <a:pt x="103061" y="7691"/>
                    </a:lnTo>
                    <a:lnTo>
                      <a:pt x="150691" y="0"/>
                    </a:lnTo>
                    <a:lnTo>
                      <a:pt x="528991" y="0"/>
                    </a:lnTo>
                    <a:lnTo>
                      <a:pt x="576621" y="7691"/>
                    </a:lnTo>
                    <a:lnTo>
                      <a:pt x="617988" y="29111"/>
                    </a:lnTo>
                    <a:lnTo>
                      <a:pt x="650608" y="61772"/>
                    </a:lnTo>
                    <a:lnTo>
                      <a:pt x="672000" y="103190"/>
                    </a:lnTo>
                    <a:lnTo>
                      <a:pt x="679683" y="150880"/>
                    </a:lnTo>
                    <a:lnTo>
                      <a:pt x="672000" y="198570"/>
                    </a:lnTo>
                    <a:lnTo>
                      <a:pt x="650607" y="239988"/>
                    </a:lnTo>
                    <a:lnTo>
                      <a:pt x="617987" y="272649"/>
                    </a:lnTo>
                    <a:lnTo>
                      <a:pt x="576620" y="294068"/>
                    </a:lnTo>
                    <a:lnTo>
                      <a:pt x="528990" y="301760"/>
                    </a:lnTo>
                    <a:lnTo>
                      <a:pt x="150691" y="301759"/>
                    </a:lnTo>
                    <a:lnTo>
                      <a:pt x="103061" y="294067"/>
                    </a:lnTo>
                    <a:lnTo>
                      <a:pt x="61695" y="272648"/>
                    </a:lnTo>
                    <a:lnTo>
                      <a:pt x="29074" y="239987"/>
                    </a:lnTo>
                    <a:lnTo>
                      <a:pt x="7682" y="198569"/>
                    </a:lnTo>
                    <a:lnTo>
                      <a:pt x="0" y="150879"/>
                    </a:lnTo>
                    <a:close/>
                  </a:path>
                </a:pathLst>
              </a:custGeom>
              <a:ln w="18857">
                <a:solidFill>
                  <a:srgbClr val="648E04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</p:grpSp>
        <p:sp>
          <p:nvSpPr>
            <p:cNvPr id="25" name="object 25"/>
            <p:cNvSpPr txBox="1"/>
            <p:nvPr/>
          </p:nvSpPr>
          <p:spPr>
            <a:xfrm>
              <a:off x="1268393" y="3733633"/>
              <a:ext cx="250451" cy="15769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100" spc="-4" dirty="0">
                  <a:solidFill>
                    <a:srgbClr val="FFFFFF"/>
                  </a:solidFill>
                  <a:latin typeface="Calibri"/>
                  <a:cs typeface="Calibri"/>
                </a:rPr>
                <a:t>S</a:t>
              </a:r>
              <a:r>
                <a:rPr sz="1100" spc="-18" dirty="0">
                  <a:solidFill>
                    <a:srgbClr val="FFFFFF"/>
                  </a:solidFill>
                  <a:latin typeface="Calibri"/>
                  <a:cs typeface="Calibri"/>
                </a:rPr>
                <a:t>a</a:t>
              </a:r>
              <a:r>
                <a:rPr sz="1100" spc="-31" dirty="0">
                  <a:solidFill>
                    <a:srgbClr val="FFFFFF"/>
                  </a:solidFill>
                  <a:latin typeface="Calibri"/>
                  <a:cs typeface="Calibri"/>
                </a:rPr>
                <a:t>f</a:t>
              </a:r>
              <a:r>
                <a:rPr sz="1100" dirty="0">
                  <a:solidFill>
                    <a:srgbClr val="FFFFFF"/>
                  </a:solidFill>
                  <a:latin typeface="Calibri"/>
                  <a:cs typeface="Calibri"/>
                </a:rPr>
                <a:t>e</a:t>
              </a:r>
              <a:endParaRPr sz="1100">
                <a:latin typeface="Calibri"/>
                <a:cs typeface="Calibri"/>
              </a:endParaRPr>
            </a:p>
          </p:txBody>
        </p:sp>
        <p:grpSp>
          <p:nvGrpSpPr>
            <p:cNvPr id="26" name="object 26"/>
            <p:cNvGrpSpPr/>
            <p:nvPr/>
          </p:nvGrpSpPr>
          <p:grpSpPr>
            <a:xfrm>
              <a:off x="2137581" y="3493322"/>
              <a:ext cx="852767" cy="1037104"/>
              <a:chOff x="2270191" y="3959097"/>
              <a:chExt cx="966469" cy="1175385"/>
            </a:xfrm>
          </p:grpSpPr>
          <p:pic>
            <p:nvPicPr>
              <p:cNvPr id="27" name="object 27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149151" y="3959097"/>
                <a:ext cx="87448" cy="177601"/>
              </a:xfrm>
              <a:prstGeom prst="rect">
                <a:avLst/>
              </a:prstGeom>
            </p:spPr>
          </p:pic>
          <p:sp>
            <p:nvSpPr>
              <p:cNvPr id="28" name="object 28"/>
              <p:cNvSpPr/>
              <p:nvPr/>
            </p:nvSpPr>
            <p:spPr>
              <a:xfrm>
                <a:off x="2279716" y="4706644"/>
                <a:ext cx="868044" cy="418465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418464">
                    <a:moveTo>
                      <a:pt x="867564" y="0"/>
                    </a:moveTo>
                    <a:lnTo>
                      <a:pt x="0" y="0"/>
                    </a:lnTo>
                    <a:lnTo>
                      <a:pt x="0" y="418066"/>
                    </a:lnTo>
                    <a:lnTo>
                      <a:pt x="867564" y="418066"/>
                    </a:lnTo>
                    <a:lnTo>
                      <a:pt x="867564" y="0"/>
                    </a:lnTo>
                    <a:close/>
                  </a:path>
                </a:pathLst>
              </a:custGeom>
              <a:solidFill>
                <a:srgbClr val="C8EBFA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29" name="object 29"/>
              <p:cNvSpPr/>
              <p:nvPr/>
            </p:nvSpPr>
            <p:spPr>
              <a:xfrm>
                <a:off x="2279716" y="4706644"/>
                <a:ext cx="868044" cy="418465"/>
              </a:xfrm>
              <a:custGeom>
                <a:avLst/>
                <a:gdLst/>
                <a:ahLst/>
                <a:cxnLst/>
                <a:rect l="l" t="t" r="r" b="b"/>
                <a:pathLst>
                  <a:path w="868044" h="418464">
                    <a:moveTo>
                      <a:pt x="0" y="0"/>
                    </a:moveTo>
                    <a:lnTo>
                      <a:pt x="867565" y="0"/>
                    </a:lnTo>
                    <a:lnTo>
                      <a:pt x="867565" y="418066"/>
                    </a:lnTo>
                    <a:lnTo>
                      <a:pt x="0" y="418066"/>
                    </a:lnTo>
                    <a:lnTo>
                      <a:pt x="0" y="0"/>
                    </a:lnTo>
                    <a:close/>
                  </a:path>
                </a:pathLst>
              </a:custGeom>
              <a:ln w="18857">
                <a:solidFill>
                  <a:srgbClr val="0D6993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</p:grpSp>
        <p:sp>
          <p:nvSpPr>
            <p:cNvPr id="30" name="object 30"/>
            <p:cNvSpPr txBox="1"/>
            <p:nvPr/>
          </p:nvSpPr>
          <p:spPr>
            <a:xfrm>
              <a:off x="2302604" y="4166166"/>
              <a:ext cx="451037" cy="332390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200" dirty="0">
                  <a:solidFill>
                    <a:srgbClr val="2B2728"/>
                  </a:solidFill>
                  <a:latin typeface="Calibri"/>
                  <a:cs typeface="Calibri"/>
                </a:rPr>
                <a:t>3</a:t>
              </a:r>
              <a:r>
                <a:rPr sz="1200" spc="-31" dirty="0">
                  <a:solidFill>
                    <a:srgbClr val="2B2728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B2728"/>
                  </a:solidFill>
                  <a:latin typeface="Calibri"/>
                  <a:cs typeface="Calibri"/>
                </a:rPr>
                <a:t>years</a:t>
              </a:r>
              <a:endParaRPr sz="1200">
                <a:latin typeface="Calibri"/>
                <a:cs typeface="Calibri"/>
              </a:endParaRPr>
            </a:p>
            <a:p>
              <a:pPr marL="64437">
                <a:spcBef>
                  <a:spcPts val="22"/>
                </a:spcBef>
                <a:tabLst>
                  <a:tab pos="311540" algn="l"/>
                </a:tabLst>
              </a:pPr>
              <a:r>
                <a:rPr sz="1200" dirty="0">
                  <a:solidFill>
                    <a:srgbClr val="648E04"/>
                  </a:solidFill>
                  <a:latin typeface="Calibri"/>
                  <a:cs typeface="Calibri"/>
                </a:rPr>
                <a:t>0	</a:t>
              </a:r>
              <a:r>
                <a:rPr sz="1200" dirty="0">
                  <a:solidFill>
                    <a:srgbClr val="FC5507"/>
                  </a:solidFill>
                  <a:latin typeface="Calibri"/>
                  <a:cs typeface="Calibri"/>
                </a:rPr>
                <a:t>4</a:t>
              </a:r>
              <a:endParaRPr sz="1200">
                <a:latin typeface="Calibri"/>
                <a:cs typeface="Calibri"/>
              </a:endParaRPr>
            </a:p>
          </p:txBody>
        </p:sp>
        <p:grpSp>
          <p:nvGrpSpPr>
            <p:cNvPr id="31" name="object 31"/>
            <p:cNvGrpSpPr/>
            <p:nvPr/>
          </p:nvGrpSpPr>
          <p:grpSpPr>
            <a:xfrm>
              <a:off x="3014059" y="4144517"/>
              <a:ext cx="767603" cy="386603"/>
              <a:chOff x="3263534" y="4697119"/>
              <a:chExt cx="869950" cy="438150"/>
            </a:xfrm>
          </p:grpSpPr>
          <p:sp>
            <p:nvSpPr>
              <p:cNvPr id="32" name="object 32"/>
              <p:cNvSpPr/>
              <p:nvPr/>
            </p:nvSpPr>
            <p:spPr>
              <a:xfrm>
                <a:off x="3273059" y="4706644"/>
                <a:ext cx="850900" cy="418465"/>
              </a:xfrm>
              <a:custGeom>
                <a:avLst/>
                <a:gdLst/>
                <a:ahLst/>
                <a:cxnLst/>
                <a:rect l="l" t="t" r="r" b="b"/>
                <a:pathLst>
                  <a:path w="850900" h="418464">
                    <a:moveTo>
                      <a:pt x="850350" y="0"/>
                    </a:moveTo>
                    <a:lnTo>
                      <a:pt x="0" y="0"/>
                    </a:lnTo>
                    <a:lnTo>
                      <a:pt x="0" y="418471"/>
                    </a:lnTo>
                    <a:lnTo>
                      <a:pt x="850350" y="418471"/>
                    </a:lnTo>
                    <a:lnTo>
                      <a:pt x="850350" y="0"/>
                    </a:lnTo>
                    <a:close/>
                  </a:path>
                </a:pathLst>
              </a:custGeom>
              <a:solidFill>
                <a:srgbClr val="C8EBFA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3273059" y="4706644"/>
                <a:ext cx="8509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850900" h="419100">
                    <a:moveTo>
                      <a:pt x="0" y="0"/>
                    </a:moveTo>
                    <a:lnTo>
                      <a:pt x="850349" y="0"/>
                    </a:lnTo>
                    <a:lnTo>
                      <a:pt x="850349" y="418471"/>
                    </a:lnTo>
                    <a:lnTo>
                      <a:pt x="0" y="418471"/>
                    </a:lnTo>
                    <a:lnTo>
                      <a:pt x="0" y="0"/>
                    </a:lnTo>
                    <a:close/>
                  </a:path>
                </a:pathLst>
              </a:custGeom>
              <a:ln w="18857">
                <a:solidFill>
                  <a:srgbClr val="0D6993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</p:grpSp>
        <p:sp>
          <p:nvSpPr>
            <p:cNvPr id="34" name="object 34"/>
            <p:cNvSpPr txBox="1"/>
            <p:nvPr/>
          </p:nvSpPr>
          <p:spPr>
            <a:xfrm>
              <a:off x="3171488" y="4166166"/>
              <a:ext cx="451037" cy="332390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200" dirty="0">
                  <a:solidFill>
                    <a:srgbClr val="2B2728"/>
                  </a:solidFill>
                  <a:latin typeface="Calibri"/>
                  <a:cs typeface="Calibri"/>
                </a:rPr>
                <a:t>5</a:t>
              </a:r>
              <a:r>
                <a:rPr sz="1200" spc="-31" dirty="0">
                  <a:solidFill>
                    <a:srgbClr val="2B2728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2B2728"/>
                  </a:solidFill>
                  <a:latin typeface="Calibri"/>
                  <a:cs typeface="Calibri"/>
                </a:rPr>
                <a:t>years</a:t>
              </a:r>
              <a:endParaRPr sz="1200">
                <a:latin typeface="Calibri"/>
                <a:cs typeface="Calibri"/>
              </a:endParaRPr>
            </a:p>
            <a:p>
              <a:pPr marL="64437">
                <a:spcBef>
                  <a:spcPts val="22"/>
                </a:spcBef>
                <a:tabLst>
                  <a:tab pos="311540" algn="l"/>
                </a:tabLst>
              </a:pPr>
              <a:r>
                <a:rPr sz="1200" dirty="0">
                  <a:solidFill>
                    <a:srgbClr val="648E04"/>
                  </a:solidFill>
                  <a:latin typeface="Calibri"/>
                  <a:cs typeface="Calibri"/>
                </a:rPr>
                <a:t>9	</a:t>
              </a:r>
              <a:r>
                <a:rPr sz="1200" dirty="0">
                  <a:solidFill>
                    <a:srgbClr val="FC5507"/>
                  </a:solidFill>
                  <a:latin typeface="Calibri"/>
                  <a:cs typeface="Calibri"/>
                </a:rPr>
                <a:t>0</a:t>
              </a:r>
              <a:endParaRPr sz="1200">
                <a:latin typeface="Calibri"/>
                <a:cs typeface="Calibri"/>
              </a:endParaRPr>
            </a:p>
          </p:txBody>
        </p:sp>
        <p:grpSp>
          <p:nvGrpSpPr>
            <p:cNvPr id="35" name="object 35"/>
            <p:cNvGrpSpPr/>
            <p:nvPr/>
          </p:nvGrpSpPr>
          <p:grpSpPr>
            <a:xfrm>
              <a:off x="2260244" y="3641587"/>
              <a:ext cx="1383366" cy="289672"/>
              <a:chOff x="2409209" y="4127131"/>
              <a:chExt cx="1567815" cy="328295"/>
            </a:xfrm>
          </p:grpSpPr>
          <p:sp>
            <p:nvSpPr>
              <p:cNvPr id="36" name="object 36"/>
              <p:cNvSpPr/>
              <p:nvPr/>
            </p:nvSpPr>
            <p:spPr>
              <a:xfrm>
                <a:off x="2418734" y="4136656"/>
                <a:ext cx="1548765" cy="309245"/>
              </a:xfrm>
              <a:custGeom>
                <a:avLst/>
                <a:gdLst/>
                <a:ahLst/>
                <a:cxnLst/>
                <a:rect l="l" t="t" r="r" b="b"/>
                <a:pathLst>
                  <a:path w="1548764" h="309245">
                    <a:moveTo>
                      <a:pt x="774141" y="0"/>
                    </a:moveTo>
                    <a:lnTo>
                      <a:pt x="0" y="154555"/>
                    </a:lnTo>
                    <a:lnTo>
                      <a:pt x="774141" y="309111"/>
                    </a:lnTo>
                    <a:lnTo>
                      <a:pt x="1548283" y="154555"/>
                    </a:lnTo>
                    <a:lnTo>
                      <a:pt x="774141" y="0"/>
                    </a:lnTo>
                    <a:close/>
                  </a:path>
                </a:pathLst>
              </a:custGeom>
              <a:solidFill>
                <a:srgbClr val="FFBCEC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2418734" y="4136656"/>
                <a:ext cx="1548765" cy="309245"/>
              </a:xfrm>
              <a:custGeom>
                <a:avLst/>
                <a:gdLst/>
                <a:ahLst/>
                <a:cxnLst/>
                <a:rect l="l" t="t" r="r" b="b"/>
                <a:pathLst>
                  <a:path w="1548764" h="309245">
                    <a:moveTo>
                      <a:pt x="0" y="154555"/>
                    </a:moveTo>
                    <a:lnTo>
                      <a:pt x="774142" y="0"/>
                    </a:lnTo>
                    <a:lnTo>
                      <a:pt x="1548284" y="154555"/>
                    </a:lnTo>
                    <a:lnTo>
                      <a:pt x="774142" y="309111"/>
                    </a:lnTo>
                    <a:lnTo>
                      <a:pt x="0" y="154555"/>
                    </a:lnTo>
                    <a:close/>
                  </a:path>
                </a:pathLst>
              </a:custGeom>
              <a:ln w="18860">
                <a:solidFill>
                  <a:srgbClr val="58003F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</p:grpSp>
        <p:sp>
          <p:nvSpPr>
            <p:cNvPr id="38" name="object 38"/>
            <p:cNvSpPr txBox="1"/>
            <p:nvPr/>
          </p:nvSpPr>
          <p:spPr>
            <a:xfrm>
              <a:off x="2787996" y="3228956"/>
              <a:ext cx="644909" cy="708650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98057">
                <a:spcBef>
                  <a:spcPts val="88"/>
                </a:spcBef>
              </a:pPr>
              <a:r>
                <a:rPr sz="1200" dirty="0">
                  <a:solidFill>
                    <a:srgbClr val="2B2728"/>
                  </a:solidFill>
                  <a:latin typeface="Calibri"/>
                  <a:cs typeface="Calibri"/>
                </a:rPr>
                <a:t>fair</a:t>
              </a:r>
              <a:endParaRPr sz="1200" dirty="0">
                <a:latin typeface="Calibri"/>
                <a:cs typeface="Calibri"/>
              </a:endParaRPr>
            </a:p>
            <a:p>
              <a:pPr marL="36981">
                <a:spcBef>
                  <a:spcPts val="44"/>
                </a:spcBef>
                <a:tabLst>
                  <a:tab pos="284084" algn="l"/>
                </a:tabLst>
              </a:pPr>
              <a:r>
                <a:rPr sz="1200" dirty="0">
                  <a:solidFill>
                    <a:srgbClr val="648E04"/>
                  </a:solidFill>
                  <a:latin typeface="Calibri"/>
                  <a:cs typeface="Calibri"/>
                </a:rPr>
                <a:t>9	</a:t>
              </a:r>
              <a:r>
                <a:rPr sz="1200" dirty="0">
                  <a:solidFill>
                    <a:srgbClr val="FC5507"/>
                  </a:solidFill>
                  <a:latin typeface="Calibri"/>
                  <a:cs typeface="Calibri"/>
                </a:rPr>
                <a:t>4</a:t>
              </a:r>
              <a:endParaRPr sz="1200" dirty="0">
                <a:latin typeface="Calibri"/>
                <a:cs typeface="Calibri"/>
              </a:endParaRPr>
            </a:p>
            <a:p>
              <a:pPr>
                <a:lnSpc>
                  <a:spcPct val="100000"/>
                </a:lnSpc>
              </a:pPr>
              <a:endParaRPr sz="1600" dirty="0">
                <a:latin typeface="Calibri"/>
                <a:cs typeface="Calibri"/>
              </a:endParaRPr>
            </a:p>
            <a:p>
              <a:pPr marL="11206"/>
              <a:r>
                <a:rPr sz="1200" spc="-93" dirty="0">
                  <a:solidFill>
                    <a:srgbClr val="2B2728"/>
                  </a:solidFill>
                  <a:latin typeface="Calibri"/>
                  <a:cs typeface="Calibri"/>
                </a:rPr>
                <a:t>T</a:t>
              </a:r>
              <a:r>
                <a:rPr sz="1200" spc="18" dirty="0">
                  <a:solidFill>
                    <a:srgbClr val="2B2728"/>
                  </a:solidFill>
                  <a:latin typeface="Calibri"/>
                  <a:cs typeface="Calibri"/>
                </a:rPr>
                <a:t>e</a:t>
              </a:r>
              <a:r>
                <a:rPr sz="1200" spc="9" dirty="0">
                  <a:solidFill>
                    <a:srgbClr val="2B2728"/>
                  </a:solidFill>
                  <a:latin typeface="Calibri"/>
                  <a:cs typeface="Calibri"/>
                </a:rPr>
                <a:t>r</a:t>
              </a:r>
              <a:r>
                <a:rPr sz="1200" spc="22" dirty="0">
                  <a:solidFill>
                    <a:srgbClr val="2B2728"/>
                  </a:solidFill>
                  <a:latin typeface="Calibri"/>
                  <a:cs typeface="Calibri"/>
                </a:rPr>
                <a:t>m</a:t>
              </a:r>
              <a:r>
                <a:rPr sz="1200" dirty="0">
                  <a:solidFill>
                    <a:srgbClr val="2B2728"/>
                  </a:solidFill>
                  <a:latin typeface="Calibri"/>
                  <a:cs typeface="Calibri"/>
                </a:rPr>
                <a:t>?</a:t>
              </a:r>
              <a:endParaRPr sz="1200" dirty="0">
                <a:latin typeface="Calibri"/>
                <a:cs typeface="Calibri"/>
              </a:endParaRPr>
            </a:p>
          </p:txBody>
        </p:sp>
        <p:grpSp>
          <p:nvGrpSpPr>
            <p:cNvPr id="39" name="object 39"/>
            <p:cNvGrpSpPr/>
            <p:nvPr/>
          </p:nvGrpSpPr>
          <p:grpSpPr>
            <a:xfrm>
              <a:off x="2180248" y="3914333"/>
              <a:ext cx="1225924" cy="1137957"/>
              <a:chOff x="2318548" y="4436243"/>
              <a:chExt cx="1389380" cy="1289685"/>
            </a:xfrm>
          </p:grpSpPr>
          <p:sp>
            <p:nvSpPr>
              <p:cNvPr id="40" name="object 40"/>
              <p:cNvSpPr/>
              <p:nvPr/>
            </p:nvSpPr>
            <p:spPr>
              <a:xfrm>
                <a:off x="2687516" y="4445768"/>
                <a:ext cx="505459" cy="260985"/>
              </a:xfrm>
              <a:custGeom>
                <a:avLst/>
                <a:gdLst/>
                <a:ahLst/>
                <a:cxnLst/>
                <a:rect l="l" t="t" r="r" b="b"/>
                <a:pathLst>
                  <a:path w="505460" h="260985">
                    <a:moveTo>
                      <a:pt x="505359" y="0"/>
                    </a:moveTo>
                    <a:lnTo>
                      <a:pt x="25982" y="260877"/>
                    </a:lnTo>
                  </a:path>
                  <a:path w="505460" h="260985">
                    <a:moveTo>
                      <a:pt x="505359" y="0"/>
                    </a:moveTo>
                    <a:lnTo>
                      <a:pt x="0" y="260877"/>
                    </a:lnTo>
                  </a:path>
                </a:pathLst>
              </a:custGeom>
              <a:ln w="18850">
                <a:solidFill>
                  <a:srgbClr val="5D5555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2669773" y="5124711"/>
                <a:ext cx="8763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87630" h="289560">
                    <a:moveTo>
                      <a:pt x="10504" y="203412"/>
                    </a:moveTo>
                    <a:lnTo>
                      <a:pt x="1517" y="208661"/>
                    </a:lnTo>
                    <a:lnTo>
                      <a:pt x="0" y="214435"/>
                    </a:lnTo>
                    <a:lnTo>
                      <a:pt x="43724" y="289485"/>
                    </a:lnTo>
                    <a:lnTo>
                      <a:pt x="54629" y="270767"/>
                    </a:lnTo>
                    <a:lnTo>
                      <a:pt x="34305" y="270767"/>
                    </a:lnTo>
                    <a:lnTo>
                      <a:pt x="34305" y="235884"/>
                    </a:lnTo>
                    <a:lnTo>
                      <a:pt x="16272" y="204932"/>
                    </a:lnTo>
                    <a:lnTo>
                      <a:pt x="10504" y="203412"/>
                    </a:lnTo>
                    <a:close/>
                  </a:path>
                  <a:path w="87630" h="289560">
                    <a:moveTo>
                      <a:pt x="34305" y="235884"/>
                    </a:moveTo>
                    <a:lnTo>
                      <a:pt x="34305" y="270767"/>
                    </a:lnTo>
                    <a:lnTo>
                      <a:pt x="53143" y="270767"/>
                    </a:lnTo>
                    <a:lnTo>
                      <a:pt x="53143" y="266016"/>
                    </a:lnTo>
                    <a:lnTo>
                      <a:pt x="35587" y="266016"/>
                    </a:lnTo>
                    <a:lnTo>
                      <a:pt x="43724" y="252051"/>
                    </a:lnTo>
                    <a:lnTo>
                      <a:pt x="34305" y="235884"/>
                    </a:lnTo>
                    <a:close/>
                  </a:path>
                  <a:path w="87630" h="289560">
                    <a:moveTo>
                      <a:pt x="76944" y="203412"/>
                    </a:moveTo>
                    <a:lnTo>
                      <a:pt x="71177" y="204932"/>
                    </a:lnTo>
                    <a:lnTo>
                      <a:pt x="53143" y="235884"/>
                    </a:lnTo>
                    <a:lnTo>
                      <a:pt x="53143" y="270767"/>
                    </a:lnTo>
                    <a:lnTo>
                      <a:pt x="54629" y="270767"/>
                    </a:lnTo>
                    <a:lnTo>
                      <a:pt x="87448" y="214435"/>
                    </a:lnTo>
                    <a:lnTo>
                      <a:pt x="85930" y="208661"/>
                    </a:lnTo>
                    <a:lnTo>
                      <a:pt x="76944" y="203412"/>
                    </a:lnTo>
                    <a:close/>
                  </a:path>
                  <a:path w="87630" h="289560">
                    <a:moveTo>
                      <a:pt x="43724" y="252051"/>
                    </a:moveTo>
                    <a:lnTo>
                      <a:pt x="35587" y="266016"/>
                    </a:lnTo>
                    <a:lnTo>
                      <a:pt x="51860" y="266016"/>
                    </a:lnTo>
                    <a:lnTo>
                      <a:pt x="43724" y="252051"/>
                    </a:lnTo>
                    <a:close/>
                  </a:path>
                  <a:path w="87630" h="289560">
                    <a:moveTo>
                      <a:pt x="53143" y="235885"/>
                    </a:moveTo>
                    <a:lnTo>
                      <a:pt x="43724" y="252051"/>
                    </a:lnTo>
                    <a:lnTo>
                      <a:pt x="51860" y="266016"/>
                    </a:lnTo>
                    <a:lnTo>
                      <a:pt x="53143" y="266016"/>
                    </a:lnTo>
                    <a:lnTo>
                      <a:pt x="53143" y="235885"/>
                    </a:lnTo>
                    <a:close/>
                  </a:path>
                  <a:path w="87630" h="289560">
                    <a:moveTo>
                      <a:pt x="53144" y="0"/>
                    </a:moveTo>
                    <a:lnTo>
                      <a:pt x="34305" y="0"/>
                    </a:lnTo>
                    <a:lnTo>
                      <a:pt x="34305" y="235885"/>
                    </a:lnTo>
                    <a:lnTo>
                      <a:pt x="43724" y="252051"/>
                    </a:lnTo>
                    <a:lnTo>
                      <a:pt x="53143" y="235885"/>
                    </a:lnTo>
                    <a:lnTo>
                      <a:pt x="53144" y="0"/>
                    </a:lnTo>
                    <a:close/>
                  </a:path>
                </a:pathLst>
              </a:custGeom>
              <a:solidFill>
                <a:srgbClr val="5D5555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2328073" y="5414152"/>
                <a:ext cx="770890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770889" h="302260">
                    <a:moveTo>
                      <a:pt x="620154" y="0"/>
                    </a:moveTo>
                    <a:lnTo>
                      <a:pt x="150691" y="0"/>
                    </a:lnTo>
                    <a:lnTo>
                      <a:pt x="103061" y="7691"/>
                    </a:lnTo>
                    <a:lnTo>
                      <a:pt x="61695" y="29111"/>
                    </a:lnTo>
                    <a:lnTo>
                      <a:pt x="29074" y="61772"/>
                    </a:lnTo>
                    <a:lnTo>
                      <a:pt x="7682" y="103190"/>
                    </a:lnTo>
                    <a:lnTo>
                      <a:pt x="0" y="150879"/>
                    </a:lnTo>
                    <a:lnTo>
                      <a:pt x="7682" y="198569"/>
                    </a:lnTo>
                    <a:lnTo>
                      <a:pt x="29074" y="239987"/>
                    </a:lnTo>
                    <a:lnTo>
                      <a:pt x="61695" y="272648"/>
                    </a:lnTo>
                    <a:lnTo>
                      <a:pt x="103061" y="294067"/>
                    </a:lnTo>
                    <a:lnTo>
                      <a:pt x="150691" y="301759"/>
                    </a:lnTo>
                    <a:lnTo>
                      <a:pt x="620154" y="301759"/>
                    </a:lnTo>
                    <a:lnTo>
                      <a:pt x="667785" y="294067"/>
                    </a:lnTo>
                    <a:lnTo>
                      <a:pt x="709151" y="272648"/>
                    </a:lnTo>
                    <a:lnTo>
                      <a:pt x="741771" y="239987"/>
                    </a:lnTo>
                    <a:lnTo>
                      <a:pt x="763164" y="198569"/>
                    </a:lnTo>
                    <a:lnTo>
                      <a:pt x="770846" y="150879"/>
                    </a:lnTo>
                    <a:lnTo>
                      <a:pt x="763164" y="103190"/>
                    </a:lnTo>
                    <a:lnTo>
                      <a:pt x="741771" y="61772"/>
                    </a:lnTo>
                    <a:lnTo>
                      <a:pt x="709151" y="29111"/>
                    </a:lnTo>
                    <a:lnTo>
                      <a:pt x="667785" y="7691"/>
                    </a:lnTo>
                    <a:lnTo>
                      <a:pt x="620154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2328073" y="5414152"/>
                <a:ext cx="770890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770889" h="302260">
                    <a:moveTo>
                      <a:pt x="0" y="150879"/>
                    </a:moveTo>
                    <a:lnTo>
                      <a:pt x="7682" y="103190"/>
                    </a:lnTo>
                    <a:lnTo>
                      <a:pt x="29074" y="61772"/>
                    </a:lnTo>
                    <a:lnTo>
                      <a:pt x="61695" y="29111"/>
                    </a:lnTo>
                    <a:lnTo>
                      <a:pt x="103061" y="7691"/>
                    </a:lnTo>
                    <a:lnTo>
                      <a:pt x="150691" y="0"/>
                    </a:lnTo>
                    <a:lnTo>
                      <a:pt x="620154" y="0"/>
                    </a:lnTo>
                    <a:lnTo>
                      <a:pt x="667784" y="7691"/>
                    </a:lnTo>
                    <a:lnTo>
                      <a:pt x="709150" y="29111"/>
                    </a:lnTo>
                    <a:lnTo>
                      <a:pt x="741771" y="61772"/>
                    </a:lnTo>
                    <a:lnTo>
                      <a:pt x="763163" y="103190"/>
                    </a:lnTo>
                    <a:lnTo>
                      <a:pt x="770846" y="150879"/>
                    </a:lnTo>
                    <a:lnTo>
                      <a:pt x="763163" y="198569"/>
                    </a:lnTo>
                    <a:lnTo>
                      <a:pt x="741771" y="239987"/>
                    </a:lnTo>
                    <a:lnTo>
                      <a:pt x="709150" y="272648"/>
                    </a:lnTo>
                    <a:lnTo>
                      <a:pt x="667784" y="294067"/>
                    </a:lnTo>
                    <a:lnTo>
                      <a:pt x="620154" y="301759"/>
                    </a:lnTo>
                    <a:lnTo>
                      <a:pt x="150691" y="301759"/>
                    </a:lnTo>
                    <a:lnTo>
                      <a:pt x="103061" y="294067"/>
                    </a:lnTo>
                    <a:lnTo>
                      <a:pt x="61695" y="272648"/>
                    </a:lnTo>
                    <a:lnTo>
                      <a:pt x="29074" y="239987"/>
                    </a:lnTo>
                    <a:lnTo>
                      <a:pt x="7682" y="198569"/>
                    </a:lnTo>
                    <a:lnTo>
                      <a:pt x="0" y="150879"/>
                    </a:lnTo>
                    <a:close/>
                  </a:path>
                </a:pathLst>
              </a:custGeom>
              <a:ln w="18858">
                <a:solidFill>
                  <a:srgbClr val="C03F02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</p:grpSp>
        <p:sp>
          <p:nvSpPr>
            <p:cNvPr id="44" name="object 44"/>
            <p:cNvSpPr txBox="1"/>
            <p:nvPr/>
          </p:nvSpPr>
          <p:spPr>
            <a:xfrm>
              <a:off x="2379875" y="4814776"/>
              <a:ext cx="298637" cy="15769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100" spc="-4" dirty="0">
                  <a:solidFill>
                    <a:srgbClr val="FFFFFF"/>
                  </a:solidFill>
                  <a:latin typeface="Calibri"/>
                  <a:cs typeface="Calibri"/>
                </a:rPr>
                <a:t>R</a:t>
              </a:r>
              <a:r>
                <a:rPr sz="1100" spc="-9" dirty="0">
                  <a:solidFill>
                    <a:srgbClr val="FFFFFF"/>
                  </a:solidFill>
                  <a:latin typeface="Calibri"/>
                  <a:cs typeface="Calibri"/>
                </a:rPr>
                <a:t>isk</a:t>
              </a:r>
              <a:r>
                <a:rPr sz="1100" dirty="0">
                  <a:solidFill>
                    <a:srgbClr val="FFFFFF"/>
                  </a:solidFill>
                  <a:latin typeface="Calibri"/>
                  <a:cs typeface="Calibri"/>
                </a:rPr>
                <a:t>y</a:t>
              </a:r>
              <a:endParaRPr sz="1100">
                <a:latin typeface="Calibri"/>
                <a:cs typeface="Calibri"/>
              </a:endParaRPr>
            </a:p>
          </p:txBody>
        </p:sp>
        <p:grpSp>
          <p:nvGrpSpPr>
            <p:cNvPr id="45" name="object 45"/>
            <p:cNvGrpSpPr/>
            <p:nvPr/>
          </p:nvGrpSpPr>
          <p:grpSpPr>
            <a:xfrm>
              <a:off x="3051925" y="4770233"/>
              <a:ext cx="691403" cy="283509"/>
              <a:chOff x="3306448" y="5406264"/>
              <a:chExt cx="783590" cy="321310"/>
            </a:xfrm>
          </p:grpSpPr>
          <p:sp>
            <p:nvSpPr>
              <p:cNvPr id="46" name="object 46"/>
              <p:cNvSpPr/>
              <p:nvPr/>
            </p:nvSpPr>
            <p:spPr>
              <a:xfrm>
                <a:off x="3315973" y="5415789"/>
                <a:ext cx="764540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764539" h="302260">
                    <a:moveTo>
                      <a:pt x="613829" y="0"/>
                    </a:moveTo>
                    <a:lnTo>
                      <a:pt x="150691" y="0"/>
                    </a:lnTo>
                    <a:lnTo>
                      <a:pt x="103061" y="7691"/>
                    </a:lnTo>
                    <a:lnTo>
                      <a:pt x="61695" y="29111"/>
                    </a:lnTo>
                    <a:lnTo>
                      <a:pt x="29074" y="61772"/>
                    </a:lnTo>
                    <a:lnTo>
                      <a:pt x="7682" y="103190"/>
                    </a:lnTo>
                    <a:lnTo>
                      <a:pt x="0" y="150879"/>
                    </a:lnTo>
                    <a:lnTo>
                      <a:pt x="7682" y="198569"/>
                    </a:lnTo>
                    <a:lnTo>
                      <a:pt x="29074" y="239987"/>
                    </a:lnTo>
                    <a:lnTo>
                      <a:pt x="61695" y="272648"/>
                    </a:lnTo>
                    <a:lnTo>
                      <a:pt x="103061" y="294067"/>
                    </a:lnTo>
                    <a:lnTo>
                      <a:pt x="150691" y="301759"/>
                    </a:lnTo>
                    <a:lnTo>
                      <a:pt x="613829" y="301759"/>
                    </a:lnTo>
                    <a:lnTo>
                      <a:pt x="661459" y="294067"/>
                    </a:lnTo>
                    <a:lnTo>
                      <a:pt x="702825" y="272648"/>
                    </a:lnTo>
                    <a:lnTo>
                      <a:pt x="735445" y="239987"/>
                    </a:lnTo>
                    <a:lnTo>
                      <a:pt x="756837" y="198569"/>
                    </a:lnTo>
                    <a:lnTo>
                      <a:pt x="764519" y="150879"/>
                    </a:lnTo>
                    <a:lnTo>
                      <a:pt x="756837" y="103190"/>
                    </a:lnTo>
                    <a:lnTo>
                      <a:pt x="735445" y="61772"/>
                    </a:lnTo>
                    <a:lnTo>
                      <a:pt x="702825" y="29111"/>
                    </a:lnTo>
                    <a:lnTo>
                      <a:pt x="661459" y="7691"/>
                    </a:lnTo>
                    <a:lnTo>
                      <a:pt x="613829" y="0"/>
                    </a:lnTo>
                    <a:close/>
                  </a:path>
                </a:pathLst>
              </a:custGeom>
              <a:solidFill>
                <a:srgbClr val="85BD05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47" name="object 47"/>
              <p:cNvSpPr/>
              <p:nvPr/>
            </p:nvSpPr>
            <p:spPr>
              <a:xfrm>
                <a:off x="3315973" y="5415789"/>
                <a:ext cx="764540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764539" h="302260">
                    <a:moveTo>
                      <a:pt x="0" y="150879"/>
                    </a:moveTo>
                    <a:lnTo>
                      <a:pt x="7682" y="103190"/>
                    </a:lnTo>
                    <a:lnTo>
                      <a:pt x="29074" y="61772"/>
                    </a:lnTo>
                    <a:lnTo>
                      <a:pt x="61695" y="29111"/>
                    </a:lnTo>
                    <a:lnTo>
                      <a:pt x="103061" y="7691"/>
                    </a:lnTo>
                    <a:lnTo>
                      <a:pt x="150691" y="0"/>
                    </a:lnTo>
                    <a:lnTo>
                      <a:pt x="613827" y="0"/>
                    </a:lnTo>
                    <a:lnTo>
                      <a:pt x="661458" y="7691"/>
                    </a:lnTo>
                    <a:lnTo>
                      <a:pt x="702824" y="29111"/>
                    </a:lnTo>
                    <a:lnTo>
                      <a:pt x="735444" y="61772"/>
                    </a:lnTo>
                    <a:lnTo>
                      <a:pt x="756837" y="103190"/>
                    </a:lnTo>
                    <a:lnTo>
                      <a:pt x="764519" y="150879"/>
                    </a:lnTo>
                    <a:lnTo>
                      <a:pt x="756837" y="198569"/>
                    </a:lnTo>
                    <a:lnTo>
                      <a:pt x="735444" y="239987"/>
                    </a:lnTo>
                    <a:lnTo>
                      <a:pt x="702824" y="272648"/>
                    </a:lnTo>
                    <a:lnTo>
                      <a:pt x="661458" y="294067"/>
                    </a:lnTo>
                    <a:lnTo>
                      <a:pt x="613827" y="301759"/>
                    </a:lnTo>
                    <a:lnTo>
                      <a:pt x="150691" y="301759"/>
                    </a:lnTo>
                    <a:lnTo>
                      <a:pt x="103061" y="294067"/>
                    </a:lnTo>
                    <a:lnTo>
                      <a:pt x="61695" y="272648"/>
                    </a:lnTo>
                    <a:lnTo>
                      <a:pt x="29074" y="239987"/>
                    </a:lnTo>
                    <a:lnTo>
                      <a:pt x="7682" y="198569"/>
                    </a:lnTo>
                    <a:lnTo>
                      <a:pt x="0" y="150879"/>
                    </a:lnTo>
                    <a:close/>
                  </a:path>
                </a:pathLst>
              </a:custGeom>
              <a:ln w="18858">
                <a:solidFill>
                  <a:srgbClr val="648E04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</p:grpSp>
        <p:sp>
          <p:nvSpPr>
            <p:cNvPr id="48" name="object 48"/>
            <p:cNvSpPr txBox="1"/>
            <p:nvPr/>
          </p:nvSpPr>
          <p:spPr>
            <a:xfrm>
              <a:off x="3272635" y="4814776"/>
              <a:ext cx="250451" cy="15769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100" spc="-4" dirty="0">
                  <a:solidFill>
                    <a:srgbClr val="FFFFFF"/>
                  </a:solidFill>
                  <a:latin typeface="Calibri"/>
                  <a:cs typeface="Calibri"/>
                </a:rPr>
                <a:t>S</a:t>
              </a:r>
              <a:r>
                <a:rPr sz="1100" spc="-18" dirty="0">
                  <a:solidFill>
                    <a:srgbClr val="FFFFFF"/>
                  </a:solidFill>
                  <a:latin typeface="Calibri"/>
                  <a:cs typeface="Calibri"/>
                </a:rPr>
                <a:t>a</a:t>
              </a:r>
              <a:r>
                <a:rPr sz="1100" spc="-31" dirty="0">
                  <a:solidFill>
                    <a:srgbClr val="FFFFFF"/>
                  </a:solidFill>
                  <a:latin typeface="Calibri"/>
                  <a:cs typeface="Calibri"/>
                </a:rPr>
                <a:t>f</a:t>
              </a:r>
              <a:r>
                <a:rPr sz="1100" dirty="0">
                  <a:solidFill>
                    <a:srgbClr val="FFFFFF"/>
                  </a:solidFill>
                  <a:latin typeface="Calibri"/>
                  <a:cs typeface="Calibri"/>
                </a:rPr>
                <a:t>e</a:t>
              </a:r>
              <a:endParaRPr sz="1100">
                <a:latin typeface="Calibri"/>
                <a:cs typeface="Calibri"/>
              </a:endParaRPr>
            </a:p>
          </p:txBody>
        </p:sp>
        <p:grpSp>
          <p:nvGrpSpPr>
            <p:cNvPr id="49" name="object 49"/>
            <p:cNvGrpSpPr/>
            <p:nvPr/>
          </p:nvGrpSpPr>
          <p:grpSpPr>
            <a:xfrm>
              <a:off x="3359039" y="4521803"/>
              <a:ext cx="1188944" cy="567578"/>
              <a:chOff x="3654511" y="5124710"/>
              <a:chExt cx="1347470" cy="643255"/>
            </a:xfrm>
          </p:grpSpPr>
          <p:sp>
            <p:nvSpPr>
              <p:cNvPr id="50" name="object 50"/>
              <p:cNvSpPr/>
              <p:nvPr/>
            </p:nvSpPr>
            <p:spPr>
              <a:xfrm>
                <a:off x="3654511" y="5125115"/>
                <a:ext cx="87630" cy="290830"/>
              </a:xfrm>
              <a:custGeom>
                <a:avLst/>
                <a:gdLst/>
                <a:ahLst/>
                <a:cxnLst/>
                <a:rect l="l" t="t" r="r" b="b"/>
                <a:pathLst>
                  <a:path w="87629" h="290829">
                    <a:moveTo>
                      <a:pt x="10504" y="204643"/>
                    </a:moveTo>
                    <a:lnTo>
                      <a:pt x="1517" y="209892"/>
                    </a:lnTo>
                    <a:lnTo>
                      <a:pt x="0" y="215667"/>
                    </a:lnTo>
                    <a:lnTo>
                      <a:pt x="43723" y="290716"/>
                    </a:lnTo>
                    <a:lnTo>
                      <a:pt x="54628" y="271999"/>
                    </a:lnTo>
                    <a:lnTo>
                      <a:pt x="34305" y="271999"/>
                    </a:lnTo>
                    <a:lnTo>
                      <a:pt x="34304" y="237116"/>
                    </a:lnTo>
                    <a:lnTo>
                      <a:pt x="16271" y="206164"/>
                    </a:lnTo>
                    <a:lnTo>
                      <a:pt x="10504" y="204643"/>
                    </a:lnTo>
                    <a:close/>
                  </a:path>
                  <a:path w="87629" h="290829">
                    <a:moveTo>
                      <a:pt x="34305" y="237117"/>
                    </a:moveTo>
                    <a:lnTo>
                      <a:pt x="34305" y="271999"/>
                    </a:lnTo>
                    <a:lnTo>
                      <a:pt x="53143" y="271999"/>
                    </a:lnTo>
                    <a:lnTo>
                      <a:pt x="53143" y="267248"/>
                    </a:lnTo>
                    <a:lnTo>
                      <a:pt x="35587" y="267248"/>
                    </a:lnTo>
                    <a:lnTo>
                      <a:pt x="43724" y="253283"/>
                    </a:lnTo>
                    <a:lnTo>
                      <a:pt x="34305" y="237117"/>
                    </a:lnTo>
                    <a:close/>
                  </a:path>
                  <a:path w="87629" h="290829">
                    <a:moveTo>
                      <a:pt x="76942" y="204643"/>
                    </a:moveTo>
                    <a:lnTo>
                      <a:pt x="71175" y="206164"/>
                    </a:lnTo>
                    <a:lnTo>
                      <a:pt x="53142" y="237116"/>
                    </a:lnTo>
                    <a:lnTo>
                      <a:pt x="53143" y="271999"/>
                    </a:lnTo>
                    <a:lnTo>
                      <a:pt x="54628" y="271999"/>
                    </a:lnTo>
                    <a:lnTo>
                      <a:pt x="87448" y="215667"/>
                    </a:lnTo>
                    <a:lnTo>
                      <a:pt x="85930" y="209892"/>
                    </a:lnTo>
                    <a:lnTo>
                      <a:pt x="76942" y="204643"/>
                    </a:lnTo>
                    <a:close/>
                  </a:path>
                  <a:path w="87629" h="290829">
                    <a:moveTo>
                      <a:pt x="43724" y="253283"/>
                    </a:moveTo>
                    <a:lnTo>
                      <a:pt x="35587" y="267248"/>
                    </a:lnTo>
                    <a:lnTo>
                      <a:pt x="51860" y="267248"/>
                    </a:lnTo>
                    <a:lnTo>
                      <a:pt x="43724" y="253283"/>
                    </a:lnTo>
                    <a:close/>
                  </a:path>
                  <a:path w="87629" h="290829">
                    <a:moveTo>
                      <a:pt x="53142" y="237116"/>
                    </a:moveTo>
                    <a:lnTo>
                      <a:pt x="43724" y="253283"/>
                    </a:lnTo>
                    <a:lnTo>
                      <a:pt x="51860" y="267248"/>
                    </a:lnTo>
                    <a:lnTo>
                      <a:pt x="53143" y="267248"/>
                    </a:lnTo>
                    <a:lnTo>
                      <a:pt x="53142" y="237116"/>
                    </a:lnTo>
                    <a:close/>
                  </a:path>
                  <a:path w="87629" h="290829">
                    <a:moveTo>
                      <a:pt x="53141" y="0"/>
                    </a:moveTo>
                    <a:lnTo>
                      <a:pt x="34303" y="0"/>
                    </a:lnTo>
                    <a:lnTo>
                      <a:pt x="34305" y="237117"/>
                    </a:lnTo>
                    <a:lnTo>
                      <a:pt x="43724" y="253283"/>
                    </a:lnTo>
                    <a:lnTo>
                      <a:pt x="53142" y="237117"/>
                    </a:lnTo>
                    <a:lnTo>
                      <a:pt x="53141" y="0"/>
                    </a:lnTo>
                    <a:close/>
                  </a:path>
                </a:pathLst>
              </a:custGeom>
              <a:solidFill>
                <a:srgbClr val="5D5555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51" name="object 51"/>
              <p:cNvSpPr/>
              <p:nvPr/>
            </p:nvSpPr>
            <p:spPr>
              <a:xfrm>
                <a:off x="4909602" y="5124710"/>
                <a:ext cx="92075" cy="643255"/>
              </a:xfrm>
              <a:custGeom>
                <a:avLst/>
                <a:gdLst/>
                <a:ahLst/>
                <a:cxnLst/>
                <a:rect l="l" t="t" r="r" b="b"/>
                <a:pathLst>
                  <a:path w="92075" h="643254">
                    <a:moveTo>
                      <a:pt x="30613" y="551286"/>
                    </a:moveTo>
                    <a:lnTo>
                      <a:pt x="0" y="551286"/>
                    </a:lnTo>
                    <a:lnTo>
                      <a:pt x="45919" y="643238"/>
                    </a:lnTo>
                    <a:lnTo>
                      <a:pt x="84184" y="566611"/>
                    </a:lnTo>
                    <a:lnTo>
                      <a:pt x="30613" y="566611"/>
                    </a:lnTo>
                    <a:lnTo>
                      <a:pt x="30613" y="551286"/>
                    </a:lnTo>
                    <a:close/>
                  </a:path>
                  <a:path w="92075" h="643254">
                    <a:moveTo>
                      <a:pt x="61224" y="0"/>
                    </a:moveTo>
                    <a:lnTo>
                      <a:pt x="30612" y="0"/>
                    </a:lnTo>
                    <a:lnTo>
                      <a:pt x="30613" y="566611"/>
                    </a:lnTo>
                    <a:lnTo>
                      <a:pt x="61225" y="566611"/>
                    </a:lnTo>
                    <a:lnTo>
                      <a:pt x="61224" y="0"/>
                    </a:lnTo>
                    <a:close/>
                  </a:path>
                  <a:path w="92075" h="643254">
                    <a:moveTo>
                      <a:pt x="91837" y="551286"/>
                    </a:moveTo>
                    <a:lnTo>
                      <a:pt x="61225" y="551286"/>
                    </a:lnTo>
                    <a:lnTo>
                      <a:pt x="61225" y="566611"/>
                    </a:lnTo>
                    <a:lnTo>
                      <a:pt x="84184" y="566611"/>
                    </a:lnTo>
                    <a:lnTo>
                      <a:pt x="91837" y="551286"/>
                    </a:lnTo>
                    <a:close/>
                  </a:path>
                </a:pathLst>
              </a:custGeom>
              <a:solidFill>
                <a:srgbClr val="B0007E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</p:grpSp>
        <p:sp>
          <p:nvSpPr>
            <p:cNvPr id="52" name="object 52"/>
            <p:cNvSpPr txBox="1"/>
            <p:nvPr/>
          </p:nvSpPr>
          <p:spPr>
            <a:xfrm>
              <a:off x="3657685" y="5089366"/>
              <a:ext cx="1688166" cy="372507"/>
            </a:xfrm>
            <a:prstGeom prst="rect">
              <a:avLst/>
            </a:prstGeom>
            <a:solidFill>
              <a:srgbClr val="B0007E"/>
            </a:solidFill>
            <a:ln w="18860">
              <a:solidFill>
                <a:srgbClr val="80005B"/>
              </a:solidFill>
            </a:ln>
          </p:spPr>
          <p:txBody>
            <a:bodyPr vert="horz" wrap="square" lIns="0" tIns="41462" rIns="0" bIns="0" rtlCol="0">
              <a:spAutoFit/>
            </a:bodyPr>
            <a:lstStyle/>
            <a:p>
              <a:pPr marL="258870" marR="144003" indent="-107022">
                <a:lnSpc>
                  <a:spcPts val="1500"/>
                </a:lnSpc>
                <a:spcBef>
                  <a:spcPts val="326"/>
                </a:spcBef>
              </a:pPr>
              <a:r>
                <a:rPr sz="1400" spc="-9" dirty="0">
                  <a:solidFill>
                    <a:srgbClr val="FFFFFF"/>
                  </a:solidFill>
                  <a:latin typeface="Calibri"/>
                  <a:cs typeface="Calibri"/>
                </a:rPr>
                <a:t>Build</a:t>
              </a:r>
              <a:r>
                <a:rPr sz="1400" spc="-40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400" spc="-9" dirty="0">
                  <a:solidFill>
                    <a:srgbClr val="FFFFFF"/>
                  </a:solidFill>
                  <a:latin typeface="Calibri"/>
                  <a:cs typeface="Calibri"/>
                </a:rPr>
                <a:t>another</a:t>
              </a:r>
              <a:r>
                <a:rPr sz="1400" spc="-35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400" spc="-9" dirty="0">
                  <a:solidFill>
                    <a:srgbClr val="FFFFFF"/>
                  </a:solidFill>
                  <a:latin typeface="Calibri"/>
                  <a:cs typeface="Calibri"/>
                </a:rPr>
                <a:t>stump </a:t>
              </a:r>
              <a:r>
                <a:rPr sz="1400" spc="-28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400" spc="-4" dirty="0">
                  <a:solidFill>
                    <a:srgbClr val="FFFFFF"/>
                  </a:solidFill>
                  <a:latin typeface="Calibri"/>
                  <a:cs typeface="Calibri"/>
                </a:rPr>
                <a:t>these</a:t>
              </a:r>
              <a:r>
                <a:rPr sz="1400" spc="-2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400" spc="-13" dirty="0">
                  <a:solidFill>
                    <a:srgbClr val="FFFFFF"/>
                  </a:solidFill>
                  <a:latin typeface="Calibri"/>
                  <a:cs typeface="Calibri"/>
                </a:rPr>
                <a:t>data</a:t>
              </a:r>
              <a:r>
                <a:rPr sz="1400" spc="-2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400" spc="-13" dirty="0">
                  <a:solidFill>
                    <a:srgbClr val="FFFFFF"/>
                  </a:solidFill>
                  <a:latin typeface="Calibri"/>
                  <a:cs typeface="Calibri"/>
                </a:rPr>
                <a:t>points</a:t>
              </a:r>
              <a:endParaRPr sz="1400" dirty="0">
                <a:latin typeface="Calibri"/>
                <a:cs typeface="Calibri"/>
              </a:endParaRPr>
            </a:p>
          </p:txBody>
        </p:sp>
        <p:grpSp>
          <p:nvGrpSpPr>
            <p:cNvPr id="53" name="object 53"/>
            <p:cNvGrpSpPr/>
            <p:nvPr/>
          </p:nvGrpSpPr>
          <p:grpSpPr>
            <a:xfrm>
              <a:off x="4115835" y="4144517"/>
              <a:ext cx="782730" cy="386043"/>
              <a:chOff x="4512213" y="4697119"/>
              <a:chExt cx="887094" cy="437515"/>
            </a:xfrm>
          </p:grpSpPr>
          <p:sp>
            <p:nvSpPr>
              <p:cNvPr id="54" name="object 54"/>
              <p:cNvSpPr/>
              <p:nvPr/>
            </p:nvSpPr>
            <p:spPr>
              <a:xfrm>
                <a:off x="4521738" y="4706644"/>
                <a:ext cx="868044" cy="418465"/>
              </a:xfrm>
              <a:custGeom>
                <a:avLst/>
                <a:gdLst/>
                <a:ahLst/>
                <a:cxnLst/>
                <a:rect l="l" t="t" r="r" b="b"/>
                <a:pathLst>
                  <a:path w="868045" h="418464">
                    <a:moveTo>
                      <a:pt x="867564" y="0"/>
                    </a:moveTo>
                    <a:lnTo>
                      <a:pt x="0" y="0"/>
                    </a:lnTo>
                    <a:lnTo>
                      <a:pt x="0" y="418066"/>
                    </a:lnTo>
                    <a:lnTo>
                      <a:pt x="867564" y="418066"/>
                    </a:lnTo>
                    <a:lnTo>
                      <a:pt x="867564" y="0"/>
                    </a:lnTo>
                    <a:close/>
                  </a:path>
                </a:pathLst>
              </a:custGeom>
              <a:solidFill>
                <a:srgbClr val="C8EBFA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4521738" y="4706644"/>
                <a:ext cx="868044" cy="418465"/>
              </a:xfrm>
              <a:custGeom>
                <a:avLst/>
                <a:gdLst/>
                <a:ahLst/>
                <a:cxnLst/>
                <a:rect l="l" t="t" r="r" b="b"/>
                <a:pathLst>
                  <a:path w="868045" h="418464">
                    <a:moveTo>
                      <a:pt x="0" y="0"/>
                    </a:moveTo>
                    <a:lnTo>
                      <a:pt x="867565" y="0"/>
                    </a:lnTo>
                    <a:lnTo>
                      <a:pt x="867565" y="418066"/>
                    </a:lnTo>
                    <a:lnTo>
                      <a:pt x="0" y="418066"/>
                    </a:lnTo>
                    <a:lnTo>
                      <a:pt x="0" y="0"/>
                    </a:lnTo>
                    <a:close/>
                  </a:path>
                </a:pathLst>
              </a:custGeom>
              <a:ln w="18857">
                <a:solidFill>
                  <a:srgbClr val="0D6993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</p:grpSp>
        <p:sp>
          <p:nvSpPr>
            <p:cNvPr id="56" name="object 56"/>
            <p:cNvSpPr txBox="1"/>
            <p:nvPr/>
          </p:nvSpPr>
          <p:spPr>
            <a:xfrm>
              <a:off x="4334237" y="4166165"/>
              <a:ext cx="344021" cy="327960"/>
            </a:xfrm>
            <a:prstGeom prst="rect">
              <a:avLst/>
            </a:prstGeom>
          </p:spPr>
          <p:txBody>
            <a:bodyPr vert="horz" wrap="square" lIns="0" tIns="8404" rIns="0" bIns="0" rtlCol="0">
              <a:spAutoFit/>
            </a:bodyPr>
            <a:lstStyle/>
            <a:p>
              <a:pPr marL="11206" marR="4483" indent="29697">
                <a:lnSpc>
                  <a:spcPct val="101499"/>
                </a:lnSpc>
                <a:spcBef>
                  <a:spcPts val="66"/>
                </a:spcBef>
                <a:tabLst>
                  <a:tab pos="258309" algn="l"/>
                </a:tabLst>
              </a:pPr>
              <a:r>
                <a:rPr sz="1200" spc="9" dirty="0">
                  <a:solidFill>
                    <a:srgbClr val="2B2728"/>
                  </a:solidFill>
                  <a:latin typeface="Calibri"/>
                  <a:cs typeface="Calibri"/>
                </a:rPr>
                <a:t>high </a:t>
              </a:r>
              <a:r>
                <a:rPr sz="1200" spc="-247" dirty="0">
                  <a:solidFill>
                    <a:srgbClr val="2B2728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648E04"/>
                  </a:solidFill>
                  <a:latin typeface="Calibri"/>
                  <a:cs typeface="Calibri"/>
                </a:rPr>
                <a:t>4	</a:t>
              </a:r>
              <a:r>
                <a:rPr sz="1200" dirty="0">
                  <a:solidFill>
                    <a:srgbClr val="FC5507"/>
                  </a:solidFill>
                  <a:latin typeface="Calibri"/>
                  <a:cs typeface="Calibri"/>
                </a:rPr>
                <a:t>5</a:t>
              </a:r>
              <a:endParaRPr sz="1200">
                <a:latin typeface="Calibri"/>
                <a:cs typeface="Calibri"/>
              </a:endParaRPr>
            </a:p>
          </p:txBody>
        </p:sp>
        <p:grpSp>
          <p:nvGrpSpPr>
            <p:cNvPr id="57" name="object 57"/>
            <p:cNvGrpSpPr/>
            <p:nvPr/>
          </p:nvGrpSpPr>
          <p:grpSpPr>
            <a:xfrm>
              <a:off x="5003710" y="4144517"/>
              <a:ext cx="838759" cy="385482"/>
              <a:chOff x="5518471" y="4697119"/>
              <a:chExt cx="950594" cy="436880"/>
            </a:xfrm>
          </p:grpSpPr>
          <p:sp>
            <p:nvSpPr>
              <p:cNvPr id="58" name="object 58"/>
              <p:cNvSpPr/>
              <p:nvPr/>
            </p:nvSpPr>
            <p:spPr>
              <a:xfrm>
                <a:off x="5527996" y="4706644"/>
                <a:ext cx="931544" cy="417830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417829">
                    <a:moveTo>
                      <a:pt x="931367" y="0"/>
                    </a:moveTo>
                    <a:lnTo>
                      <a:pt x="0" y="0"/>
                    </a:lnTo>
                    <a:lnTo>
                      <a:pt x="0" y="417206"/>
                    </a:lnTo>
                    <a:lnTo>
                      <a:pt x="931367" y="417206"/>
                    </a:lnTo>
                    <a:lnTo>
                      <a:pt x="931367" y="0"/>
                    </a:lnTo>
                    <a:close/>
                  </a:path>
                </a:pathLst>
              </a:custGeom>
              <a:solidFill>
                <a:srgbClr val="C8EBFA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59" name="object 59"/>
              <p:cNvSpPr/>
              <p:nvPr/>
            </p:nvSpPr>
            <p:spPr>
              <a:xfrm>
                <a:off x="5527996" y="4706644"/>
                <a:ext cx="931544" cy="417830"/>
              </a:xfrm>
              <a:custGeom>
                <a:avLst/>
                <a:gdLst/>
                <a:ahLst/>
                <a:cxnLst/>
                <a:rect l="l" t="t" r="r" b="b"/>
                <a:pathLst>
                  <a:path w="931545" h="417829">
                    <a:moveTo>
                      <a:pt x="0" y="0"/>
                    </a:moveTo>
                    <a:lnTo>
                      <a:pt x="931366" y="0"/>
                    </a:lnTo>
                    <a:lnTo>
                      <a:pt x="931366" y="417205"/>
                    </a:lnTo>
                    <a:lnTo>
                      <a:pt x="0" y="417205"/>
                    </a:lnTo>
                    <a:lnTo>
                      <a:pt x="0" y="0"/>
                    </a:lnTo>
                    <a:close/>
                  </a:path>
                </a:pathLst>
              </a:custGeom>
              <a:ln w="18857">
                <a:solidFill>
                  <a:srgbClr val="0D6993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</p:grpSp>
        <p:sp>
          <p:nvSpPr>
            <p:cNvPr id="60" name="object 60"/>
            <p:cNvSpPr txBox="1"/>
            <p:nvPr/>
          </p:nvSpPr>
          <p:spPr>
            <a:xfrm>
              <a:off x="5250260" y="4166165"/>
              <a:ext cx="344021" cy="327960"/>
            </a:xfrm>
            <a:prstGeom prst="rect">
              <a:avLst/>
            </a:prstGeom>
          </p:spPr>
          <p:txBody>
            <a:bodyPr vert="horz" wrap="square" lIns="0" tIns="8404" rIns="0" bIns="0" rtlCol="0">
              <a:spAutoFit/>
            </a:bodyPr>
            <a:lstStyle/>
            <a:p>
              <a:pPr marL="11206" marR="4483" indent="36981">
                <a:lnSpc>
                  <a:spcPct val="101499"/>
                </a:lnSpc>
                <a:spcBef>
                  <a:spcPts val="66"/>
                </a:spcBef>
                <a:tabLst>
                  <a:tab pos="258309" algn="l"/>
                </a:tabLst>
              </a:pPr>
              <a:r>
                <a:rPr sz="1200" spc="4" dirty="0">
                  <a:solidFill>
                    <a:srgbClr val="2B2728"/>
                  </a:solidFill>
                  <a:latin typeface="Calibri"/>
                  <a:cs typeface="Calibri"/>
                </a:rPr>
                <a:t>Low </a:t>
              </a:r>
              <a:r>
                <a:rPr sz="1200" spc="-247" dirty="0">
                  <a:solidFill>
                    <a:srgbClr val="2B2728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648E04"/>
                  </a:solidFill>
                  <a:latin typeface="Calibri"/>
                  <a:cs typeface="Calibri"/>
                </a:rPr>
                <a:t>0	</a:t>
              </a:r>
              <a:r>
                <a:rPr sz="1200" dirty="0">
                  <a:solidFill>
                    <a:srgbClr val="FC5507"/>
                  </a:solidFill>
                  <a:latin typeface="Calibri"/>
                  <a:cs typeface="Calibri"/>
                </a:rPr>
                <a:t>9</a:t>
              </a:r>
              <a:endParaRPr sz="1200">
                <a:latin typeface="Calibri"/>
                <a:cs typeface="Calibri"/>
              </a:endParaRPr>
            </a:p>
          </p:txBody>
        </p:sp>
        <p:grpSp>
          <p:nvGrpSpPr>
            <p:cNvPr id="61" name="object 61"/>
            <p:cNvGrpSpPr/>
            <p:nvPr/>
          </p:nvGrpSpPr>
          <p:grpSpPr>
            <a:xfrm>
              <a:off x="4108384" y="3657765"/>
              <a:ext cx="1644463" cy="289672"/>
              <a:chOff x="4503768" y="4145466"/>
              <a:chExt cx="1863725" cy="328295"/>
            </a:xfrm>
          </p:grpSpPr>
          <p:sp>
            <p:nvSpPr>
              <p:cNvPr id="62" name="object 62"/>
              <p:cNvSpPr/>
              <p:nvPr/>
            </p:nvSpPr>
            <p:spPr>
              <a:xfrm>
                <a:off x="4513293" y="4154991"/>
                <a:ext cx="1844675" cy="309245"/>
              </a:xfrm>
              <a:custGeom>
                <a:avLst/>
                <a:gdLst/>
                <a:ahLst/>
                <a:cxnLst/>
                <a:rect l="l" t="t" r="r" b="b"/>
                <a:pathLst>
                  <a:path w="1844675" h="309245">
                    <a:moveTo>
                      <a:pt x="922031" y="0"/>
                    </a:moveTo>
                    <a:lnTo>
                      <a:pt x="0" y="154555"/>
                    </a:lnTo>
                    <a:lnTo>
                      <a:pt x="922031" y="309111"/>
                    </a:lnTo>
                    <a:lnTo>
                      <a:pt x="1844061" y="154555"/>
                    </a:lnTo>
                    <a:lnTo>
                      <a:pt x="922031" y="0"/>
                    </a:lnTo>
                    <a:close/>
                  </a:path>
                </a:pathLst>
              </a:custGeom>
              <a:solidFill>
                <a:srgbClr val="FFBCEC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63" name="object 63"/>
              <p:cNvSpPr/>
              <p:nvPr/>
            </p:nvSpPr>
            <p:spPr>
              <a:xfrm>
                <a:off x="4513293" y="4154991"/>
                <a:ext cx="1844675" cy="309245"/>
              </a:xfrm>
              <a:custGeom>
                <a:avLst/>
                <a:gdLst/>
                <a:ahLst/>
                <a:cxnLst/>
                <a:rect l="l" t="t" r="r" b="b"/>
                <a:pathLst>
                  <a:path w="1844675" h="309245">
                    <a:moveTo>
                      <a:pt x="0" y="154555"/>
                    </a:moveTo>
                    <a:lnTo>
                      <a:pt x="922031" y="0"/>
                    </a:lnTo>
                    <a:lnTo>
                      <a:pt x="1844062" y="154555"/>
                    </a:lnTo>
                    <a:lnTo>
                      <a:pt x="922031" y="309111"/>
                    </a:lnTo>
                    <a:lnTo>
                      <a:pt x="0" y="154555"/>
                    </a:lnTo>
                    <a:close/>
                  </a:path>
                </a:pathLst>
              </a:custGeom>
              <a:ln w="18861">
                <a:solidFill>
                  <a:srgbClr val="58003F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</p:grpSp>
        <p:sp>
          <p:nvSpPr>
            <p:cNvPr id="64" name="object 64"/>
            <p:cNvSpPr txBox="1"/>
            <p:nvPr/>
          </p:nvSpPr>
          <p:spPr>
            <a:xfrm>
              <a:off x="4706400" y="3175117"/>
              <a:ext cx="541804" cy="713340"/>
            </a:xfrm>
            <a:prstGeom prst="rect">
              <a:avLst/>
            </a:prstGeom>
          </p:spPr>
          <p:txBody>
            <a:bodyPr vert="horz" wrap="square" lIns="0" tIns="5603" rIns="0" bIns="0" rtlCol="0">
              <a:spAutoFit/>
            </a:bodyPr>
            <a:lstStyle/>
            <a:p>
              <a:pPr marL="75083" marR="60515" indent="54912">
                <a:lnSpc>
                  <a:spcPct val="103099"/>
                </a:lnSpc>
                <a:spcBef>
                  <a:spcPts val="44"/>
                </a:spcBef>
                <a:tabLst>
                  <a:tab pos="322186" algn="l"/>
                </a:tabLst>
              </a:pPr>
              <a:r>
                <a:rPr sz="1200" spc="9" dirty="0">
                  <a:solidFill>
                    <a:srgbClr val="2B2728"/>
                  </a:solidFill>
                  <a:latin typeface="Calibri"/>
                  <a:cs typeface="Calibri"/>
                </a:rPr>
                <a:t>poor </a:t>
              </a:r>
              <a:r>
                <a:rPr sz="1200" spc="13" dirty="0">
                  <a:solidFill>
                    <a:srgbClr val="2B2728"/>
                  </a:solidFill>
                  <a:latin typeface="Calibri"/>
                  <a:cs typeface="Calibri"/>
                </a:rPr>
                <a:t> </a:t>
              </a:r>
              <a:r>
                <a:rPr sz="1200" dirty="0">
                  <a:solidFill>
                    <a:srgbClr val="648E04"/>
                  </a:solidFill>
                  <a:latin typeface="Calibri"/>
                  <a:cs typeface="Calibri"/>
                </a:rPr>
                <a:t>4	</a:t>
              </a:r>
              <a:r>
                <a:rPr sz="1200" spc="13" dirty="0">
                  <a:solidFill>
                    <a:srgbClr val="FC5507"/>
                  </a:solidFill>
                  <a:latin typeface="Calibri"/>
                  <a:cs typeface="Calibri"/>
                </a:rPr>
                <a:t>14</a:t>
              </a:r>
              <a:endParaRPr sz="1200" dirty="0">
                <a:latin typeface="Calibri"/>
                <a:cs typeface="Calibri"/>
              </a:endParaRPr>
            </a:p>
            <a:p>
              <a:pPr>
                <a:spcBef>
                  <a:spcPts val="9"/>
                </a:spcBef>
              </a:pPr>
              <a:endParaRPr sz="1600" dirty="0">
                <a:latin typeface="Calibri"/>
                <a:cs typeface="Calibri"/>
              </a:endParaRPr>
            </a:p>
            <a:p>
              <a:pPr marL="11206"/>
              <a:r>
                <a:rPr sz="1200" spc="4" dirty="0">
                  <a:solidFill>
                    <a:srgbClr val="2B2728"/>
                  </a:solidFill>
                  <a:latin typeface="Calibri"/>
                  <a:cs typeface="Calibri"/>
                </a:rPr>
                <a:t>I</a:t>
              </a:r>
              <a:r>
                <a:rPr sz="1200" spc="18" dirty="0">
                  <a:solidFill>
                    <a:srgbClr val="2B2728"/>
                  </a:solidFill>
                  <a:latin typeface="Calibri"/>
                  <a:cs typeface="Calibri"/>
                </a:rPr>
                <a:t>n</a:t>
              </a:r>
              <a:r>
                <a:rPr sz="1200" spc="4" dirty="0">
                  <a:solidFill>
                    <a:srgbClr val="2B2728"/>
                  </a:solidFill>
                  <a:latin typeface="Calibri"/>
                  <a:cs typeface="Calibri"/>
                </a:rPr>
                <a:t>c</a:t>
              </a:r>
              <a:r>
                <a:rPr sz="1200" spc="13" dirty="0">
                  <a:solidFill>
                    <a:srgbClr val="2B2728"/>
                  </a:solidFill>
                  <a:latin typeface="Calibri"/>
                  <a:cs typeface="Calibri"/>
                </a:rPr>
                <a:t>o</a:t>
              </a:r>
              <a:r>
                <a:rPr sz="1200" spc="22" dirty="0">
                  <a:solidFill>
                    <a:srgbClr val="2B2728"/>
                  </a:solidFill>
                  <a:latin typeface="Calibri"/>
                  <a:cs typeface="Calibri"/>
                </a:rPr>
                <a:t>m</a:t>
              </a:r>
              <a:r>
                <a:rPr sz="1200" spc="18" dirty="0">
                  <a:solidFill>
                    <a:srgbClr val="2B2728"/>
                  </a:solidFill>
                  <a:latin typeface="Calibri"/>
                  <a:cs typeface="Calibri"/>
                </a:rPr>
                <a:t>e</a:t>
              </a:r>
              <a:r>
                <a:rPr sz="1200" dirty="0">
                  <a:solidFill>
                    <a:srgbClr val="2B2728"/>
                  </a:solidFill>
                  <a:latin typeface="Calibri"/>
                  <a:cs typeface="Calibri"/>
                </a:rPr>
                <a:t>?</a:t>
              </a:r>
              <a:endParaRPr sz="1200" dirty="0">
                <a:latin typeface="Calibri"/>
                <a:cs typeface="Calibri"/>
              </a:endParaRPr>
            </a:p>
          </p:txBody>
        </p:sp>
        <p:grpSp>
          <p:nvGrpSpPr>
            <p:cNvPr id="65" name="object 65"/>
            <p:cNvGrpSpPr/>
            <p:nvPr/>
          </p:nvGrpSpPr>
          <p:grpSpPr>
            <a:xfrm>
              <a:off x="4498671" y="3472774"/>
              <a:ext cx="1303804" cy="1579468"/>
              <a:chOff x="4946093" y="3935810"/>
              <a:chExt cx="1477645" cy="1790064"/>
            </a:xfrm>
          </p:grpSpPr>
          <p:sp>
            <p:nvSpPr>
              <p:cNvPr id="66" name="object 66"/>
              <p:cNvSpPr/>
              <p:nvPr/>
            </p:nvSpPr>
            <p:spPr>
              <a:xfrm>
                <a:off x="4955521" y="4464719"/>
                <a:ext cx="459105" cy="241935"/>
              </a:xfrm>
              <a:custGeom>
                <a:avLst/>
                <a:gdLst/>
                <a:ahLst/>
                <a:cxnLst/>
                <a:rect l="l" t="t" r="r" b="b"/>
                <a:pathLst>
                  <a:path w="459104" h="241935">
                    <a:moveTo>
                      <a:pt x="458507" y="0"/>
                    </a:moveTo>
                    <a:lnTo>
                      <a:pt x="0" y="241924"/>
                    </a:lnTo>
                  </a:path>
                </a:pathLst>
              </a:custGeom>
              <a:ln w="18856">
                <a:solidFill>
                  <a:srgbClr val="5D5555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67" name="object 67"/>
              <p:cNvSpPr/>
              <p:nvPr/>
            </p:nvSpPr>
            <p:spPr>
              <a:xfrm>
                <a:off x="5435324" y="4464103"/>
                <a:ext cx="558800" cy="242570"/>
              </a:xfrm>
              <a:custGeom>
                <a:avLst/>
                <a:gdLst/>
                <a:ahLst/>
                <a:cxnLst/>
                <a:rect l="l" t="t" r="r" b="b"/>
                <a:pathLst>
                  <a:path w="558800" h="242570">
                    <a:moveTo>
                      <a:pt x="0" y="0"/>
                    </a:moveTo>
                    <a:lnTo>
                      <a:pt x="558356" y="242541"/>
                    </a:lnTo>
                  </a:path>
                </a:pathLst>
              </a:custGeom>
              <a:ln w="18858">
                <a:solidFill>
                  <a:srgbClr val="5D5555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pic>
            <p:nvPicPr>
              <p:cNvPr id="68" name="object 68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394786" y="3935810"/>
                <a:ext cx="87448" cy="213113"/>
              </a:xfrm>
              <a:prstGeom prst="rect">
                <a:avLst/>
              </a:prstGeom>
            </p:spPr>
          </p:pic>
          <p:sp>
            <p:nvSpPr>
              <p:cNvPr id="69" name="object 69"/>
              <p:cNvSpPr/>
              <p:nvPr/>
            </p:nvSpPr>
            <p:spPr>
              <a:xfrm>
                <a:off x="5984841" y="5124711"/>
                <a:ext cx="8763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87629" h="289560">
                    <a:moveTo>
                      <a:pt x="10504" y="203412"/>
                    </a:moveTo>
                    <a:lnTo>
                      <a:pt x="1517" y="208661"/>
                    </a:lnTo>
                    <a:lnTo>
                      <a:pt x="0" y="214435"/>
                    </a:lnTo>
                    <a:lnTo>
                      <a:pt x="43723" y="289485"/>
                    </a:lnTo>
                    <a:lnTo>
                      <a:pt x="54628" y="270767"/>
                    </a:lnTo>
                    <a:lnTo>
                      <a:pt x="34305" y="270767"/>
                    </a:lnTo>
                    <a:lnTo>
                      <a:pt x="34305" y="235884"/>
                    </a:lnTo>
                    <a:lnTo>
                      <a:pt x="16272" y="204932"/>
                    </a:lnTo>
                    <a:lnTo>
                      <a:pt x="10504" y="203412"/>
                    </a:lnTo>
                    <a:close/>
                  </a:path>
                  <a:path w="87629" h="289560">
                    <a:moveTo>
                      <a:pt x="34305" y="235884"/>
                    </a:moveTo>
                    <a:lnTo>
                      <a:pt x="34305" y="270767"/>
                    </a:lnTo>
                    <a:lnTo>
                      <a:pt x="53143" y="270767"/>
                    </a:lnTo>
                    <a:lnTo>
                      <a:pt x="53143" y="266016"/>
                    </a:lnTo>
                    <a:lnTo>
                      <a:pt x="35587" y="266016"/>
                    </a:lnTo>
                    <a:lnTo>
                      <a:pt x="43724" y="252051"/>
                    </a:lnTo>
                    <a:lnTo>
                      <a:pt x="34305" y="235884"/>
                    </a:lnTo>
                    <a:close/>
                  </a:path>
                  <a:path w="87629" h="289560">
                    <a:moveTo>
                      <a:pt x="76944" y="203412"/>
                    </a:moveTo>
                    <a:lnTo>
                      <a:pt x="71175" y="204932"/>
                    </a:lnTo>
                    <a:lnTo>
                      <a:pt x="53143" y="235884"/>
                    </a:lnTo>
                    <a:lnTo>
                      <a:pt x="53143" y="270767"/>
                    </a:lnTo>
                    <a:lnTo>
                      <a:pt x="54628" y="270767"/>
                    </a:lnTo>
                    <a:lnTo>
                      <a:pt x="87448" y="214435"/>
                    </a:lnTo>
                    <a:lnTo>
                      <a:pt x="85930" y="208661"/>
                    </a:lnTo>
                    <a:lnTo>
                      <a:pt x="76944" y="203412"/>
                    </a:lnTo>
                    <a:close/>
                  </a:path>
                  <a:path w="87629" h="289560">
                    <a:moveTo>
                      <a:pt x="43724" y="252051"/>
                    </a:moveTo>
                    <a:lnTo>
                      <a:pt x="35587" y="266016"/>
                    </a:lnTo>
                    <a:lnTo>
                      <a:pt x="51860" y="266016"/>
                    </a:lnTo>
                    <a:lnTo>
                      <a:pt x="43724" y="252051"/>
                    </a:lnTo>
                    <a:close/>
                  </a:path>
                  <a:path w="87629" h="289560">
                    <a:moveTo>
                      <a:pt x="53143" y="235884"/>
                    </a:moveTo>
                    <a:lnTo>
                      <a:pt x="43724" y="252051"/>
                    </a:lnTo>
                    <a:lnTo>
                      <a:pt x="51860" y="266016"/>
                    </a:lnTo>
                    <a:lnTo>
                      <a:pt x="53143" y="266016"/>
                    </a:lnTo>
                    <a:lnTo>
                      <a:pt x="53143" y="235884"/>
                    </a:lnTo>
                    <a:close/>
                  </a:path>
                  <a:path w="87629" h="289560">
                    <a:moveTo>
                      <a:pt x="53144" y="0"/>
                    </a:moveTo>
                    <a:lnTo>
                      <a:pt x="34305" y="0"/>
                    </a:lnTo>
                    <a:lnTo>
                      <a:pt x="34305" y="235884"/>
                    </a:lnTo>
                    <a:lnTo>
                      <a:pt x="43724" y="252051"/>
                    </a:lnTo>
                    <a:lnTo>
                      <a:pt x="53143" y="235884"/>
                    </a:lnTo>
                    <a:lnTo>
                      <a:pt x="53144" y="0"/>
                    </a:lnTo>
                    <a:close/>
                  </a:path>
                </a:pathLst>
              </a:custGeom>
              <a:solidFill>
                <a:srgbClr val="5D5555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70" name="object 70"/>
              <p:cNvSpPr/>
              <p:nvPr/>
            </p:nvSpPr>
            <p:spPr>
              <a:xfrm>
                <a:off x="5643143" y="5414153"/>
                <a:ext cx="770890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770889" h="302260">
                    <a:moveTo>
                      <a:pt x="620153" y="0"/>
                    </a:moveTo>
                    <a:lnTo>
                      <a:pt x="150691" y="0"/>
                    </a:lnTo>
                    <a:lnTo>
                      <a:pt x="103061" y="7691"/>
                    </a:lnTo>
                    <a:lnTo>
                      <a:pt x="61694" y="29111"/>
                    </a:lnTo>
                    <a:lnTo>
                      <a:pt x="29074" y="61772"/>
                    </a:lnTo>
                    <a:lnTo>
                      <a:pt x="7682" y="103190"/>
                    </a:lnTo>
                    <a:lnTo>
                      <a:pt x="0" y="150879"/>
                    </a:lnTo>
                    <a:lnTo>
                      <a:pt x="7682" y="198569"/>
                    </a:lnTo>
                    <a:lnTo>
                      <a:pt x="29074" y="239987"/>
                    </a:lnTo>
                    <a:lnTo>
                      <a:pt x="61694" y="272648"/>
                    </a:lnTo>
                    <a:lnTo>
                      <a:pt x="103061" y="294067"/>
                    </a:lnTo>
                    <a:lnTo>
                      <a:pt x="150691" y="301759"/>
                    </a:lnTo>
                    <a:lnTo>
                      <a:pt x="620153" y="301759"/>
                    </a:lnTo>
                    <a:lnTo>
                      <a:pt x="667783" y="294067"/>
                    </a:lnTo>
                    <a:lnTo>
                      <a:pt x="709150" y="272648"/>
                    </a:lnTo>
                    <a:lnTo>
                      <a:pt x="741770" y="239987"/>
                    </a:lnTo>
                    <a:lnTo>
                      <a:pt x="763163" y="198569"/>
                    </a:lnTo>
                    <a:lnTo>
                      <a:pt x="770845" y="150879"/>
                    </a:lnTo>
                    <a:lnTo>
                      <a:pt x="763163" y="103190"/>
                    </a:lnTo>
                    <a:lnTo>
                      <a:pt x="741770" y="61772"/>
                    </a:lnTo>
                    <a:lnTo>
                      <a:pt x="709150" y="29111"/>
                    </a:lnTo>
                    <a:lnTo>
                      <a:pt x="667783" y="7691"/>
                    </a:lnTo>
                    <a:lnTo>
                      <a:pt x="620153" y="0"/>
                    </a:lnTo>
                    <a:close/>
                  </a:path>
                </a:pathLst>
              </a:custGeom>
              <a:solidFill>
                <a:srgbClr val="FC5507"/>
              </a:solidFill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  <p:sp>
            <p:nvSpPr>
              <p:cNvPr id="71" name="object 71"/>
              <p:cNvSpPr/>
              <p:nvPr/>
            </p:nvSpPr>
            <p:spPr>
              <a:xfrm>
                <a:off x="5643143" y="5414153"/>
                <a:ext cx="770890" cy="302260"/>
              </a:xfrm>
              <a:custGeom>
                <a:avLst/>
                <a:gdLst/>
                <a:ahLst/>
                <a:cxnLst/>
                <a:rect l="l" t="t" r="r" b="b"/>
                <a:pathLst>
                  <a:path w="770889" h="302260">
                    <a:moveTo>
                      <a:pt x="0" y="150879"/>
                    </a:moveTo>
                    <a:lnTo>
                      <a:pt x="7682" y="103190"/>
                    </a:lnTo>
                    <a:lnTo>
                      <a:pt x="29074" y="61772"/>
                    </a:lnTo>
                    <a:lnTo>
                      <a:pt x="61695" y="29111"/>
                    </a:lnTo>
                    <a:lnTo>
                      <a:pt x="103061" y="7691"/>
                    </a:lnTo>
                    <a:lnTo>
                      <a:pt x="150691" y="0"/>
                    </a:lnTo>
                    <a:lnTo>
                      <a:pt x="620154" y="0"/>
                    </a:lnTo>
                    <a:lnTo>
                      <a:pt x="667784" y="7691"/>
                    </a:lnTo>
                    <a:lnTo>
                      <a:pt x="709150" y="29111"/>
                    </a:lnTo>
                    <a:lnTo>
                      <a:pt x="741771" y="61772"/>
                    </a:lnTo>
                    <a:lnTo>
                      <a:pt x="763163" y="103190"/>
                    </a:lnTo>
                    <a:lnTo>
                      <a:pt x="770846" y="150879"/>
                    </a:lnTo>
                    <a:lnTo>
                      <a:pt x="763163" y="198569"/>
                    </a:lnTo>
                    <a:lnTo>
                      <a:pt x="741771" y="239987"/>
                    </a:lnTo>
                    <a:lnTo>
                      <a:pt x="709150" y="272648"/>
                    </a:lnTo>
                    <a:lnTo>
                      <a:pt x="667784" y="294067"/>
                    </a:lnTo>
                    <a:lnTo>
                      <a:pt x="620154" y="301759"/>
                    </a:lnTo>
                    <a:lnTo>
                      <a:pt x="150691" y="301759"/>
                    </a:lnTo>
                    <a:lnTo>
                      <a:pt x="103061" y="294067"/>
                    </a:lnTo>
                    <a:lnTo>
                      <a:pt x="61695" y="272648"/>
                    </a:lnTo>
                    <a:lnTo>
                      <a:pt x="29074" y="239987"/>
                    </a:lnTo>
                    <a:lnTo>
                      <a:pt x="7682" y="198569"/>
                    </a:lnTo>
                    <a:lnTo>
                      <a:pt x="0" y="150879"/>
                    </a:lnTo>
                    <a:close/>
                  </a:path>
                </a:pathLst>
              </a:custGeom>
              <a:ln w="18858">
                <a:solidFill>
                  <a:srgbClr val="C03F02"/>
                </a:solidFill>
              </a:ln>
            </p:spPr>
            <p:txBody>
              <a:bodyPr wrap="square" lIns="0" tIns="0" rIns="0" bIns="0" rtlCol="0"/>
              <a:lstStyle/>
              <a:p>
                <a:endParaRPr sz="1600"/>
              </a:p>
            </p:txBody>
          </p:sp>
        </p:grpSp>
        <p:sp>
          <p:nvSpPr>
            <p:cNvPr id="72" name="object 72"/>
            <p:cNvSpPr txBox="1"/>
            <p:nvPr/>
          </p:nvSpPr>
          <p:spPr>
            <a:xfrm>
              <a:off x="5304936" y="4814776"/>
              <a:ext cx="298637" cy="15769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100" spc="-4" dirty="0">
                  <a:solidFill>
                    <a:srgbClr val="FFFFFF"/>
                  </a:solidFill>
                  <a:latin typeface="Calibri"/>
                  <a:cs typeface="Calibri"/>
                </a:rPr>
                <a:t>R</a:t>
              </a:r>
              <a:r>
                <a:rPr sz="1100" spc="-9" dirty="0">
                  <a:solidFill>
                    <a:srgbClr val="FFFFFF"/>
                  </a:solidFill>
                  <a:latin typeface="Calibri"/>
                  <a:cs typeface="Calibri"/>
                </a:rPr>
                <a:t>isk</a:t>
              </a:r>
              <a:r>
                <a:rPr sz="1100" dirty="0">
                  <a:solidFill>
                    <a:srgbClr val="FFFFFF"/>
                  </a:solidFill>
                  <a:latin typeface="Calibri"/>
                  <a:cs typeface="Calibri"/>
                </a:rPr>
                <a:t>y</a:t>
              </a:r>
              <a:endParaRPr sz="1100">
                <a:latin typeface="Calibri"/>
                <a:cs typeface="Calibri"/>
              </a:endParaRPr>
            </a:p>
          </p:txBody>
        </p:sp>
      </p:grpSp>
      <p:sp>
        <p:nvSpPr>
          <p:cNvPr id="73" name="object 73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40</a:t>
            </a:fld>
            <a:endParaRPr dirty="0"/>
          </a:p>
        </p:txBody>
      </p:sp>
      <p:sp>
        <p:nvSpPr>
          <p:cNvPr id="74" name="object 74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75" name="object 75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AD3EE766-49A3-4A05-BC57-EF3D425B8108}" type="datetime1">
              <a:rPr lang="en-US" spc="-9" smtClean="0"/>
              <a:t>3/24/2022</a:t>
            </a:fld>
            <a:endParaRPr spc="-9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140" y="1237742"/>
            <a:ext cx="5197260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3" dirty="0"/>
              <a:t>Final</a:t>
            </a:r>
            <a:r>
              <a:rPr spc="-35" dirty="0"/>
              <a:t> </a:t>
            </a:r>
            <a:r>
              <a:rPr spc="-13" dirty="0"/>
              <a:t>decision</a:t>
            </a:r>
            <a:r>
              <a:rPr spc="-49" dirty="0"/>
              <a:t> </a:t>
            </a:r>
            <a:r>
              <a:rPr spc="-22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49240" y="2133045"/>
            <a:ext cx="604557" cy="330407"/>
          </a:xfrm>
          <a:prstGeom prst="rect">
            <a:avLst/>
          </a:prstGeom>
          <a:solidFill>
            <a:srgbClr val="DFDCDC"/>
          </a:solidFill>
          <a:ln w="18854">
            <a:solidFill>
              <a:srgbClr val="464040"/>
            </a:solidFill>
          </a:ln>
        </p:spPr>
        <p:txBody>
          <a:bodyPr vert="horz" wrap="square" lIns="0" tIns="22412" rIns="0" bIns="0" rtlCol="0">
            <a:spAutoFit/>
          </a:bodyPr>
          <a:lstStyle/>
          <a:p>
            <a:pPr marL="170899">
              <a:lnSpc>
                <a:spcPts val="1249"/>
              </a:lnSpc>
              <a:spcBef>
                <a:spcPts val="176"/>
              </a:spcBef>
            </a:pPr>
            <a:r>
              <a:rPr sz="1059" b="1" spc="-13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059">
              <a:latin typeface="Calibri"/>
              <a:cs typeface="Calibri"/>
            </a:endParaRPr>
          </a:p>
          <a:p>
            <a:pPr marL="106462">
              <a:lnSpc>
                <a:spcPts val="1249"/>
              </a:lnSpc>
              <a:tabLst>
                <a:tab pos="361968" algn="l"/>
              </a:tabLst>
            </a:pPr>
            <a:r>
              <a:rPr sz="1059" spc="-4" dirty="0">
                <a:solidFill>
                  <a:srgbClr val="648E04"/>
                </a:solidFill>
                <a:latin typeface="Calibri"/>
                <a:cs typeface="Calibri"/>
              </a:rPr>
              <a:t>22	</a:t>
            </a:r>
            <a:r>
              <a:rPr sz="1059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2306" y="3052433"/>
            <a:ext cx="763120" cy="340591"/>
          </a:xfrm>
          <a:prstGeom prst="rect">
            <a:avLst/>
          </a:prstGeom>
          <a:solidFill>
            <a:srgbClr val="C8EBFA"/>
          </a:solidFill>
          <a:ln w="18857">
            <a:solidFill>
              <a:srgbClr val="0D6993"/>
            </a:solidFill>
          </a:ln>
        </p:spPr>
        <p:txBody>
          <a:bodyPr vert="horz" wrap="square" lIns="0" tIns="32497" rIns="0" bIns="0" rtlCol="0">
            <a:spAutoFit/>
          </a:bodyPr>
          <a:lstStyle/>
          <a:p>
            <a:pPr marL="238698" marR="133357" indent="-98057">
              <a:lnSpc>
                <a:spcPts val="1227"/>
              </a:lnSpc>
              <a:spcBef>
                <a:spcPts val="256"/>
              </a:spcBef>
              <a:tabLst>
                <a:tab pos="456664" algn="l"/>
              </a:tabLst>
            </a:pP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35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ll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059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686695" y="2991565"/>
          <a:ext cx="512669" cy="504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8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5D5555"/>
                      </a:solidFill>
                      <a:prstDash val="solid"/>
                    </a:lnR>
                    <a:lnB w="19050">
                      <a:solidFill>
                        <a:srgbClr val="0D69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D5555"/>
                      </a:solidFill>
                      <a:prstDash val="solid"/>
                    </a:lnL>
                    <a:lnB w="19050">
                      <a:solidFill>
                        <a:srgbClr val="0D699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638">
                <a:tc gridSpan="2">
                  <a:txBody>
                    <a:bodyPr/>
                    <a:lstStyle/>
                    <a:p>
                      <a:pPr marL="177800">
                        <a:lnSpc>
                          <a:spcPts val="1385"/>
                        </a:lnSpc>
                        <a:spcBef>
                          <a:spcPts val="195"/>
                        </a:spcBef>
                      </a:pPr>
                      <a:r>
                        <a:rPr sz="1100" spc="-15" dirty="0">
                          <a:solidFill>
                            <a:srgbClr val="2B2728"/>
                          </a:solidFill>
                          <a:latin typeface="Calibri"/>
                          <a:cs typeface="Calibri"/>
                        </a:rPr>
                        <a:t>Fair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21851" marB="0">
                    <a:lnL w="19050">
                      <a:solidFill>
                        <a:srgbClr val="0D6993"/>
                      </a:solidFill>
                      <a:prstDash val="solid"/>
                    </a:lnL>
                    <a:lnR w="19050">
                      <a:solidFill>
                        <a:srgbClr val="0D6993"/>
                      </a:solidFill>
                      <a:prstDash val="solid"/>
                    </a:lnR>
                    <a:lnT w="19050">
                      <a:solidFill>
                        <a:srgbClr val="0D6993"/>
                      </a:solidFill>
                      <a:prstDash val="solid"/>
                    </a:lnT>
                    <a:solidFill>
                      <a:srgbClr val="C8EB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376">
                <a:tc gridSpan="2">
                  <a:txBody>
                    <a:bodyPr/>
                    <a:lstStyle/>
                    <a:p>
                      <a:pPr marL="128270">
                        <a:lnSpc>
                          <a:spcPts val="1345"/>
                        </a:lnSpc>
                        <a:tabLst>
                          <a:tab pos="375285" algn="l"/>
                        </a:tabLst>
                      </a:pPr>
                      <a:r>
                        <a:rPr sz="1100" dirty="0">
                          <a:solidFill>
                            <a:srgbClr val="648E04"/>
                          </a:solidFill>
                          <a:latin typeface="Calibri"/>
                          <a:cs typeface="Calibri"/>
                        </a:rPr>
                        <a:t>9	</a:t>
                      </a:r>
                      <a:r>
                        <a:rPr sz="1100" dirty="0">
                          <a:solidFill>
                            <a:srgbClr val="FC5507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D6993"/>
                      </a:solidFill>
                      <a:prstDash val="solid"/>
                    </a:lnL>
                    <a:lnR w="19050">
                      <a:solidFill>
                        <a:srgbClr val="0D6993"/>
                      </a:solidFill>
                      <a:prstDash val="solid"/>
                    </a:lnR>
                    <a:lnB w="19050">
                      <a:solidFill>
                        <a:srgbClr val="0D6993"/>
                      </a:solidFill>
                      <a:prstDash val="solid"/>
                    </a:lnB>
                    <a:solidFill>
                      <a:srgbClr val="C8EB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4586690" y="2169828"/>
            <a:ext cx="743509" cy="340659"/>
          </a:xfrm>
          <a:custGeom>
            <a:avLst/>
            <a:gdLst/>
            <a:ahLst/>
            <a:cxnLst/>
            <a:rect l="l" t="t" r="r" b="b"/>
            <a:pathLst>
              <a:path w="842645" h="386080">
                <a:moveTo>
                  <a:pt x="842347" y="0"/>
                </a:moveTo>
                <a:lnTo>
                  <a:pt x="0" y="0"/>
                </a:lnTo>
                <a:lnTo>
                  <a:pt x="0" y="385456"/>
                </a:lnTo>
                <a:lnTo>
                  <a:pt x="842347" y="385456"/>
                </a:lnTo>
                <a:lnTo>
                  <a:pt x="842347" y="0"/>
                </a:lnTo>
                <a:close/>
              </a:path>
            </a:pathLst>
          </a:custGeom>
          <a:solidFill>
            <a:srgbClr val="C8EBF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 txBox="1"/>
          <p:nvPr/>
        </p:nvSpPr>
        <p:spPr>
          <a:xfrm>
            <a:off x="4586690" y="2169829"/>
            <a:ext cx="743509" cy="349655"/>
          </a:xfrm>
          <a:prstGeom prst="rect">
            <a:avLst/>
          </a:prstGeom>
          <a:ln w="18857">
            <a:solidFill>
              <a:srgbClr val="0D6993"/>
            </a:solidFill>
          </a:ln>
        </p:spPr>
        <p:txBody>
          <a:bodyPr vert="horz" wrap="square" lIns="0" tIns="21851" rIns="0" bIns="0" rtlCol="0">
            <a:spAutoFit/>
          </a:bodyPr>
          <a:lstStyle/>
          <a:p>
            <a:pPr marL="194992" marR="188269" indent="47628">
              <a:lnSpc>
                <a:spcPts val="1253"/>
              </a:lnSpc>
              <a:spcBef>
                <a:spcPts val="172"/>
              </a:spcBef>
              <a:tabLst>
                <a:tab pos="412959" algn="l"/>
              </a:tabLst>
            </a:pP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poor 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	</a:t>
            </a:r>
            <a:r>
              <a:rPr sz="1059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0940" y="2190750"/>
            <a:ext cx="932329" cy="45874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spc="9" dirty="0">
                <a:solidFill>
                  <a:srgbClr val="2B2728"/>
                </a:solidFill>
                <a:latin typeface="Calibri"/>
                <a:cs typeface="Calibri"/>
              </a:rPr>
              <a:t>Loan</a:t>
            </a:r>
            <a:r>
              <a:rPr sz="1412" b="1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b="1" dirty="0">
                <a:solidFill>
                  <a:srgbClr val="2B2728"/>
                </a:solidFill>
                <a:latin typeface="Calibri"/>
                <a:cs typeface="Calibri"/>
              </a:rPr>
              <a:t>status:</a:t>
            </a:r>
            <a:endParaRPr sz="1412">
              <a:latin typeface="Calibri"/>
              <a:cs typeface="Calibri"/>
            </a:endParaRPr>
          </a:p>
          <a:p>
            <a:pPr marL="11206">
              <a:spcBef>
                <a:spcPts val="84"/>
              </a:spcBef>
            </a:pPr>
            <a:r>
              <a:rPr sz="1412" spc="-4" dirty="0">
                <a:solidFill>
                  <a:srgbClr val="648E04"/>
                </a:solidFill>
                <a:latin typeface="Calibri"/>
                <a:cs typeface="Calibri"/>
              </a:rPr>
              <a:t>Safe </a:t>
            </a:r>
            <a:r>
              <a:rPr sz="1412" spc="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412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15455" y="2011636"/>
            <a:ext cx="3651437" cy="1049431"/>
            <a:chOff x="1338449" y="2279854"/>
            <a:chExt cx="4138295" cy="1189355"/>
          </a:xfrm>
        </p:grpSpPr>
        <p:sp>
          <p:nvSpPr>
            <p:cNvPr id="10" name="object 10"/>
            <p:cNvSpPr/>
            <p:nvPr/>
          </p:nvSpPr>
          <p:spPr>
            <a:xfrm>
              <a:off x="4026891" y="2289379"/>
              <a:ext cx="1440180" cy="929640"/>
            </a:xfrm>
            <a:custGeom>
              <a:avLst/>
              <a:gdLst/>
              <a:ahLst/>
              <a:cxnLst/>
              <a:rect l="l" t="t" r="r" b="b"/>
              <a:pathLst>
                <a:path w="1440179" h="929639">
                  <a:moveTo>
                    <a:pt x="0" y="929410"/>
                  </a:moveTo>
                  <a:lnTo>
                    <a:pt x="509474" y="929410"/>
                  </a:lnTo>
                  <a:lnTo>
                    <a:pt x="509474" y="0"/>
                  </a:lnTo>
                  <a:lnTo>
                    <a:pt x="1440131" y="0"/>
                  </a:lnTo>
                  <a:lnTo>
                    <a:pt x="1440131" y="169759"/>
                  </a:lnTo>
                </a:path>
              </a:pathLst>
            </a:custGeom>
            <a:ln w="18854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9017" y="2858612"/>
              <a:ext cx="87448" cy="17915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47974" y="3218789"/>
              <a:ext cx="1010919" cy="240665"/>
            </a:xfrm>
            <a:custGeom>
              <a:avLst/>
              <a:gdLst/>
              <a:ahLst/>
              <a:cxnLst/>
              <a:rect l="l" t="t" r="r" b="b"/>
              <a:pathLst>
                <a:path w="1010919" h="240664">
                  <a:moveTo>
                    <a:pt x="1010884" y="0"/>
                  </a:moveTo>
                  <a:lnTo>
                    <a:pt x="0" y="0"/>
                  </a:lnTo>
                  <a:lnTo>
                    <a:pt x="0" y="240633"/>
                  </a:lnTo>
                </a:path>
              </a:pathLst>
            </a:custGeom>
            <a:ln w="1886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2358859" y="3037720"/>
              <a:ext cx="1668145" cy="362585"/>
            </a:xfrm>
            <a:custGeom>
              <a:avLst/>
              <a:gdLst/>
              <a:ahLst/>
              <a:cxnLst/>
              <a:rect l="l" t="t" r="r" b="b"/>
              <a:pathLst>
                <a:path w="1668145" h="362585">
                  <a:moveTo>
                    <a:pt x="834015" y="0"/>
                  </a:moveTo>
                  <a:lnTo>
                    <a:pt x="0" y="181068"/>
                  </a:lnTo>
                  <a:lnTo>
                    <a:pt x="834015" y="362139"/>
                  </a:lnTo>
                  <a:lnTo>
                    <a:pt x="1668031" y="181068"/>
                  </a:lnTo>
                  <a:lnTo>
                    <a:pt x="834015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2358859" y="3037720"/>
              <a:ext cx="1668145" cy="362585"/>
            </a:xfrm>
            <a:custGeom>
              <a:avLst/>
              <a:gdLst/>
              <a:ahLst/>
              <a:cxnLst/>
              <a:rect l="l" t="t" r="r" b="b"/>
              <a:pathLst>
                <a:path w="1668145" h="362585">
                  <a:moveTo>
                    <a:pt x="0" y="181069"/>
                  </a:moveTo>
                  <a:lnTo>
                    <a:pt x="834016" y="0"/>
                  </a:lnTo>
                  <a:lnTo>
                    <a:pt x="1668032" y="181069"/>
                  </a:lnTo>
                  <a:lnTo>
                    <a:pt x="834016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46591" y="2741240"/>
            <a:ext cx="411256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di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12385" y="3432074"/>
            <a:ext cx="627529" cy="547407"/>
            <a:chOff x="994969" y="3889683"/>
            <a:chExt cx="711200" cy="620395"/>
          </a:xfrm>
        </p:grpSpPr>
        <p:sp>
          <p:nvSpPr>
            <p:cNvPr id="17" name="object 17"/>
            <p:cNvSpPr/>
            <p:nvPr/>
          </p:nvSpPr>
          <p:spPr>
            <a:xfrm>
              <a:off x="1305999" y="3889683"/>
              <a:ext cx="87630" cy="257175"/>
            </a:xfrm>
            <a:custGeom>
              <a:avLst/>
              <a:gdLst/>
              <a:ahLst/>
              <a:cxnLst/>
              <a:rect l="l" t="t" r="r" b="b"/>
              <a:pathLst>
                <a:path w="87630" h="257175">
                  <a:moveTo>
                    <a:pt x="10398" y="171203"/>
                  </a:moveTo>
                  <a:lnTo>
                    <a:pt x="1463" y="176538"/>
                  </a:lnTo>
                  <a:lnTo>
                    <a:pt x="0" y="182327"/>
                  </a:lnTo>
                  <a:lnTo>
                    <a:pt x="44443" y="256952"/>
                  </a:lnTo>
                  <a:lnTo>
                    <a:pt x="55056" y="238326"/>
                  </a:lnTo>
                  <a:lnTo>
                    <a:pt x="34844" y="238326"/>
                  </a:lnTo>
                  <a:lnTo>
                    <a:pt x="34509" y="203444"/>
                  </a:lnTo>
                  <a:lnTo>
                    <a:pt x="16179" y="172667"/>
                  </a:lnTo>
                  <a:lnTo>
                    <a:pt x="10398" y="171203"/>
                  </a:lnTo>
                  <a:close/>
                </a:path>
                <a:path w="87630" h="257175">
                  <a:moveTo>
                    <a:pt x="34509" y="203444"/>
                  </a:moveTo>
                  <a:lnTo>
                    <a:pt x="34844" y="238326"/>
                  </a:lnTo>
                  <a:lnTo>
                    <a:pt x="53682" y="238145"/>
                  </a:lnTo>
                  <a:lnTo>
                    <a:pt x="53638" y="233563"/>
                  </a:lnTo>
                  <a:lnTo>
                    <a:pt x="36081" y="233563"/>
                  </a:lnTo>
                  <a:lnTo>
                    <a:pt x="44083" y="219520"/>
                  </a:lnTo>
                  <a:lnTo>
                    <a:pt x="34509" y="203444"/>
                  </a:lnTo>
                  <a:close/>
                </a:path>
                <a:path w="87630" h="257175">
                  <a:moveTo>
                    <a:pt x="76835" y="170563"/>
                  </a:moveTo>
                  <a:lnTo>
                    <a:pt x="71081" y="172138"/>
                  </a:lnTo>
                  <a:lnTo>
                    <a:pt x="53347" y="203261"/>
                  </a:lnTo>
                  <a:lnTo>
                    <a:pt x="53682" y="238145"/>
                  </a:lnTo>
                  <a:lnTo>
                    <a:pt x="34844" y="238326"/>
                  </a:lnTo>
                  <a:lnTo>
                    <a:pt x="55056" y="238326"/>
                  </a:lnTo>
                  <a:lnTo>
                    <a:pt x="87444" y="181485"/>
                  </a:lnTo>
                  <a:lnTo>
                    <a:pt x="85871" y="175726"/>
                  </a:lnTo>
                  <a:lnTo>
                    <a:pt x="76835" y="170563"/>
                  </a:lnTo>
                  <a:close/>
                </a:path>
                <a:path w="87630" h="257175">
                  <a:moveTo>
                    <a:pt x="44083" y="219520"/>
                  </a:moveTo>
                  <a:lnTo>
                    <a:pt x="36081" y="233563"/>
                  </a:lnTo>
                  <a:lnTo>
                    <a:pt x="52354" y="233406"/>
                  </a:lnTo>
                  <a:lnTo>
                    <a:pt x="44083" y="219520"/>
                  </a:lnTo>
                  <a:close/>
                </a:path>
                <a:path w="87630" h="257175">
                  <a:moveTo>
                    <a:pt x="53347" y="203261"/>
                  </a:moveTo>
                  <a:lnTo>
                    <a:pt x="44083" y="219520"/>
                  </a:lnTo>
                  <a:lnTo>
                    <a:pt x="52354" y="233406"/>
                  </a:lnTo>
                  <a:lnTo>
                    <a:pt x="36081" y="233563"/>
                  </a:lnTo>
                  <a:lnTo>
                    <a:pt x="53638" y="233563"/>
                  </a:lnTo>
                  <a:lnTo>
                    <a:pt x="53347" y="203261"/>
                  </a:lnTo>
                  <a:close/>
                </a:path>
                <a:path w="87630" h="257175">
                  <a:moveTo>
                    <a:pt x="51394" y="0"/>
                  </a:moveTo>
                  <a:lnTo>
                    <a:pt x="32556" y="181"/>
                  </a:lnTo>
                  <a:lnTo>
                    <a:pt x="34509" y="203444"/>
                  </a:lnTo>
                  <a:lnTo>
                    <a:pt x="44083" y="219520"/>
                  </a:lnTo>
                  <a:lnTo>
                    <a:pt x="53347" y="203261"/>
                  </a:lnTo>
                  <a:lnTo>
                    <a:pt x="51394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1004397" y="4146593"/>
              <a:ext cx="692150" cy="353695"/>
            </a:xfrm>
            <a:custGeom>
              <a:avLst/>
              <a:gdLst/>
              <a:ahLst/>
              <a:cxnLst/>
              <a:rect l="l" t="t" r="r" b="b"/>
              <a:pathLst>
                <a:path w="692150" h="353695">
                  <a:moveTo>
                    <a:pt x="515547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515547" y="353526"/>
                  </a:lnTo>
                  <a:lnTo>
                    <a:pt x="562479" y="347211"/>
                  </a:lnTo>
                  <a:lnTo>
                    <a:pt x="604652" y="329392"/>
                  </a:lnTo>
                  <a:lnTo>
                    <a:pt x="640382" y="301753"/>
                  </a:lnTo>
                  <a:lnTo>
                    <a:pt x="667987" y="265979"/>
                  </a:lnTo>
                  <a:lnTo>
                    <a:pt x="685785" y="223754"/>
                  </a:lnTo>
                  <a:lnTo>
                    <a:pt x="692091" y="176763"/>
                  </a:lnTo>
                  <a:lnTo>
                    <a:pt x="685785" y="129772"/>
                  </a:lnTo>
                  <a:lnTo>
                    <a:pt x="667987" y="87547"/>
                  </a:lnTo>
                  <a:lnTo>
                    <a:pt x="640382" y="51772"/>
                  </a:lnTo>
                  <a:lnTo>
                    <a:pt x="604652" y="24133"/>
                  </a:lnTo>
                  <a:lnTo>
                    <a:pt x="562479" y="6314"/>
                  </a:lnTo>
                  <a:lnTo>
                    <a:pt x="515547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1004397" y="4146593"/>
              <a:ext cx="692150" cy="353695"/>
            </a:xfrm>
            <a:custGeom>
              <a:avLst/>
              <a:gdLst/>
              <a:ahLst/>
              <a:cxnLst/>
              <a:rect l="l" t="t" r="r" b="b"/>
              <a:pathLst>
                <a:path w="692150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515547" y="0"/>
                  </a:lnTo>
                  <a:lnTo>
                    <a:pt x="562479" y="6314"/>
                  </a:lnTo>
                  <a:lnTo>
                    <a:pt x="604652" y="24133"/>
                  </a:lnTo>
                  <a:lnTo>
                    <a:pt x="640382" y="51772"/>
                  </a:lnTo>
                  <a:lnTo>
                    <a:pt x="667987" y="87547"/>
                  </a:lnTo>
                  <a:lnTo>
                    <a:pt x="685784" y="129772"/>
                  </a:lnTo>
                  <a:lnTo>
                    <a:pt x="692090" y="176763"/>
                  </a:lnTo>
                  <a:lnTo>
                    <a:pt x="685784" y="223754"/>
                  </a:lnTo>
                  <a:lnTo>
                    <a:pt x="667987" y="265979"/>
                  </a:lnTo>
                  <a:lnTo>
                    <a:pt x="640382" y="301753"/>
                  </a:lnTo>
                  <a:lnTo>
                    <a:pt x="604652" y="329393"/>
                  </a:lnTo>
                  <a:lnTo>
                    <a:pt x="562479" y="347212"/>
                  </a:lnTo>
                  <a:lnTo>
                    <a:pt x="515547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01054" y="3717496"/>
            <a:ext cx="250451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075889" y="4127427"/>
            <a:ext cx="582706" cy="366432"/>
            <a:chOff x="3333608" y="4677750"/>
            <a:chExt cx="660400" cy="415290"/>
          </a:xfrm>
        </p:grpSpPr>
        <p:sp>
          <p:nvSpPr>
            <p:cNvPr id="22" name="object 22"/>
            <p:cNvSpPr/>
            <p:nvPr/>
          </p:nvSpPr>
          <p:spPr>
            <a:xfrm>
              <a:off x="3343133" y="4687275"/>
              <a:ext cx="641350" cy="396240"/>
            </a:xfrm>
            <a:custGeom>
              <a:avLst/>
              <a:gdLst/>
              <a:ahLst/>
              <a:cxnLst/>
              <a:rect l="l" t="t" r="r" b="b"/>
              <a:pathLst>
                <a:path w="641350" h="396239">
                  <a:moveTo>
                    <a:pt x="640829" y="0"/>
                  </a:moveTo>
                  <a:lnTo>
                    <a:pt x="0" y="0"/>
                  </a:lnTo>
                  <a:lnTo>
                    <a:pt x="0" y="396029"/>
                  </a:lnTo>
                  <a:lnTo>
                    <a:pt x="640829" y="396029"/>
                  </a:lnTo>
                  <a:lnTo>
                    <a:pt x="640829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3343133" y="4687275"/>
              <a:ext cx="641350" cy="396240"/>
            </a:xfrm>
            <a:custGeom>
              <a:avLst/>
              <a:gdLst/>
              <a:ahLst/>
              <a:cxnLst/>
              <a:rect l="l" t="t" r="r" b="b"/>
              <a:pathLst>
                <a:path w="641350" h="396239">
                  <a:moveTo>
                    <a:pt x="0" y="0"/>
                  </a:moveTo>
                  <a:lnTo>
                    <a:pt x="640828" y="0"/>
                  </a:lnTo>
                  <a:lnTo>
                    <a:pt x="640828" y="396029"/>
                  </a:lnTo>
                  <a:lnTo>
                    <a:pt x="0" y="396029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092613" y="4144149"/>
            <a:ext cx="549088" cy="178269"/>
          </a:xfrm>
          <a:prstGeom prst="rect">
            <a:avLst/>
          </a:prstGeom>
          <a:solidFill>
            <a:srgbClr val="C8EBFA"/>
          </a:solidFill>
        </p:spPr>
        <p:txBody>
          <a:bodyPr vert="horz" wrap="square" lIns="0" tIns="15128" rIns="0" bIns="0" rtlCol="0">
            <a:spAutoFit/>
          </a:bodyPr>
          <a:lstStyle/>
          <a:p>
            <a:pPr marL="82928">
              <a:spcBef>
                <a:spcPts val="119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92613" y="4326965"/>
            <a:ext cx="549088" cy="153888"/>
          </a:xfrm>
          <a:prstGeom prst="rect">
            <a:avLst/>
          </a:prstGeom>
          <a:solidFill>
            <a:srgbClr val="C8EBFA"/>
          </a:solidFill>
        </p:spPr>
        <p:txBody>
          <a:bodyPr vert="horz" wrap="square" lIns="0" tIns="0" rIns="0" bIns="0" rtlCol="0">
            <a:spAutoFit/>
          </a:bodyPr>
          <a:lstStyle/>
          <a:p>
            <a:pPr marL="131116">
              <a:lnSpc>
                <a:spcPts val="1182"/>
              </a:lnSpc>
              <a:tabLst>
                <a:tab pos="349642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059" dirty="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207413" y="4139146"/>
            <a:ext cx="583826" cy="361949"/>
            <a:chOff x="2349334" y="4691031"/>
            <a:chExt cx="661670" cy="410209"/>
          </a:xfrm>
        </p:grpSpPr>
        <p:sp>
          <p:nvSpPr>
            <p:cNvPr id="27" name="object 27"/>
            <p:cNvSpPr/>
            <p:nvPr/>
          </p:nvSpPr>
          <p:spPr>
            <a:xfrm>
              <a:off x="2358859" y="4700556"/>
              <a:ext cx="642620" cy="391160"/>
            </a:xfrm>
            <a:custGeom>
              <a:avLst/>
              <a:gdLst/>
              <a:ahLst/>
              <a:cxnLst/>
              <a:rect l="l" t="t" r="r" b="b"/>
              <a:pathLst>
                <a:path w="642619" h="391160">
                  <a:moveTo>
                    <a:pt x="642614" y="0"/>
                  </a:moveTo>
                  <a:lnTo>
                    <a:pt x="0" y="0"/>
                  </a:lnTo>
                  <a:lnTo>
                    <a:pt x="0" y="390824"/>
                  </a:lnTo>
                  <a:lnTo>
                    <a:pt x="642614" y="390824"/>
                  </a:lnTo>
                  <a:lnTo>
                    <a:pt x="642614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2358859" y="4700556"/>
              <a:ext cx="642620" cy="391160"/>
            </a:xfrm>
            <a:custGeom>
              <a:avLst/>
              <a:gdLst/>
              <a:ahLst/>
              <a:cxnLst/>
              <a:rect l="l" t="t" r="r" b="b"/>
              <a:pathLst>
                <a:path w="642619" h="391160">
                  <a:moveTo>
                    <a:pt x="0" y="0"/>
                  </a:moveTo>
                  <a:lnTo>
                    <a:pt x="642614" y="0"/>
                  </a:lnTo>
                  <a:lnTo>
                    <a:pt x="642614" y="390824"/>
                  </a:lnTo>
                  <a:lnTo>
                    <a:pt x="0" y="390824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224136" y="4155869"/>
            <a:ext cx="550769" cy="179966"/>
          </a:xfrm>
          <a:prstGeom prst="rect">
            <a:avLst/>
          </a:prstGeom>
          <a:solidFill>
            <a:srgbClr val="C8EBFA"/>
          </a:solidFill>
        </p:spPr>
        <p:txBody>
          <a:bodyPr vert="horz" wrap="square" lIns="0" tIns="16809" rIns="0" bIns="0" rtlCol="0">
            <a:spAutoFit/>
          </a:bodyPr>
          <a:lstStyle/>
          <a:p>
            <a:pPr marL="83488">
              <a:spcBef>
                <a:spcPts val="132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24136" y="4339067"/>
            <a:ext cx="550769" cy="141642"/>
          </a:xfrm>
          <a:prstGeom prst="rect">
            <a:avLst/>
          </a:prstGeom>
          <a:solidFill>
            <a:srgbClr val="C8EBFA"/>
          </a:solidFill>
        </p:spPr>
        <p:txBody>
          <a:bodyPr vert="horz" wrap="square" lIns="0" tIns="0" rIns="0" bIns="0" rtlCol="0">
            <a:spAutoFit/>
          </a:bodyPr>
          <a:lstStyle/>
          <a:p>
            <a:pPr marL="132236">
              <a:lnSpc>
                <a:spcPts val="1143"/>
              </a:lnSpc>
              <a:tabLst>
                <a:tab pos="350203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96269" y="3646555"/>
            <a:ext cx="1100418" cy="336737"/>
            <a:chOff x="2563372" y="4132762"/>
            <a:chExt cx="1247140" cy="381635"/>
          </a:xfrm>
        </p:grpSpPr>
        <p:sp>
          <p:nvSpPr>
            <p:cNvPr id="32" name="object 32"/>
            <p:cNvSpPr/>
            <p:nvPr/>
          </p:nvSpPr>
          <p:spPr>
            <a:xfrm>
              <a:off x="2572897" y="4142287"/>
              <a:ext cx="1228090" cy="362585"/>
            </a:xfrm>
            <a:custGeom>
              <a:avLst/>
              <a:gdLst/>
              <a:ahLst/>
              <a:cxnLst/>
              <a:rect l="l" t="t" r="r" b="b"/>
              <a:pathLst>
                <a:path w="1228089" h="362585">
                  <a:moveTo>
                    <a:pt x="613905" y="0"/>
                  </a:moveTo>
                  <a:lnTo>
                    <a:pt x="0" y="181068"/>
                  </a:lnTo>
                  <a:lnTo>
                    <a:pt x="613905" y="362139"/>
                  </a:lnTo>
                  <a:lnTo>
                    <a:pt x="1227811" y="181068"/>
                  </a:lnTo>
                  <a:lnTo>
                    <a:pt x="613905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2572897" y="4142287"/>
              <a:ext cx="1228090" cy="362585"/>
            </a:xfrm>
            <a:custGeom>
              <a:avLst/>
              <a:gdLst/>
              <a:ahLst/>
              <a:cxnLst/>
              <a:rect l="l" t="t" r="r" b="b"/>
              <a:pathLst>
                <a:path w="1228089" h="362585">
                  <a:moveTo>
                    <a:pt x="0" y="181069"/>
                  </a:moveTo>
                  <a:lnTo>
                    <a:pt x="613906" y="0"/>
                  </a:lnTo>
                  <a:lnTo>
                    <a:pt x="1227812" y="181069"/>
                  </a:lnTo>
                  <a:lnTo>
                    <a:pt x="613906" y="362139"/>
                  </a:lnTo>
                  <a:lnTo>
                    <a:pt x="0" y="181069"/>
                  </a:lnTo>
                  <a:close/>
                </a:path>
              </a:pathLst>
            </a:custGeom>
            <a:ln w="18859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768597" y="3717496"/>
            <a:ext cx="35690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106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er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919732" y="2509937"/>
            <a:ext cx="77321" cy="225798"/>
          </a:xfrm>
          <a:custGeom>
            <a:avLst/>
            <a:gdLst/>
            <a:ahLst/>
            <a:cxnLst/>
            <a:rect l="l" t="t" r="r" b="b"/>
            <a:pathLst>
              <a:path w="87629" h="255905">
                <a:moveTo>
                  <a:pt x="10505" y="169217"/>
                </a:moveTo>
                <a:lnTo>
                  <a:pt x="1518" y="174466"/>
                </a:lnTo>
                <a:lnTo>
                  <a:pt x="0" y="180240"/>
                </a:lnTo>
                <a:lnTo>
                  <a:pt x="43724" y="255290"/>
                </a:lnTo>
                <a:lnTo>
                  <a:pt x="54629" y="236574"/>
                </a:lnTo>
                <a:lnTo>
                  <a:pt x="34305" y="236574"/>
                </a:lnTo>
                <a:lnTo>
                  <a:pt x="34305" y="201689"/>
                </a:lnTo>
                <a:lnTo>
                  <a:pt x="16272" y="170737"/>
                </a:lnTo>
                <a:lnTo>
                  <a:pt x="10505" y="169217"/>
                </a:lnTo>
                <a:close/>
              </a:path>
              <a:path w="87629" h="255905">
                <a:moveTo>
                  <a:pt x="34305" y="201689"/>
                </a:moveTo>
                <a:lnTo>
                  <a:pt x="34305" y="236574"/>
                </a:lnTo>
                <a:lnTo>
                  <a:pt x="53144" y="236574"/>
                </a:lnTo>
                <a:lnTo>
                  <a:pt x="53144" y="231821"/>
                </a:lnTo>
                <a:lnTo>
                  <a:pt x="35589" y="231821"/>
                </a:lnTo>
                <a:lnTo>
                  <a:pt x="43724" y="217857"/>
                </a:lnTo>
                <a:lnTo>
                  <a:pt x="34305" y="201689"/>
                </a:lnTo>
                <a:close/>
              </a:path>
              <a:path w="87629" h="255905">
                <a:moveTo>
                  <a:pt x="76944" y="169217"/>
                </a:moveTo>
                <a:lnTo>
                  <a:pt x="71177" y="170737"/>
                </a:lnTo>
                <a:lnTo>
                  <a:pt x="53144" y="201689"/>
                </a:lnTo>
                <a:lnTo>
                  <a:pt x="53144" y="236574"/>
                </a:lnTo>
                <a:lnTo>
                  <a:pt x="54629" y="236574"/>
                </a:lnTo>
                <a:lnTo>
                  <a:pt x="87449" y="180240"/>
                </a:lnTo>
                <a:lnTo>
                  <a:pt x="85932" y="174466"/>
                </a:lnTo>
                <a:lnTo>
                  <a:pt x="76944" y="169217"/>
                </a:lnTo>
                <a:close/>
              </a:path>
              <a:path w="87629" h="255905">
                <a:moveTo>
                  <a:pt x="43724" y="217857"/>
                </a:moveTo>
                <a:lnTo>
                  <a:pt x="35589" y="231821"/>
                </a:lnTo>
                <a:lnTo>
                  <a:pt x="51860" y="231821"/>
                </a:lnTo>
                <a:lnTo>
                  <a:pt x="43724" y="217857"/>
                </a:lnTo>
                <a:close/>
              </a:path>
              <a:path w="87629" h="255905">
                <a:moveTo>
                  <a:pt x="53144" y="201689"/>
                </a:moveTo>
                <a:lnTo>
                  <a:pt x="43724" y="217857"/>
                </a:lnTo>
                <a:lnTo>
                  <a:pt x="51860" y="231821"/>
                </a:lnTo>
                <a:lnTo>
                  <a:pt x="53144" y="231821"/>
                </a:lnTo>
                <a:lnTo>
                  <a:pt x="53144" y="201689"/>
                </a:lnTo>
                <a:close/>
              </a:path>
              <a:path w="87629" h="255905">
                <a:moveTo>
                  <a:pt x="53144" y="0"/>
                </a:moveTo>
                <a:lnTo>
                  <a:pt x="34306" y="0"/>
                </a:lnTo>
                <a:lnTo>
                  <a:pt x="34305" y="201689"/>
                </a:lnTo>
                <a:lnTo>
                  <a:pt x="43724" y="217857"/>
                </a:lnTo>
                <a:lnTo>
                  <a:pt x="53144" y="201689"/>
                </a:lnTo>
                <a:lnTo>
                  <a:pt x="53144" y="0"/>
                </a:lnTo>
                <a:close/>
              </a:path>
            </a:pathLst>
          </a:custGeom>
          <a:solidFill>
            <a:srgbClr val="5D555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36" name="object 36"/>
          <p:cNvGrpSpPr/>
          <p:nvPr/>
        </p:nvGrpSpPr>
        <p:grpSpPr>
          <a:xfrm>
            <a:off x="2213334" y="3492207"/>
            <a:ext cx="773649" cy="1577554"/>
            <a:chOff x="2356046" y="3957834"/>
            <a:chExt cx="876802" cy="1787894"/>
          </a:xfrm>
        </p:grpSpPr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5442" y="3957834"/>
              <a:ext cx="87406" cy="18449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633513" y="5091259"/>
              <a:ext cx="87630" cy="300990"/>
            </a:xfrm>
            <a:custGeom>
              <a:avLst/>
              <a:gdLst/>
              <a:ahLst/>
              <a:cxnLst/>
              <a:rect l="l" t="t" r="r" b="b"/>
              <a:pathLst>
                <a:path w="87630" h="300989">
                  <a:moveTo>
                    <a:pt x="10647" y="214318"/>
                  </a:moveTo>
                  <a:lnTo>
                    <a:pt x="1592" y="219449"/>
                  </a:lnTo>
                  <a:lnTo>
                    <a:pt x="0" y="225204"/>
                  </a:lnTo>
                  <a:lnTo>
                    <a:pt x="42745" y="300817"/>
                  </a:lnTo>
                  <a:lnTo>
                    <a:pt x="53904" y="282224"/>
                  </a:lnTo>
                  <a:lnTo>
                    <a:pt x="52407" y="282224"/>
                  </a:lnTo>
                  <a:lnTo>
                    <a:pt x="33569" y="281979"/>
                  </a:lnTo>
                  <a:lnTo>
                    <a:pt x="34023" y="247097"/>
                  </a:lnTo>
                  <a:lnTo>
                    <a:pt x="16394" y="215912"/>
                  </a:lnTo>
                  <a:lnTo>
                    <a:pt x="10647" y="214318"/>
                  </a:lnTo>
                  <a:close/>
                </a:path>
                <a:path w="87630" h="300989">
                  <a:moveTo>
                    <a:pt x="34023" y="247097"/>
                  </a:moveTo>
                  <a:lnTo>
                    <a:pt x="33569" y="281979"/>
                  </a:lnTo>
                  <a:lnTo>
                    <a:pt x="52407" y="282224"/>
                  </a:lnTo>
                  <a:lnTo>
                    <a:pt x="52469" y="277456"/>
                  </a:lnTo>
                  <a:lnTo>
                    <a:pt x="51186" y="277456"/>
                  </a:lnTo>
                  <a:lnTo>
                    <a:pt x="34914" y="277244"/>
                  </a:lnTo>
                  <a:lnTo>
                    <a:pt x="43231" y="263386"/>
                  </a:lnTo>
                  <a:lnTo>
                    <a:pt x="34023" y="247097"/>
                  </a:lnTo>
                  <a:close/>
                </a:path>
                <a:path w="87630" h="300989">
                  <a:moveTo>
                    <a:pt x="77081" y="215183"/>
                  </a:moveTo>
                  <a:lnTo>
                    <a:pt x="71293" y="216628"/>
                  </a:lnTo>
                  <a:lnTo>
                    <a:pt x="52861" y="247342"/>
                  </a:lnTo>
                  <a:lnTo>
                    <a:pt x="52407" y="282224"/>
                  </a:lnTo>
                  <a:lnTo>
                    <a:pt x="53904" y="282224"/>
                  </a:lnTo>
                  <a:lnTo>
                    <a:pt x="87442" y="226343"/>
                  </a:lnTo>
                  <a:lnTo>
                    <a:pt x="85999" y="220549"/>
                  </a:lnTo>
                  <a:lnTo>
                    <a:pt x="77081" y="215183"/>
                  </a:lnTo>
                  <a:close/>
                </a:path>
                <a:path w="87630" h="300989">
                  <a:moveTo>
                    <a:pt x="43231" y="263386"/>
                  </a:moveTo>
                  <a:lnTo>
                    <a:pt x="34914" y="277244"/>
                  </a:lnTo>
                  <a:lnTo>
                    <a:pt x="51186" y="277456"/>
                  </a:lnTo>
                  <a:lnTo>
                    <a:pt x="43231" y="263386"/>
                  </a:lnTo>
                  <a:close/>
                </a:path>
                <a:path w="87630" h="300989">
                  <a:moveTo>
                    <a:pt x="52861" y="247342"/>
                  </a:moveTo>
                  <a:lnTo>
                    <a:pt x="43231" y="263386"/>
                  </a:lnTo>
                  <a:lnTo>
                    <a:pt x="51186" y="277456"/>
                  </a:lnTo>
                  <a:lnTo>
                    <a:pt x="52469" y="277456"/>
                  </a:lnTo>
                  <a:lnTo>
                    <a:pt x="52861" y="247342"/>
                  </a:lnTo>
                  <a:close/>
                </a:path>
                <a:path w="87630" h="300989">
                  <a:moveTo>
                    <a:pt x="37235" y="0"/>
                  </a:moveTo>
                  <a:lnTo>
                    <a:pt x="34023" y="247097"/>
                  </a:lnTo>
                  <a:lnTo>
                    <a:pt x="43231" y="263386"/>
                  </a:lnTo>
                  <a:lnTo>
                    <a:pt x="52861" y="247342"/>
                  </a:lnTo>
                  <a:lnTo>
                    <a:pt x="56071" y="245"/>
                  </a:lnTo>
                  <a:lnTo>
                    <a:pt x="37235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2356046" y="5392033"/>
              <a:ext cx="640715" cy="353695"/>
            </a:xfrm>
            <a:custGeom>
              <a:avLst/>
              <a:gdLst/>
              <a:ahLst/>
              <a:cxnLst/>
              <a:rect l="l" t="t" r="r" b="b"/>
              <a:pathLst>
                <a:path w="640714" h="353695">
                  <a:moveTo>
                    <a:pt x="463884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463884" y="353526"/>
                  </a:lnTo>
                  <a:lnTo>
                    <a:pt x="510816" y="347211"/>
                  </a:lnTo>
                  <a:lnTo>
                    <a:pt x="552988" y="329392"/>
                  </a:lnTo>
                  <a:lnTo>
                    <a:pt x="588718" y="301753"/>
                  </a:lnTo>
                  <a:lnTo>
                    <a:pt x="616323" y="265979"/>
                  </a:lnTo>
                  <a:lnTo>
                    <a:pt x="634120" y="223754"/>
                  </a:lnTo>
                  <a:lnTo>
                    <a:pt x="640426" y="176763"/>
                  </a:lnTo>
                  <a:lnTo>
                    <a:pt x="634120" y="129772"/>
                  </a:lnTo>
                  <a:lnTo>
                    <a:pt x="616323" y="87547"/>
                  </a:lnTo>
                  <a:lnTo>
                    <a:pt x="588718" y="51772"/>
                  </a:lnTo>
                  <a:lnTo>
                    <a:pt x="552988" y="24133"/>
                  </a:lnTo>
                  <a:lnTo>
                    <a:pt x="510816" y="6314"/>
                  </a:lnTo>
                  <a:lnTo>
                    <a:pt x="463884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2356046" y="5392033"/>
              <a:ext cx="640715" cy="353695"/>
            </a:xfrm>
            <a:custGeom>
              <a:avLst/>
              <a:gdLst/>
              <a:ahLst/>
              <a:cxnLst/>
              <a:rect l="l" t="t" r="r" b="b"/>
              <a:pathLst>
                <a:path w="640714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463884" y="0"/>
                  </a:lnTo>
                  <a:lnTo>
                    <a:pt x="510816" y="6314"/>
                  </a:lnTo>
                  <a:lnTo>
                    <a:pt x="552989" y="24133"/>
                  </a:lnTo>
                  <a:lnTo>
                    <a:pt x="588719" y="51772"/>
                  </a:lnTo>
                  <a:lnTo>
                    <a:pt x="616324" y="87547"/>
                  </a:lnTo>
                  <a:lnTo>
                    <a:pt x="634121" y="129772"/>
                  </a:lnTo>
                  <a:lnTo>
                    <a:pt x="640427" y="176763"/>
                  </a:lnTo>
                  <a:lnTo>
                    <a:pt x="634121" y="223754"/>
                  </a:lnTo>
                  <a:lnTo>
                    <a:pt x="616324" y="265979"/>
                  </a:lnTo>
                  <a:lnTo>
                    <a:pt x="588719" y="301753"/>
                  </a:lnTo>
                  <a:lnTo>
                    <a:pt x="552989" y="329393"/>
                  </a:lnTo>
                  <a:lnTo>
                    <a:pt x="510816" y="347212"/>
                  </a:lnTo>
                  <a:lnTo>
                    <a:pt x="463884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B93C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347019" y="4817466"/>
            <a:ext cx="29863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071733" y="4751288"/>
            <a:ext cx="584947" cy="328893"/>
            <a:chOff x="3328897" y="5384793"/>
            <a:chExt cx="662940" cy="372745"/>
          </a:xfrm>
        </p:grpSpPr>
        <p:sp>
          <p:nvSpPr>
            <p:cNvPr id="44" name="object 44"/>
            <p:cNvSpPr/>
            <p:nvPr/>
          </p:nvSpPr>
          <p:spPr>
            <a:xfrm>
              <a:off x="3338422" y="5394318"/>
              <a:ext cx="643890" cy="353695"/>
            </a:xfrm>
            <a:custGeom>
              <a:avLst/>
              <a:gdLst/>
              <a:ahLst/>
              <a:cxnLst/>
              <a:rect l="l" t="t" r="r" b="b"/>
              <a:pathLst>
                <a:path w="643889" h="353695">
                  <a:moveTo>
                    <a:pt x="467326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4"/>
                  </a:lnTo>
                  <a:lnTo>
                    <a:pt x="87438" y="329393"/>
                  </a:lnTo>
                  <a:lnTo>
                    <a:pt x="129610" y="347213"/>
                  </a:lnTo>
                  <a:lnTo>
                    <a:pt x="176542" y="353527"/>
                  </a:lnTo>
                  <a:lnTo>
                    <a:pt x="467326" y="353528"/>
                  </a:lnTo>
                  <a:lnTo>
                    <a:pt x="514258" y="347214"/>
                  </a:lnTo>
                  <a:lnTo>
                    <a:pt x="556431" y="329395"/>
                  </a:lnTo>
                  <a:lnTo>
                    <a:pt x="592161" y="301755"/>
                  </a:lnTo>
                  <a:lnTo>
                    <a:pt x="619766" y="265980"/>
                  </a:lnTo>
                  <a:lnTo>
                    <a:pt x="637563" y="223754"/>
                  </a:lnTo>
                  <a:lnTo>
                    <a:pt x="643870" y="176763"/>
                  </a:lnTo>
                  <a:lnTo>
                    <a:pt x="637564" y="129772"/>
                  </a:lnTo>
                  <a:lnTo>
                    <a:pt x="619767" y="87547"/>
                  </a:lnTo>
                  <a:lnTo>
                    <a:pt x="592162" y="51772"/>
                  </a:lnTo>
                  <a:lnTo>
                    <a:pt x="556432" y="24133"/>
                  </a:lnTo>
                  <a:lnTo>
                    <a:pt x="514259" y="6314"/>
                  </a:lnTo>
                  <a:lnTo>
                    <a:pt x="467326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3338422" y="5394318"/>
              <a:ext cx="643890" cy="353695"/>
            </a:xfrm>
            <a:custGeom>
              <a:avLst/>
              <a:gdLst/>
              <a:ahLst/>
              <a:cxnLst/>
              <a:rect l="l" t="t" r="r" b="b"/>
              <a:pathLst>
                <a:path w="643889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3" y="0"/>
                  </a:lnTo>
                  <a:lnTo>
                    <a:pt x="467327" y="0"/>
                  </a:lnTo>
                  <a:lnTo>
                    <a:pt x="514259" y="6314"/>
                  </a:lnTo>
                  <a:lnTo>
                    <a:pt x="556432" y="24133"/>
                  </a:lnTo>
                  <a:lnTo>
                    <a:pt x="592162" y="51772"/>
                  </a:lnTo>
                  <a:lnTo>
                    <a:pt x="619767" y="87547"/>
                  </a:lnTo>
                  <a:lnTo>
                    <a:pt x="637564" y="129772"/>
                  </a:lnTo>
                  <a:lnTo>
                    <a:pt x="643870" y="176763"/>
                  </a:lnTo>
                  <a:lnTo>
                    <a:pt x="637563" y="223754"/>
                  </a:lnTo>
                  <a:lnTo>
                    <a:pt x="619766" y="265979"/>
                  </a:lnTo>
                  <a:lnTo>
                    <a:pt x="592161" y="301754"/>
                  </a:lnTo>
                  <a:lnTo>
                    <a:pt x="556431" y="329394"/>
                  </a:lnTo>
                  <a:lnTo>
                    <a:pt x="514258" y="347213"/>
                  </a:lnTo>
                  <a:lnTo>
                    <a:pt x="467326" y="353527"/>
                  </a:lnTo>
                  <a:lnTo>
                    <a:pt x="176543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3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608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239214" y="4820155"/>
            <a:ext cx="250451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326298" y="4485183"/>
            <a:ext cx="77321" cy="274544"/>
          </a:xfrm>
          <a:custGeom>
            <a:avLst/>
            <a:gdLst/>
            <a:ahLst/>
            <a:cxnLst/>
            <a:rect l="l" t="t" r="r" b="b"/>
            <a:pathLst>
              <a:path w="87629" h="311150">
                <a:moveTo>
                  <a:pt x="10617" y="224744"/>
                </a:moveTo>
                <a:lnTo>
                  <a:pt x="1576" y="229900"/>
                </a:lnTo>
                <a:lnTo>
                  <a:pt x="0" y="235659"/>
                </a:lnTo>
                <a:lnTo>
                  <a:pt x="42951" y="311155"/>
                </a:lnTo>
                <a:lnTo>
                  <a:pt x="54056" y="292535"/>
                </a:lnTo>
                <a:lnTo>
                  <a:pt x="52562" y="292535"/>
                </a:lnTo>
                <a:lnTo>
                  <a:pt x="33724" y="292342"/>
                </a:lnTo>
                <a:lnTo>
                  <a:pt x="34082" y="257459"/>
                </a:lnTo>
                <a:lnTo>
                  <a:pt x="16367" y="226324"/>
                </a:lnTo>
                <a:lnTo>
                  <a:pt x="10617" y="224744"/>
                </a:lnTo>
                <a:close/>
              </a:path>
              <a:path w="87629" h="311150">
                <a:moveTo>
                  <a:pt x="34082" y="257459"/>
                </a:moveTo>
                <a:lnTo>
                  <a:pt x="33724" y="292342"/>
                </a:lnTo>
                <a:lnTo>
                  <a:pt x="52562" y="292535"/>
                </a:lnTo>
                <a:lnTo>
                  <a:pt x="52611" y="287770"/>
                </a:lnTo>
                <a:lnTo>
                  <a:pt x="35057" y="287604"/>
                </a:lnTo>
                <a:lnTo>
                  <a:pt x="43336" y="273723"/>
                </a:lnTo>
                <a:lnTo>
                  <a:pt x="34082" y="257459"/>
                </a:lnTo>
                <a:close/>
              </a:path>
              <a:path w="87629" h="311150">
                <a:moveTo>
                  <a:pt x="77052" y="225427"/>
                </a:moveTo>
                <a:lnTo>
                  <a:pt x="71269" y="226888"/>
                </a:lnTo>
                <a:lnTo>
                  <a:pt x="52920" y="257653"/>
                </a:lnTo>
                <a:lnTo>
                  <a:pt x="52562" y="292535"/>
                </a:lnTo>
                <a:lnTo>
                  <a:pt x="54056" y="292535"/>
                </a:lnTo>
                <a:lnTo>
                  <a:pt x="87443" y="236559"/>
                </a:lnTo>
                <a:lnTo>
                  <a:pt x="85985" y="230769"/>
                </a:lnTo>
                <a:lnTo>
                  <a:pt x="77052" y="225427"/>
                </a:lnTo>
                <a:close/>
              </a:path>
              <a:path w="87629" h="311150">
                <a:moveTo>
                  <a:pt x="43336" y="273723"/>
                </a:moveTo>
                <a:lnTo>
                  <a:pt x="35057" y="287604"/>
                </a:lnTo>
                <a:lnTo>
                  <a:pt x="51328" y="287770"/>
                </a:lnTo>
                <a:lnTo>
                  <a:pt x="43336" y="273723"/>
                </a:lnTo>
                <a:close/>
              </a:path>
              <a:path w="87629" h="311150">
                <a:moveTo>
                  <a:pt x="52920" y="257653"/>
                </a:moveTo>
                <a:lnTo>
                  <a:pt x="43336" y="273723"/>
                </a:lnTo>
                <a:lnTo>
                  <a:pt x="51328" y="287770"/>
                </a:lnTo>
                <a:lnTo>
                  <a:pt x="52611" y="287770"/>
                </a:lnTo>
                <a:lnTo>
                  <a:pt x="52920" y="257653"/>
                </a:lnTo>
                <a:close/>
              </a:path>
              <a:path w="87629" h="311150">
                <a:moveTo>
                  <a:pt x="36724" y="0"/>
                </a:moveTo>
                <a:lnTo>
                  <a:pt x="34306" y="235659"/>
                </a:lnTo>
                <a:lnTo>
                  <a:pt x="34192" y="257653"/>
                </a:lnTo>
                <a:lnTo>
                  <a:pt x="43336" y="273723"/>
                </a:lnTo>
                <a:lnTo>
                  <a:pt x="52920" y="257653"/>
                </a:lnTo>
                <a:lnTo>
                  <a:pt x="55562" y="194"/>
                </a:lnTo>
                <a:lnTo>
                  <a:pt x="36724" y="0"/>
                </a:lnTo>
                <a:close/>
              </a:path>
            </a:pathLst>
          </a:custGeom>
          <a:solidFill>
            <a:srgbClr val="5D555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8" name="object 48"/>
          <p:cNvSpPr txBox="1"/>
          <p:nvPr/>
        </p:nvSpPr>
        <p:spPr>
          <a:xfrm>
            <a:off x="5051249" y="3239114"/>
            <a:ext cx="552450" cy="356443"/>
          </a:xfrm>
          <a:prstGeom prst="rect">
            <a:avLst/>
          </a:prstGeom>
          <a:solidFill>
            <a:srgbClr val="C8EBFA"/>
          </a:solidFill>
          <a:ln w="18855">
            <a:solidFill>
              <a:srgbClr val="0D6993"/>
            </a:solidFill>
          </a:ln>
        </p:spPr>
        <p:txBody>
          <a:bodyPr vert="horz" wrap="square" lIns="0" tIns="28574" rIns="0" bIns="0" rtlCol="0">
            <a:spAutoFit/>
          </a:bodyPr>
          <a:lstStyle/>
          <a:p>
            <a:pPr marL="163054" marR="155770" indent="14568">
              <a:lnSpc>
                <a:spcPts val="1253"/>
              </a:lnSpc>
              <a:spcBef>
                <a:spcPts val="224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low </a:t>
            </a:r>
            <a:r>
              <a:rPr sz="1059" spc="-22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</a:t>
            </a:r>
            <a:r>
              <a:rPr sz="1059" spc="141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9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235150" y="3242541"/>
            <a:ext cx="582146" cy="341156"/>
          </a:xfrm>
          <a:prstGeom prst="rect">
            <a:avLst/>
          </a:prstGeom>
          <a:solidFill>
            <a:srgbClr val="C8EBFA"/>
          </a:solidFill>
          <a:ln w="18855">
            <a:solidFill>
              <a:srgbClr val="0D6993"/>
            </a:solidFill>
          </a:ln>
        </p:spPr>
        <p:txBody>
          <a:bodyPr vert="horz" wrap="square" lIns="0" tIns="33057" rIns="0" bIns="0" rtlCol="0">
            <a:spAutoFit/>
          </a:bodyPr>
          <a:lstStyle/>
          <a:p>
            <a:pPr marL="178183" marR="168097" indent="-3362">
              <a:lnSpc>
                <a:spcPts val="1227"/>
              </a:lnSpc>
              <a:spcBef>
                <a:spcPts val="260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high 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059" spc="146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5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146669" y="2726751"/>
            <a:ext cx="1623732" cy="336737"/>
            <a:chOff x="4547158" y="3090317"/>
            <a:chExt cx="1840230" cy="381635"/>
          </a:xfrm>
        </p:grpSpPr>
        <p:sp>
          <p:nvSpPr>
            <p:cNvPr id="51" name="object 51"/>
            <p:cNvSpPr/>
            <p:nvPr/>
          </p:nvSpPr>
          <p:spPr>
            <a:xfrm>
              <a:off x="4556683" y="3099842"/>
              <a:ext cx="1821180" cy="362585"/>
            </a:xfrm>
            <a:custGeom>
              <a:avLst/>
              <a:gdLst/>
              <a:ahLst/>
              <a:cxnLst/>
              <a:rect l="l" t="t" r="r" b="b"/>
              <a:pathLst>
                <a:path w="1821179" h="362585">
                  <a:moveTo>
                    <a:pt x="910338" y="0"/>
                  </a:moveTo>
                  <a:lnTo>
                    <a:pt x="0" y="181068"/>
                  </a:lnTo>
                  <a:lnTo>
                    <a:pt x="910338" y="362139"/>
                  </a:lnTo>
                  <a:lnTo>
                    <a:pt x="1820675" y="181068"/>
                  </a:lnTo>
                  <a:lnTo>
                    <a:pt x="910338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4556683" y="3099842"/>
              <a:ext cx="1821180" cy="362585"/>
            </a:xfrm>
            <a:custGeom>
              <a:avLst/>
              <a:gdLst/>
              <a:ahLst/>
              <a:cxnLst/>
              <a:rect l="l" t="t" r="r" b="b"/>
              <a:pathLst>
                <a:path w="1821179" h="362585">
                  <a:moveTo>
                    <a:pt x="0" y="181069"/>
                  </a:moveTo>
                  <a:lnTo>
                    <a:pt x="910337" y="0"/>
                  </a:lnTo>
                  <a:lnTo>
                    <a:pt x="1820675" y="181069"/>
                  </a:lnTo>
                  <a:lnTo>
                    <a:pt x="910337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715999" y="2795028"/>
            <a:ext cx="485775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In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o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491494" y="3587222"/>
            <a:ext cx="77321" cy="265019"/>
          </a:xfrm>
          <a:custGeom>
            <a:avLst/>
            <a:gdLst/>
            <a:ahLst/>
            <a:cxnLst/>
            <a:rect l="l" t="t" r="r" b="b"/>
            <a:pathLst>
              <a:path w="87629" h="300354">
                <a:moveTo>
                  <a:pt x="10287" y="214829"/>
                </a:moveTo>
                <a:lnTo>
                  <a:pt x="1404" y="220253"/>
                </a:lnTo>
                <a:lnTo>
                  <a:pt x="0" y="226057"/>
                </a:lnTo>
                <a:lnTo>
                  <a:pt x="45190" y="300231"/>
                </a:lnTo>
                <a:lnTo>
                  <a:pt x="55502" y="281703"/>
                </a:lnTo>
                <a:lnTo>
                  <a:pt x="35405" y="281703"/>
                </a:lnTo>
                <a:lnTo>
                  <a:pt x="34720" y="246825"/>
                </a:lnTo>
                <a:lnTo>
                  <a:pt x="16083" y="216235"/>
                </a:lnTo>
                <a:lnTo>
                  <a:pt x="10287" y="214829"/>
                </a:lnTo>
                <a:close/>
              </a:path>
              <a:path w="87629" h="300354">
                <a:moveTo>
                  <a:pt x="34720" y="246825"/>
                </a:moveTo>
                <a:lnTo>
                  <a:pt x="35405" y="281703"/>
                </a:lnTo>
                <a:lnTo>
                  <a:pt x="54239" y="281332"/>
                </a:lnTo>
                <a:lnTo>
                  <a:pt x="54152" y="276927"/>
                </a:lnTo>
                <a:lnTo>
                  <a:pt x="36595" y="276927"/>
                </a:lnTo>
                <a:lnTo>
                  <a:pt x="44455" y="262805"/>
                </a:lnTo>
                <a:lnTo>
                  <a:pt x="34720" y="246825"/>
                </a:lnTo>
                <a:close/>
              </a:path>
              <a:path w="87629" h="300354">
                <a:moveTo>
                  <a:pt x="76713" y="213521"/>
                </a:moveTo>
                <a:lnTo>
                  <a:pt x="70976" y="215154"/>
                </a:lnTo>
                <a:lnTo>
                  <a:pt x="53554" y="246456"/>
                </a:lnTo>
                <a:lnTo>
                  <a:pt x="54239" y="281332"/>
                </a:lnTo>
                <a:lnTo>
                  <a:pt x="35405" y="281703"/>
                </a:lnTo>
                <a:lnTo>
                  <a:pt x="55502" y="281703"/>
                </a:lnTo>
                <a:lnTo>
                  <a:pt x="87431" y="224335"/>
                </a:lnTo>
                <a:lnTo>
                  <a:pt x="85801" y="218592"/>
                </a:lnTo>
                <a:lnTo>
                  <a:pt x="76713" y="213521"/>
                </a:lnTo>
                <a:close/>
              </a:path>
              <a:path w="87629" h="300354">
                <a:moveTo>
                  <a:pt x="44455" y="262805"/>
                </a:moveTo>
                <a:lnTo>
                  <a:pt x="36595" y="276927"/>
                </a:lnTo>
                <a:lnTo>
                  <a:pt x="52863" y="276607"/>
                </a:lnTo>
                <a:lnTo>
                  <a:pt x="44455" y="262805"/>
                </a:lnTo>
                <a:close/>
              </a:path>
              <a:path w="87629" h="300354">
                <a:moveTo>
                  <a:pt x="53554" y="246456"/>
                </a:moveTo>
                <a:lnTo>
                  <a:pt x="44455" y="262805"/>
                </a:lnTo>
                <a:lnTo>
                  <a:pt x="52863" y="276607"/>
                </a:lnTo>
                <a:lnTo>
                  <a:pt x="36595" y="276927"/>
                </a:lnTo>
                <a:lnTo>
                  <a:pt x="54152" y="276927"/>
                </a:lnTo>
                <a:lnTo>
                  <a:pt x="53554" y="246456"/>
                </a:lnTo>
                <a:close/>
              </a:path>
              <a:path w="87629" h="300354">
                <a:moveTo>
                  <a:pt x="48714" y="0"/>
                </a:moveTo>
                <a:lnTo>
                  <a:pt x="29879" y="370"/>
                </a:lnTo>
                <a:lnTo>
                  <a:pt x="34720" y="246825"/>
                </a:lnTo>
                <a:lnTo>
                  <a:pt x="44455" y="262805"/>
                </a:lnTo>
                <a:lnTo>
                  <a:pt x="53554" y="246456"/>
                </a:lnTo>
                <a:lnTo>
                  <a:pt x="48714" y="0"/>
                </a:lnTo>
                <a:close/>
              </a:path>
            </a:pathLst>
          </a:custGeom>
          <a:solidFill>
            <a:srgbClr val="5D555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56" name="object 56"/>
          <p:cNvGrpSpPr/>
          <p:nvPr/>
        </p:nvGrpSpPr>
        <p:grpSpPr>
          <a:xfrm>
            <a:off x="5319020" y="3582407"/>
            <a:ext cx="610160" cy="597834"/>
            <a:chOff x="5875822" y="4060061"/>
            <a:chExt cx="691515" cy="677545"/>
          </a:xfrm>
        </p:grpSpPr>
        <p:sp>
          <p:nvSpPr>
            <p:cNvPr id="57" name="object 57"/>
            <p:cNvSpPr/>
            <p:nvPr/>
          </p:nvSpPr>
          <p:spPr>
            <a:xfrm>
              <a:off x="5878898" y="4060061"/>
              <a:ext cx="342900" cy="314325"/>
            </a:xfrm>
            <a:custGeom>
              <a:avLst/>
              <a:gdLst/>
              <a:ahLst/>
              <a:cxnLst/>
              <a:rect l="l" t="t" r="r" b="b"/>
              <a:pathLst>
                <a:path w="342900" h="314325">
                  <a:moveTo>
                    <a:pt x="261589" y="277566"/>
                  </a:moveTo>
                  <a:lnTo>
                    <a:pt x="256579" y="280804"/>
                  </a:lnTo>
                  <a:lnTo>
                    <a:pt x="254389" y="290988"/>
                  </a:lnTo>
                  <a:lnTo>
                    <a:pt x="257625" y="296005"/>
                  </a:lnTo>
                  <a:lnTo>
                    <a:pt x="342459" y="314286"/>
                  </a:lnTo>
                  <a:lnTo>
                    <a:pt x="340694" y="308629"/>
                  </a:lnTo>
                  <a:lnTo>
                    <a:pt x="322304" y="308629"/>
                  </a:lnTo>
                  <a:lnTo>
                    <a:pt x="296577" y="285105"/>
                  </a:lnTo>
                  <a:lnTo>
                    <a:pt x="261589" y="277566"/>
                  </a:lnTo>
                  <a:close/>
                </a:path>
                <a:path w="342900" h="314325">
                  <a:moveTo>
                    <a:pt x="296577" y="285105"/>
                  </a:moveTo>
                  <a:lnTo>
                    <a:pt x="322304" y="308629"/>
                  </a:lnTo>
                  <a:lnTo>
                    <a:pt x="326091" y="304476"/>
                  </a:lnTo>
                  <a:lnTo>
                    <a:pt x="319665" y="304476"/>
                  </a:lnTo>
                  <a:lnTo>
                    <a:pt x="314852" y="289043"/>
                  </a:lnTo>
                  <a:lnTo>
                    <a:pt x="296577" y="285105"/>
                  </a:lnTo>
                  <a:close/>
                </a:path>
                <a:path w="342900" h="314325">
                  <a:moveTo>
                    <a:pt x="311313" y="228578"/>
                  </a:moveTo>
                  <a:lnTo>
                    <a:pt x="301382" y="231683"/>
                  </a:lnTo>
                  <a:lnTo>
                    <a:pt x="298613" y="236973"/>
                  </a:lnTo>
                  <a:lnTo>
                    <a:pt x="309281" y="271178"/>
                  </a:lnTo>
                  <a:lnTo>
                    <a:pt x="335006" y="294700"/>
                  </a:lnTo>
                  <a:lnTo>
                    <a:pt x="322304" y="308629"/>
                  </a:lnTo>
                  <a:lnTo>
                    <a:pt x="340694" y="308629"/>
                  </a:lnTo>
                  <a:lnTo>
                    <a:pt x="316595" y="231350"/>
                  </a:lnTo>
                  <a:lnTo>
                    <a:pt x="311313" y="228578"/>
                  </a:lnTo>
                  <a:close/>
                </a:path>
                <a:path w="342900" h="314325">
                  <a:moveTo>
                    <a:pt x="314852" y="289043"/>
                  </a:moveTo>
                  <a:lnTo>
                    <a:pt x="319665" y="304476"/>
                  </a:lnTo>
                  <a:lnTo>
                    <a:pt x="330638" y="292445"/>
                  </a:lnTo>
                  <a:lnTo>
                    <a:pt x="314852" y="289043"/>
                  </a:lnTo>
                  <a:close/>
                </a:path>
                <a:path w="342900" h="314325">
                  <a:moveTo>
                    <a:pt x="309281" y="271178"/>
                  </a:moveTo>
                  <a:lnTo>
                    <a:pt x="314852" y="289043"/>
                  </a:lnTo>
                  <a:lnTo>
                    <a:pt x="330638" y="292445"/>
                  </a:lnTo>
                  <a:lnTo>
                    <a:pt x="319665" y="304476"/>
                  </a:lnTo>
                  <a:lnTo>
                    <a:pt x="326091" y="304476"/>
                  </a:lnTo>
                  <a:lnTo>
                    <a:pt x="335006" y="294700"/>
                  </a:lnTo>
                  <a:lnTo>
                    <a:pt x="309281" y="271178"/>
                  </a:lnTo>
                  <a:close/>
                </a:path>
                <a:path w="342900" h="314325">
                  <a:moveTo>
                    <a:pt x="12703" y="0"/>
                  </a:moveTo>
                  <a:lnTo>
                    <a:pt x="0" y="13928"/>
                  </a:lnTo>
                  <a:lnTo>
                    <a:pt x="296577" y="285105"/>
                  </a:lnTo>
                  <a:lnTo>
                    <a:pt x="314852" y="289043"/>
                  </a:lnTo>
                  <a:lnTo>
                    <a:pt x="309281" y="271178"/>
                  </a:lnTo>
                  <a:lnTo>
                    <a:pt x="1270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5885251" y="4374319"/>
              <a:ext cx="672465" cy="353695"/>
            </a:xfrm>
            <a:custGeom>
              <a:avLst/>
              <a:gdLst/>
              <a:ahLst/>
              <a:cxnLst/>
              <a:rect l="l" t="t" r="r" b="b"/>
              <a:pathLst>
                <a:path w="672465" h="353695">
                  <a:moveTo>
                    <a:pt x="495606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495606" y="353526"/>
                  </a:lnTo>
                  <a:lnTo>
                    <a:pt x="542538" y="347211"/>
                  </a:lnTo>
                  <a:lnTo>
                    <a:pt x="584710" y="329392"/>
                  </a:lnTo>
                  <a:lnTo>
                    <a:pt x="620440" y="301753"/>
                  </a:lnTo>
                  <a:lnTo>
                    <a:pt x="648045" y="265979"/>
                  </a:lnTo>
                  <a:lnTo>
                    <a:pt x="665842" y="223754"/>
                  </a:lnTo>
                  <a:lnTo>
                    <a:pt x="672148" y="176763"/>
                  </a:lnTo>
                  <a:lnTo>
                    <a:pt x="665842" y="129772"/>
                  </a:lnTo>
                  <a:lnTo>
                    <a:pt x="648045" y="87547"/>
                  </a:lnTo>
                  <a:lnTo>
                    <a:pt x="620440" y="51772"/>
                  </a:lnTo>
                  <a:lnTo>
                    <a:pt x="584710" y="24133"/>
                  </a:lnTo>
                  <a:lnTo>
                    <a:pt x="542538" y="6314"/>
                  </a:lnTo>
                  <a:lnTo>
                    <a:pt x="495606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9" name="object 59"/>
            <p:cNvSpPr/>
            <p:nvPr/>
          </p:nvSpPr>
          <p:spPr>
            <a:xfrm>
              <a:off x="5885251" y="4374319"/>
              <a:ext cx="672465" cy="353695"/>
            </a:xfrm>
            <a:custGeom>
              <a:avLst/>
              <a:gdLst/>
              <a:ahLst/>
              <a:cxnLst/>
              <a:rect l="l" t="t" r="r" b="b"/>
              <a:pathLst>
                <a:path w="672465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495606" y="0"/>
                  </a:lnTo>
                  <a:lnTo>
                    <a:pt x="542538" y="6314"/>
                  </a:lnTo>
                  <a:lnTo>
                    <a:pt x="584711" y="24133"/>
                  </a:lnTo>
                  <a:lnTo>
                    <a:pt x="620441" y="51772"/>
                  </a:lnTo>
                  <a:lnTo>
                    <a:pt x="648046" y="87547"/>
                  </a:lnTo>
                  <a:lnTo>
                    <a:pt x="665843" y="129772"/>
                  </a:lnTo>
                  <a:lnTo>
                    <a:pt x="672149" y="176763"/>
                  </a:lnTo>
                  <a:lnTo>
                    <a:pt x="665843" y="223754"/>
                  </a:lnTo>
                  <a:lnTo>
                    <a:pt x="648046" y="265979"/>
                  </a:lnTo>
                  <a:lnTo>
                    <a:pt x="620441" y="301753"/>
                  </a:lnTo>
                  <a:lnTo>
                    <a:pt x="584711" y="329393"/>
                  </a:lnTo>
                  <a:lnTo>
                    <a:pt x="542538" y="347212"/>
                  </a:lnTo>
                  <a:lnTo>
                    <a:pt x="495606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580306" y="4472127"/>
            <a:ext cx="645459" cy="350786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22971" rIns="0" bIns="0" rtlCol="0">
            <a:spAutoFit/>
          </a:bodyPr>
          <a:lstStyle/>
          <a:p>
            <a:pPr marL="131116">
              <a:lnSpc>
                <a:spcPts val="1262"/>
              </a:lnSpc>
              <a:spcBef>
                <a:spcPts val="180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  <a:p>
            <a:pPr marL="209561">
              <a:lnSpc>
                <a:spcPts val="1262"/>
              </a:lnSpc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059" spc="16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3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833262" y="4478472"/>
            <a:ext cx="672913" cy="332670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24653" rIns="0" bIns="0" rtlCol="0">
            <a:spAutoFit/>
          </a:bodyPr>
          <a:lstStyle/>
          <a:p>
            <a:pPr marL="144564">
              <a:lnSpc>
                <a:spcPts val="1249"/>
              </a:lnSpc>
              <a:spcBef>
                <a:spcPts val="194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  <a:p>
            <a:pPr marL="207880">
              <a:lnSpc>
                <a:spcPts val="1249"/>
              </a:lnSpc>
              <a:tabLst>
                <a:tab pos="396149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2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926522" y="3843689"/>
            <a:ext cx="1210235" cy="336737"/>
            <a:chOff x="4297658" y="4356181"/>
            <a:chExt cx="1371600" cy="381635"/>
          </a:xfrm>
        </p:grpSpPr>
        <p:sp>
          <p:nvSpPr>
            <p:cNvPr id="63" name="object 63"/>
            <p:cNvSpPr/>
            <p:nvPr/>
          </p:nvSpPr>
          <p:spPr>
            <a:xfrm>
              <a:off x="4307183" y="4365706"/>
              <a:ext cx="1352550" cy="362585"/>
            </a:xfrm>
            <a:custGeom>
              <a:avLst/>
              <a:gdLst/>
              <a:ahLst/>
              <a:cxnLst/>
              <a:rect l="l" t="t" r="r" b="b"/>
              <a:pathLst>
                <a:path w="1352550" h="362585">
                  <a:moveTo>
                    <a:pt x="675966" y="0"/>
                  </a:moveTo>
                  <a:lnTo>
                    <a:pt x="0" y="181070"/>
                  </a:lnTo>
                  <a:lnTo>
                    <a:pt x="675966" y="362139"/>
                  </a:lnTo>
                  <a:lnTo>
                    <a:pt x="1351932" y="181070"/>
                  </a:lnTo>
                  <a:lnTo>
                    <a:pt x="675966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4307183" y="4365706"/>
              <a:ext cx="1352550" cy="362585"/>
            </a:xfrm>
            <a:custGeom>
              <a:avLst/>
              <a:gdLst/>
              <a:ahLst/>
              <a:cxnLst/>
              <a:rect l="l" t="t" r="r" b="b"/>
              <a:pathLst>
                <a:path w="1352550" h="362585">
                  <a:moveTo>
                    <a:pt x="0" y="181069"/>
                  </a:moveTo>
                  <a:lnTo>
                    <a:pt x="675966" y="0"/>
                  </a:lnTo>
                  <a:lnTo>
                    <a:pt x="1351932" y="181069"/>
                  </a:lnTo>
                  <a:lnTo>
                    <a:pt x="675966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4374177" y="3936263"/>
            <a:ext cx="312644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62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882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882" spc="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882" spc="22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882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882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3838093" y="4823192"/>
            <a:ext cx="673474" cy="667310"/>
            <a:chOff x="4197439" y="5466284"/>
            <a:chExt cx="763270" cy="756285"/>
          </a:xfrm>
        </p:grpSpPr>
        <p:sp>
          <p:nvSpPr>
            <p:cNvPr id="68" name="object 68"/>
            <p:cNvSpPr/>
            <p:nvPr/>
          </p:nvSpPr>
          <p:spPr>
            <a:xfrm>
              <a:off x="4534052" y="5466284"/>
              <a:ext cx="87630" cy="393065"/>
            </a:xfrm>
            <a:custGeom>
              <a:avLst/>
              <a:gdLst/>
              <a:ahLst/>
              <a:cxnLst/>
              <a:rect l="l" t="t" r="r" b="b"/>
              <a:pathLst>
                <a:path w="87629" h="393064">
                  <a:moveTo>
                    <a:pt x="10336" y="307378"/>
                  </a:moveTo>
                  <a:lnTo>
                    <a:pt x="1430" y="312761"/>
                  </a:lnTo>
                  <a:lnTo>
                    <a:pt x="0" y="318559"/>
                  </a:lnTo>
                  <a:lnTo>
                    <a:pt x="44852" y="392937"/>
                  </a:lnTo>
                  <a:lnTo>
                    <a:pt x="55300" y="374365"/>
                  </a:lnTo>
                  <a:lnTo>
                    <a:pt x="35151" y="374365"/>
                  </a:lnTo>
                  <a:lnTo>
                    <a:pt x="34624" y="339485"/>
                  </a:lnTo>
                  <a:lnTo>
                    <a:pt x="16126" y="308809"/>
                  </a:lnTo>
                  <a:lnTo>
                    <a:pt x="10336" y="307378"/>
                  </a:lnTo>
                  <a:close/>
                </a:path>
                <a:path w="87629" h="393064">
                  <a:moveTo>
                    <a:pt x="34624" y="339485"/>
                  </a:moveTo>
                  <a:lnTo>
                    <a:pt x="35151" y="374365"/>
                  </a:lnTo>
                  <a:lnTo>
                    <a:pt x="53987" y="374081"/>
                  </a:lnTo>
                  <a:lnTo>
                    <a:pt x="53919" y="369595"/>
                  </a:lnTo>
                  <a:lnTo>
                    <a:pt x="36362" y="369595"/>
                  </a:lnTo>
                  <a:lnTo>
                    <a:pt x="44286" y="355508"/>
                  </a:lnTo>
                  <a:lnTo>
                    <a:pt x="34624" y="339485"/>
                  </a:lnTo>
                  <a:close/>
                </a:path>
                <a:path w="87629" h="393064">
                  <a:moveTo>
                    <a:pt x="76768" y="306372"/>
                  </a:moveTo>
                  <a:lnTo>
                    <a:pt x="71024" y="307978"/>
                  </a:lnTo>
                  <a:lnTo>
                    <a:pt x="53461" y="339200"/>
                  </a:lnTo>
                  <a:lnTo>
                    <a:pt x="53987" y="374081"/>
                  </a:lnTo>
                  <a:lnTo>
                    <a:pt x="35151" y="374365"/>
                  </a:lnTo>
                  <a:lnTo>
                    <a:pt x="55300" y="374365"/>
                  </a:lnTo>
                  <a:lnTo>
                    <a:pt x="87438" y="317235"/>
                  </a:lnTo>
                  <a:lnTo>
                    <a:pt x="85834" y="311485"/>
                  </a:lnTo>
                  <a:lnTo>
                    <a:pt x="76768" y="306372"/>
                  </a:lnTo>
                  <a:close/>
                </a:path>
                <a:path w="87629" h="393064">
                  <a:moveTo>
                    <a:pt x="44286" y="355508"/>
                  </a:moveTo>
                  <a:lnTo>
                    <a:pt x="36362" y="369595"/>
                  </a:lnTo>
                  <a:lnTo>
                    <a:pt x="52632" y="369349"/>
                  </a:lnTo>
                  <a:lnTo>
                    <a:pt x="44286" y="355508"/>
                  </a:lnTo>
                  <a:close/>
                </a:path>
                <a:path w="87629" h="393064">
                  <a:moveTo>
                    <a:pt x="53461" y="339200"/>
                  </a:moveTo>
                  <a:lnTo>
                    <a:pt x="44286" y="355508"/>
                  </a:lnTo>
                  <a:lnTo>
                    <a:pt x="52632" y="369349"/>
                  </a:lnTo>
                  <a:lnTo>
                    <a:pt x="36362" y="369595"/>
                  </a:lnTo>
                  <a:lnTo>
                    <a:pt x="53919" y="369595"/>
                  </a:lnTo>
                  <a:lnTo>
                    <a:pt x="53461" y="339200"/>
                  </a:lnTo>
                  <a:close/>
                </a:path>
                <a:path w="87629" h="393064">
                  <a:moveTo>
                    <a:pt x="48340" y="0"/>
                  </a:moveTo>
                  <a:lnTo>
                    <a:pt x="29504" y="285"/>
                  </a:lnTo>
                  <a:lnTo>
                    <a:pt x="34624" y="339485"/>
                  </a:lnTo>
                  <a:lnTo>
                    <a:pt x="44286" y="355508"/>
                  </a:lnTo>
                  <a:lnTo>
                    <a:pt x="53461" y="339200"/>
                  </a:lnTo>
                  <a:lnTo>
                    <a:pt x="4834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9" name="object 69"/>
            <p:cNvSpPr/>
            <p:nvPr/>
          </p:nvSpPr>
          <p:spPr>
            <a:xfrm>
              <a:off x="4206868" y="5859179"/>
              <a:ext cx="744220" cy="353695"/>
            </a:xfrm>
            <a:custGeom>
              <a:avLst/>
              <a:gdLst/>
              <a:ahLst/>
              <a:cxnLst/>
              <a:rect l="l" t="t" r="r" b="b"/>
              <a:pathLst>
                <a:path w="744220" h="353695">
                  <a:moveTo>
                    <a:pt x="567527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7" y="24133"/>
                  </a:lnTo>
                  <a:lnTo>
                    <a:pt x="51707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7" y="301754"/>
                  </a:lnTo>
                  <a:lnTo>
                    <a:pt x="87437" y="329393"/>
                  </a:lnTo>
                  <a:lnTo>
                    <a:pt x="129610" y="347213"/>
                  </a:lnTo>
                  <a:lnTo>
                    <a:pt x="176542" y="353527"/>
                  </a:lnTo>
                  <a:lnTo>
                    <a:pt x="567527" y="353527"/>
                  </a:lnTo>
                  <a:lnTo>
                    <a:pt x="614459" y="347213"/>
                  </a:lnTo>
                  <a:lnTo>
                    <a:pt x="656631" y="329393"/>
                  </a:lnTo>
                  <a:lnTo>
                    <a:pt x="692361" y="301754"/>
                  </a:lnTo>
                  <a:lnTo>
                    <a:pt x="719966" y="265979"/>
                  </a:lnTo>
                  <a:lnTo>
                    <a:pt x="737763" y="223754"/>
                  </a:lnTo>
                  <a:lnTo>
                    <a:pt x="744070" y="176763"/>
                  </a:lnTo>
                  <a:lnTo>
                    <a:pt x="737763" y="129772"/>
                  </a:lnTo>
                  <a:lnTo>
                    <a:pt x="719966" y="87547"/>
                  </a:lnTo>
                  <a:lnTo>
                    <a:pt x="692361" y="51772"/>
                  </a:lnTo>
                  <a:lnTo>
                    <a:pt x="656631" y="24133"/>
                  </a:lnTo>
                  <a:lnTo>
                    <a:pt x="614459" y="6314"/>
                  </a:lnTo>
                  <a:lnTo>
                    <a:pt x="567527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0" name="object 70"/>
            <p:cNvSpPr/>
            <p:nvPr/>
          </p:nvSpPr>
          <p:spPr>
            <a:xfrm>
              <a:off x="4206868" y="5859179"/>
              <a:ext cx="744220" cy="353695"/>
            </a:xfrm>
            <a:custGeom>
              <a:avLst/>
              <a:gdLst/>
              <a:ahLst/>
              <a:cxnLst/>
              <a:rect l="l" t="t" r="r" b="b"/>
              <a:pathLst>
                <a:path w="744220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567528" y="0"/>
                  </a:lnTo>
                  <a:lnTo>
                    <a:pt x="614460" y="6314"/>
                  </a:lnTo>
                  <a:lnTo>
                    <a:pt x="656632" y="24133"/>
                  </a:lnTo>
                  <a:lnTo>
                    <a:pt x="692362" y="51772"/>
                  </a:lnTo>
                  <a:lnTo>
                    <a:pt x="719967" y="87547"/>
                  </a:lnTo>
                  <a:lnTo>
                    <a:pt x="737764" y="129772"/>
                  </a:lnTo>
                  <a:lnTo>
                    <a:pt x="744071" y="176763"/>
                  </a:lnTo>
                  <a:lnTo>
                    <a:pt x="737764" y="223754"/>
                  </a:lnTo>
                  <a:lnTo>
                    <a:pt x="719967" y="265979"/>
                  </a:lnTo>
                  <a:lnTo>
                    <a:pt x="692362" y="301753"/>
                  </a:lnTo>
                  <a:lnTo>
                    <a:pt x="656632" y="329393"/>
                  </a:lnTo>
                  <a:lnTo>
                    <a:pt x="614460" y="347212"/>
                  </a:lnTo>
                  <a:lnTo>
                    <a:pt x="567528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7">
              <a:solidFill>
                <a:srgbClr val="B93C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4583619" y="4821429"/>
            <a:ext cx="650501" cy="682438"/>
            <a:chOff x="5042367" y="5464286"/>
            <a:chExt cx="737235" cy="773430"/>
          </a:xfrm>
        </p:grpSpPr>
        <p:sp>
          <p:nvSpPr>
            <p:cNvPr id="72" name="object 72"/>
            <p:cNvSpPr/>
            <p:nvPr/>
          </p:nvSpPr>
          <p:spPr>
            <a:xfrm>
              <a:off x="5051795" y="5874762"/>
              <a:ext cx="718185" cy="353695"/>
            </a:xfrm>
            <a:custGeom>
              <a:avLst/>
              <a:gdLst/>
              <a:ahLst/>
              <a:cxnLst/>
              <a:rect l="l" t="t" r="r" b="b"/>
              <a:pathLst>
                <a:path w="718185" h="353695">
                  <a:moveTo>
                    <a:pt x="541312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80"/>
                  </a:lnTo>
                  <a:lnTo>
                    <a:pt x="51708" y="301754"/>
                  </a:lnTo>
                  <a:lnTo>
                    <a:pt x="87438" y="329394"/>
                  </a:lnTo>
                  <a:lnTo>
                    <a:pt x="129611" y="347213"/>
                  </a:lnTo>
                  <a:lnTo>
                    <a:pt x="176542" y="353527"/>
                  </a:lnTo>
                  <a:lnTo>
                    <a:pt x="541310" y="353527"/>
                  </a:lnTo>
                  <a:lnTo>
                    <a:pt x="588243" y="347213"/>
                  </a:lnTo>
                  <a:lnTo>
                    <a:pt x="630416" y="329393"/>
                  </a:lnTo>
                  <a:lnTo>
                    <a:pt x="666146" y="301754"/>
                  </a:lnTo>
                  <a:lnTo>
                    <a:pt x="693751" y="265979"/>
                  </a:lnTo>
                  <a:lnTo>
                    <a:pt x="711548" y="223754"/>
                  </a:lnTo>
                  <a:lnTo>
                    <a:pt x="717854" y="176763"/>
                  </a:lnTo>
                  <a:lnTo>
                    <a:pt x="711548" y="129772"/>
                  </a:lnTo>
                  <a:lnTo>
                    <a:pt x="693751" y="87547"/>
                  </a:lnTo>
                  <a:lnTo>
                    <a:pt x="666146" y="51772"/>
                  </a:lnTo>
                  <a:lnTo>
                    <a:pt x="630416" y="24133"/>
                  </a:lnTo>
                  <a:lnTo>
                    <a:pt x="588244" y="6314"/>
                  </a:lnTo>
                  <a:lnTo>
                    <a:pt x="541312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3" name="object 73"/>
            <p:cNvSpPr/>
            <p:nvPr/>
          </p:nvSpPr>
          <p:spPr>
            <a:xfrm>
              <a:off x="5051795" y="5874762"/>
              <a:ext cx="718185" cy="353695"/>
            </a:xfrm>
            <a:custGeom>
              <a:avLst/>
              <a:gdLst/>
              <a:ahLst/>
              <a:cxnLst/>
              <a:rect l="l" t="t" r="r" b="b"/>
              <a:pathLst>
                <a:path w="718185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1" y="6314"/>
                  </a:lnTo>
                  <a:lnTo>
                    <a:pt x="176543" y="0"/>
                  </a:lnTo>
                  <a:lnTo>
                    <a:pt x="541312" y="0"/>
                  </a:lnTo>
                  <a:lnTo>
                    <a:pt x="588244" y="6314"/>
                  </a:lnTo>
                  <a:lnTo>
                    <a:pt x="630416" y="24133"/>
                  </a:lnTo>
                  <a:lnTo>
                    <a:pt x="666147" y="51772"/>
                  </a:lnTo>
                  <a:lnTo>
                    <a:pt x="693752" y="87547"/>
                  </a:lnTo>
                  <a:lnTo>
                    <a:pt x="711549" y="129772"/>
                  </a:lnTo>
                  <a:lnTo>
                    <a:pt x="717855" y="176763"/>
                  </a:lnTo>
                  <a:lnTo>
                    <a:pt x="711548" y="223754"/>
                  </a:lnTo>
                  <a:lnTo>
                    <a:pt x="693751" y="265979"/>
                  </a:lnTo>
                  <a:lnTo>
                    <a:pt x="666146" y="301754"/>
                  </a:lnTo>
                  <a:lnTo>
                    <a:pt x="630416" y="329394"/>
                  </a:lnTo>
                  <a:lnTo>
                    <a:pt x="588243" y="347213"/>
                  </a:lnTo>
                  <a:lnTo>
                    <a:pt x="541311" y="353527"/>
                  </a:lnTo>
                  <a:lnTo>
                    <a:pt x="176543" y="353526"/>
                  </a:lnTo>
                  <a:lnTo>
                    <a:pt x="129611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3"/>
                  </a:lnTo>
                  <a:lnTo>
                    <a:pt x="0" y="176763"/>
                  </a:lnTo>
                  <a:close/>
                </a:path>
              </a:pathLst>
            </a:custGeom>
            <a:ln w="18857">
              <a:solidFill>
                <a:srgbClr val="608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4" name="object 74"/>
            <p:cNvSpPr/>
            <p:nvPr/>
          </p:nvSpPr>
          <p:spPr>
            <a:xfrm>
              <a:off x="5365799" y="5464286"/>
              <a:ext cx="87630" cy="410845"/>
            </a:xfrm>
            <a:custGeom>
              <a:avLst/>
              <a:gdLst/>
              <a:ahLst/>
              <a:cxnLst/>
              <a:rect l="l" t="t" r="r" b="b"/>
              <a:pathLst>
                <a:path w="87629" h="410845">
                  <a:moveTo>
                    <a:pt x="10326" y="324991"/>
                  </a:moveTo>
                  <a:lnTo>
                    <a:pt x="1424" y="330385"/>
                  </a:lnTo>
                  <a:lnTo>
                    <a:pt x="0" y="336182"/>
                  </a:lnTo>
                  <a:lnTo>
                    <a:pt x="44923" y="410519"/>
                  </a:lnTo>
                  <a:lnTo>
                    <a:pt x="55342" y="391956"/>
                  </a:lnTo>
                  <a:lnTo>
                    <a:pt x="35205" y="391956"/>
                  </a:lnTo>
                  <a:lnTo>
                    <a:pt x="34645" y="357076"/>
                  </a:lnTo>
                  <a:lnTo>
                    <a:pt x="16117" y="326419"/>
                  </a:lnTo>
                  <a:lnTo>
                    <a:pt x="10326" y="324991"/>
                  </a:lnTo>
                  <a:close/>
                </a:path>
                <a:path w="87629" h="410845">
                  <a:moveTo>
                    <a:pt x="34645" y="357076"/>
                  </a:moveTo>
                  <a:lnTo>
                    <a:pt x="35205" y="391956"/>
                  </a:lnTo>
                  <a:lnTo>
                    <a:pt x="54041" y="391652"/>
                  </a:lnTo>
                  <a:lnTo>
                    <a:pt x="53969" y="387184"/>
                  </a:lnTo>
                  <a:lnTo>
                    <a:pt x="36412" y="387184"/>
                  </a:lnTo>
                  <a:lnTo>
                    <a:pt x="44323" y="373090"/>
                  </a:lnTo>
                  <a:lnTo>
                    <a:pt x="34645" y="357076"/>
                  </a:lnTo>
                  <a:close/>
                </a:path>
                <a:path w="87629" h="410845">
                  <a:moveTo>
                    <a:pt x="76756" y="323922"/>
                  </a:moveTo>
                  <a:lnTo>
                    <a:pt x="71014" y="325535"/>
                  </a:lnTo>
                  <a:lnTo>
                    <a:pt x="53480" y="356774"/>
                  </a:lnTo>
                  <a:lnTo>
                    <a:pt x="54041" y="391652"/>
                  </a:lnTo>
                  <a:lnTo>
                    <a:pt x="35205" y="391956"/>
                  </a:lnTo>
                  <a:lnTo>
                    <a:pt x="55342" y="391956"/>
                  </a:lnTo>
                  <a:lnTo>
                    <a:pt x="87436" y="334775"/>
                  </a:lnTo>
                  <a:lnTo>
                    <a:pt x="85826" y="329026"/>
                  </a:lnTo>
                  <a:lnTo>
                    <a:pt x="76756" y="323922"/>
                  </a:lnTo>
                  <a:close/>
                </a:path>
                <a:path w="87629" h="410845">
                  <a:moveTo>
                    <a:pt x="44323" y="373090"/>
                  </a:moveTo>
                  <a:lnTo>
                    <a:pt x="36412" y="387184"/>
                  </a:lnTo>
                  <a:lnTo>
                    <a:pt x="52682" y="386922"/>
                  </a:lnTo>
                  <a:lnTo>
                    <a:pt x="44323" y="373090"/>
                  </a:lnTo>
                  <a:close/>
                </a:path>
                <a:path w="87629" h="410845">
                  <a:moveTo>
                    <a:pt x="53480" y="356774"/>
                  </a:moveTo>
                  <a:lnTo>
                    <a:pt x="44323" y="373090"/>
                  </a:lnTo>
                  <a:lnTo>
                    <a:pt x="52682" y="386922"/>
                  </a:lnTo>
                  <a:lnTo>
                    <a:pt x="36412" y="387184"/>
                  </a:lnTo>
                  <a:lnTo>
                    <a:pt x="53969" y="387184"/>
                  </a:lnTo>
                  <a:lnTo>
                    <a:pt x="53480" y="356774"/>
                  </a:lnTo>
                  <a:close/>
                </a:path>
                <a:path w="87629" h="410845">
                  <a:moveTo>
                    <a:pt x="47749" y="0"/>
                  </a:moveTo>
                  <a:lnTo>
                    <a:pt x="28914" y="303"/>
                  </a:lnTo>
                  <a:lnTo>
                    <a:pt x="34645" y="357076"/>
                  </a:lnTo>
                  <a:lnTo>
                    <a:pt x="44323" y="373090"/>
                  </a:lnTo>
                  <a:lnTo>
                    <a:pt x="53480" y="356774"/>
                  </a:lnTo>
                  <a:lnTo>
                    <a:pt x="47749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5475018" y="3919202"/>
            <a:ext cx="29863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025822" y="5235388"/>
            <a:ext cx="298637" cy="168086"/>
          </a:xfrm>
          <a:prstGeom prst="rect">
            <a:avLst/>
          </a:prstGeom>
        </p:spPr>
        <p:txBody>
          <a:bodyPr vert="horz" wrap="square" lIns="0" tIns="5043" rIns="0" bIns="0" rtlCol="0">
            <a:spAutoFit/>
          </a:bodyPr>
          <a:lstStyle/>
          <a:p>
            <a:pPr marL="11206">
              <a:spcBef>
                <a:spcPts val="40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783653" y="5248836"/>
            <a:ext cx="250451" cy="168086"/>
          </a:xfrm>
          <a:prstGeom prst="rect">
            <a:avLst/>
          </a:prstGeom>
        </p:spPr>
        <p:txBody>
          <a:bodyPr vert="horz" wrap="square" lIns="0" tIns="5043" rIns="0" bIns="0" rtlCol="0">
            <a:spAutoFit/>
          </a:bodyPr>
          <a:lstStyle/>
          <a:p>
            <a:pPr marL="11206">
              <a:spcBef>
                <a:spcPts val="40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41</a:t>
            </a:fld>
            <a:endParaRPr dirty="0"/>
          </a:p>
        </p:txBody>
      </p:sp>
      <p:sp>
        <p:nvSpPr>
          <p:cNvPr id="79" name="object 79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80" name="object 80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0021BE30-93EE-4B8A-8A40-F2E864C83F1C}" type="datetime1">
              <a:rPr lang="en-US" spc="-9" smtClean="0"/>
              <a:t>3/24/2022</a:t>
            </a:fld>
            <a:endParaRPr spc="-9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069983B-FC6E-4DF0-A8C3-B98A1CC221AD}"/>
              </a:ext>
            </a:extLst>
          </p:cNvPr>
          <p:cNvCxnSpPr>
            <a:endCxn id="29" idx="0"/>
          </p:cNvCxnSpPr>
          <p:nvPr/>
        </p:nvCxnSpPr>
        <p:spPr>
          <a:xfrm flipH="1">
            <a:off x="2499521" y="3970843"/>
            <a:ext cx="458456" cy="185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65C8B5E-52D2-41D8-95D9-9B4F68BC193F}"/>
              </a:ext>
            </a:extLst>
          </p:cNvPr>
          <p:cNvCxnSpPr>
            <a:endCxn id="61" idx="0"/>
          </p:cNvCxnSpPr>
          <p:nvPr/>
        </p:nvCxnSpPr>
        <p:spPr>
          <a:xfrm flipH="1">
            <a:off x="4169719" y="4171628"/>
            <a:ext cx="359092" cy="306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91FB4F9-5670-4CA5-AB13-2334E2A65B5E}"/>
              </a:ext>
            </a:extLst>
          </p:cNvPr>
          <p:cNvCxnSpPr>
            <a:endCxn id="49" idx="0"/>
          </p:cNvCxnSpPr>
          <p:nvPr/>
        </p:nvCxnSpPr>
        <p:spPr>
          <a:xfrm flipH="1">
            <a:off x="4526223" y="3052433"/>
            <a:ext cx="420098" cy="190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2CED929-440A-44CE-AE45-4E7A69878146}"/>
              </a:ext>
            </a:extLst>
          </p:cNvPr>
          <p:cNvCxnSpPr>
            <a:endCxn id="60" idx="0"/>
          </p:cNvCxnSpPr>
          <p:nvPr/>
        </p:nvCxnSpPr>
        <p:spPr>
          <a:xfrm>
            <a:off x="4526223" y="4171628"/>
            <a:ext cx="376813" cy="300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FFE2EB0-F78F-4244-BAD4-256707B4FE03}"/>
              </a:ext>
            </a:extLst>
          </p:cNvPr>
          <p:cNvCxnSpPr>
            <a:endCxn id="24" idx="0"/>
          </p:cNvCxnSpPr>
          <p:nvPr/>
        </p:nvCxnSpPr>
        <p:spPr>
          <a:xfrm>
            <a:off x="2909150" y="3979217"/>
            <a:ext cx="458007" cy="164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AE38072-6C93-4653-8BFD-2662D48EA975}"/>
              </a:ext>
            </a:extLst>
          </p:cNvPr>
          <p:cNvCxnSpPr>
            <a:endCxn id="48" idx="0"/>
          </p:cNvCxnSpPr>
          <p:nvPr/>
        </p:nvCxnSpPr>
        <p:spPr>
          <a:xfrm>
            <a:off x="4946321" y="3052433"/>
            <a:ext cx="381153" cy="186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3809" y="984948"/>
            <a:ext cx="5421406" cy="1119877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3" dirty="0"/>
              <a:t>Simple</a:t>
            </a:r>
            <a:r>
              <a:rPr spc="-35" dirty="0"/>
              <a:t> </a:t>
            </a:r>
            <a:r>
              <a:rPr spc="-22" dirty="0"/>
              <a:t>greedy</a:t>
            </a:r>
            <a:r>
              <a:rPr spc="-35" dirty="0"/>
              <a:t> </a:t>
            </a:r>
            <a:r>
              <a:rPr spc="-13" dirty="0"/>
              <a:t>decision</a:t>
            </a:r>
            <a:r>
              <a:rPr spc="-31" dirty="0"/>
              <a:t> </a:t>
            </a:r>
            <a:r>
              <a:rPr spc="-22" dirty="0"/>
              <a:t>tree</a:t>
            </a:r>
            <a:r>
              <a:rPr spc="-35" dirty="0"/>
              <a:t> </a:t>
            </a:r>
            <a:r>
              <a:rPr spc="-13" dirty="0"/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5176" y="2225118"/>
            <a:ext cx="6439460" cy="2486025"/>
            <a:chOff x="952799" y="2521800"/>
            <a:chExt cx="7298055" cy="2817495"/>
          </a:xfrm>
        </p:grpSpPr>
        <p:sp>
          <p:nvSpPr>
            <p:cNvPr id="4" name="object 4"/>
            <p:cNvSpPr/>
            <p:nvPr/>
          </p:nvSpPr>
          <p:spPr>
            <a:xfrm>
              <a:off x="952799" y="2521800"/>
              <a:ext cx="6203315" cy="845185"/>
            </a:xfrm>
            <a:custGeom>
              <a:avLst/>
              <a:gdLst/>
              <a:ahLst/>
              <a:cxnLst/>
              <a:rect l="l" t="t" r="r" b="b"/>
              <a:pathLst>
                <a:path w="6203315" h="845185">
                  <a:moveTo>
                    <a:pt x="6118680" y="0"/>
                  </a:moveTo>
                  <a:lnTo>
                    <a:pt x="84410" y="0"/>
                  </a:lnTo>
                  <a:lnTo>
                    <a:pt x="51554" y="6641"/>
                  </a:lnTo>
                  <a:lnTo>
                    <a:pt x="24723" y="24754"/>
                  </a:lnTo>
                  <a:lnTo>
                    <a:pt x="6633" y="51618"/>
                  </a:lnTo>
                  <a:lnTo>
                    <a:pt x="0" y="84515"/>
                  </a:lnTo>
                  <a:lnTo>
                    <a:pt x="0" y="760632"/>
                  </a:lnTo>
                  <a:lnTo>
                    <a:pt x="6633" y="793529"/>
                  </a:lnTo>
                  <a:lnTo>
                    <a:pt x="24723" y="820393"/>
                  </a:lnTo>
                  <a:lnTo>
                    <a:pt x="51554" y="838506"/>
                  </a:lnTo>
                  <a:lnTo>
                    <a:pt x="84410" y="845148"/>
                  </a:lnTo>
                  <a:lnTo>
                    <a:pt x="6118680" y="845148"/>
                  </a:lnTo>
                  <a:lnTo>
                    <a:pt x="6151537" y="838506"/>
                  </a:lnTo>
                  <a:lnTo>
                    <a:pt x="6178367" y="820393"/>
                  </a:lnTo>
                  <a:lnTo>
                    <a:pt x="6196457" y="793529"/>
                  </a:lnTo>
                  <a:lnTo>
                    <a:pt x="6203091" y="760632"/>
                  </a:lnTo>
                  <a:lnTo>
                    <a:pt x="6203091" y="84515"/>
                  </a:lnTo>
                  <a:lnTo>
                    <a:pt x="6196457" y="51618"/>
                  </a:lnTo>
                  <a:lnTo>
                    <a:pt x="6178367" y="24754"/>
                  </a:lnTo>
                  <a:lnTo>
                    <a:pt x="6151537" y="6641"/>
                  </a:lnTo>
                  <a:lnTo>
                    <a:pt x="6118680" y="0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1500131" y="3507807"/>
              <a:ext cx="6203315" cy="845185"/>
            </a:xfrm>
            <a:custGeom>
              <a:avLst/>
              <a:gdLst/>
              <a:ahLst/>
              <a:cxnLst/>
              <a:rect l="l" t="t" r="r" b="b"/>
              <a:pathLst>
                <a:path w="6203315" h="845185">
                  <a:moveTo>
                    <a:pt x="6118680" y="0"/>
                  </a:moveTo>
                  <a:lnTo>
                    <a:pt x="84410" y="0"/>
                  </a:lnTo>
                  <a:lnTo>
                    <a:pt x="51553" y="6641"/>
                  </a:lnTo>
                  <a:lnTo>
                    <a:pt x="24723" y="24754"/>
                  </a:lnTo>
                  <a:lnTo>
                    <a:pt x="6633" y="51618"/>
                  </a:lnTo>
                  <a:lnTo>
                    <a:pt x="0" y="84515"/>
                  </a:lnTo>
                  <a:lnTo>
                    <a:pt x="0" y="760632"/>
                  </a:lnTo>
                  <a:lnTo>
                    <a:pt x="6633" y="793529"/>
                  </a:lnTo>
                  <a:lnTo>
                    <a:pt x="24723" y="820393"/>
                  </a:lnTo>
                  <a:lnTo>
                    <a:pt x="51553" y="838506"/>
                  </a:lnTo>
                  <a:lnTo>
                    <a:pt x="84410" y="845148"/>
                  </a:lnTo>
                  <a:lnTo>
                    <a:pt x="6118680" y="845148"/>
                  </a:lnTo>
                  <a:lnTo>
                    <a:pt x="6151537" y="838506"/>
                  </a:lnTo>
                  <a:lnTo>
                    <a:pt x="6178367" y="820393"/>
                  </a:lnTo>
                  <a:lnTo>
                    <a:pt x="6196457" y="793529"/>
                  </a:lnTo>
                  <a:lnTo>
                    <a:pt x="6203091" y="760632"/>
                  </a:lnTo>
                  <a:lnTo>
                    <a:pt x="6203091" y="84515"/>
                  </a:lnTo>
                  <a:lnTo>
                    <a:pt x="6196457" y="51618"/>
                  </a:lnTo>
                  <a:lnTo>
                    <a:pt x="6178367" y="24754"/>
                  </a:lnTo>
                  <a:lnTo>
                    <a:pt x="6151537" y="6641"/>
                  </a:lnTo>
                  <a:lnTo>
                    <a:pt x="6118680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2047462" y="4493813"/>
              <a:ext cx="6203315" cy="845185"/>
            </a:xfrm>
            <a:custGeom>
              <a:avLst/>
              <a:gdLst/>
              <a:ahLst/>
              <a:cxnLst/>
              <a:rect l="l" t="t" r="r" b="b"/>
              <a:pathLst>
                <a:path w="6203315" h="845185">
                  <a:moveTo>
                    <a:pt x="6118680" y="0"/>
                  </a:moveTo>
                  <a:lnTo>
                    <a:pt x="84410" y="0"/>
                  </a:lnTo>
                  <a:lnTo>
                    <a:pt x="51554" y="6641"/>
                  </a:lnTo>
                  <a:lnTo>
                    <a:pt x="24723" y="24753"/>
                  </a:lnTo>
                  <a:lnTo>
                    <a:pt x="6633" y="51618"/>
                  </a:lnTo>
                  <a:lnTo>
                    <a:pt x="0" y="84515"/>
                  </a:lnTo>
                  <a:lnTo>
                    <a:pt x="0" y="760630"/>
                  </a:lnTo>
                  <a:lnTo>
                    <a:pt x="6633" y="793528"/>
                  </a:lnTo>
                  <a:lnTo>
                    <a:pt x="24723" y="820393"/>
                  </a:lnTo>
                  <a:lnTo>
                    <a:pt x="51554" y="838505"/>
                  </a:lnTo>
                  <a:lnTo>
                    <a:pt x="84410" y="845146"/>
                  </a:lnTo>
                  <a:lnTo>
                    <a:pt x="6118680" y="845146"/>
                  </a:lnTo>
                  <a:lnTo>
                    <a:pt x="6151537" y="838505"/>
                  </a:lnTo>
                  <a:lnTo>
                    <a:pt x="6178368" y="820393"/>
                  </a:lnTo>
                  <a:lnTo>
                    <a:pt x="6196458" y="793528"/>
                  </a:lnTo>
                  <a:lnTo>
                    <a:pt x="6203091" y="760630"/>
                  </a:lnTo>
                  <a:lnTo>
                    <a:pt x="6203091" y="84515"/>
                  </a:lnTo>
                  <a:lnTo>
                    <a:pt x="6196458" y="51618"/>
                  </a:lnTo>
                  <a:lnTo>
                    <a:pt x="6178368" y="24753"/>
                  </a:lnTo>
                  <a:lnTo>
                    <a:pt x="6151537" y="6641"/>
                  </a:lnTo>
                  <a:lnTo>
                    <a:pt x="6118680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65570" y="2399517"/>
            <a:ext cx="5272928" cy="207553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spc="-9" dirty="0">
                <a:solidFill>
                  <a:srgbClr val="FFFFFF"/>
                </a:solidFill>
                <a:latin typeface="Calibri"/>
                <a:cs typeface="Calibri"/>
              </a:rPr>
              <a:t>Pick</a:t>
            </a:r>
            <a:r>
              <a:rPr sz="2118" spc="-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18" dirty="0">
                <a:solidFill>
                  <a:srgbClr val="FFFFFF"/>
                </a:solidFill>
                <a:latin typeface="Calibri"/>
                <a:cs typeface="Calibri"/>
              </a:rPr>
              <a:t>best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26" dirty="0">
                <a:solidFill>
                  <a:srgbClr val="FFFFFF"/>
                </a:solidFill>
                <a:latin typeface="Calibri"/>
                <a:cs typeface="Calibri"/>
              </a:rPr>
              <a:t>feature </a:t>
            </a:r>
            <a:r>
              <a:rPr sz="2118" spc="-18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9" dirty="0">
                <a:solidFill>
                  <a:srgbClr val="FFFFFF"/>
                </a:solidFill>
                <a:latin typeface="Calibri"/>
                <a:cs typeface="Calibri"/>
              </a:rPr>
              <a:t>split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9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2118" dirty="0">
              <a:latin typeface="Calibri"/>
              <a:cs typeface="Calibri"/>
            </a:endParaRPr>
          </a:p>
          <a:p>
            <a:pPr>
              <a:spcBef>
                <a:spcPts val="13"/>
              </a:spcBef>
            </a:pPr>
            <a:endParaRPr sz="3530" dirty="0">
              <a:latin typeface="Calibri"/>
              <a:cs typeface="Calibri"/>
            </a:endParaRPr>
          </a:p>
          <a:p>
            <a:pPr marL="493645"/>
            <a:r>
              <a:rPr sz="2118" spc="-13" dirty="0">
                <a:solidFill>
                  <a:srgbClr val="FFFFFF"/>
                </a:solidFill>
                <a:latin typeface="Calibri"/>
                <a:cs typeface="Calibri"/>
              </a:rPr>
              <a:t>Learn</a:t>
            </a:r>
            <a:r>
              <a:rPr sz="2118" spc="-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13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9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9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9" dirty="0">
                <a:solidFill>
                  <a:srgbClr val="FFFFFF"/>
                </a:solidFill>
                <a:latin typeface="Calibri"/>
                <a:cs typeface="Calibri"/>
              </a:rPr>
              <a:t>split</a:t>
            </a:r>
            <a:endParaRPr sz="2118" dirty="0">
              <a:latin typeface="Calibri"/>
              <a:cs typeface="Calibri"/>
            </a:endParaRPr>
          </a:p>
          <a:p>
            <a:pPr>
              <a:spcBef>
                <a:spcPts val="9"/>
              </a:spcBef>
            </a:pPr>
            <a:endParaRPr sz="3530" dirty="0">
              <a:latin typeface="Calibri"/>
              <a:cs typeface="Calibri"/>
            </a:endParaRPr>
          </a:p>
          <a:p>
            <a:pPr marL="976645">
              <a:spcBef>
                <a:spcPts val="4"/>
              </a:spcBef>
            </a:pPr>
            <a:r>
              <a:rPr sz="2118" spc="-18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2118" spc="-13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13" dirty="0">
                <a:solidFill>
                  <a:srgbClr val="FFFFFF"/>
                </a:solidFill>
                <a:latin typeface="Calibri"/>
                <a:cs typeface="Calibri"/>
              </a:rPr>
              <a:t>leaf </a:t>
            </a:r>
            <a:r>
              <a:rPr sz="2118" spc="-9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118" spc="-1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18" spc="-13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lang="en-US" sz="2118" spc="-13" dirty="0">
                <a:solidFill>
                  <a:srgbClr val="FFFFFF"/>
                </a:solidFill>
                <a:latin typeface="Calibri"/>
                <a:cs typeface="Calibri"/>
              </a:rPr>
              <a:t> do </a:t>
            </a:r>
            <a:r>
              <a:rPr sz="2118" spc="-22" dirty="0">
                <a:solidFill>
                  <a:srgbClr val="FFFFFF"/>
                </a:solidFill>
                <a:latin typeface="Calibri"/>
                <a:cs typeface="Calibri"/>
              </a:rPr>
              <a:t>recurs</a:t>
            </a:r>
            <a:r>
              <a:rPr lang="en-US" sz="2118" spc="-22" dirty="0">
                <a:solidFill>
                  <a:srgbClr val="FFFFFF"/>
                </a:solidFill>
                <a:latin typeface="Calibri"/>
                <a:cs typeface="Calibri"/>
              </a:rPr>
              <a:t>ion</a:t>
            </a:r>
            <a:endParaRPr sz="2118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299" y="2698824"/>
            <a:ext cx="6050616" cy="2904565"/>
            <a:chOff x="855472" y="3058667"/>
            <a:chExt cx="6857365" cy="3291840"/>
          </a:xfrm>
        </p:grpSpPr>
        <p:sp>
          <p:nvSpPr>
            <p:cNvPr id="9" name="object 9"/>
            <p:cNvSpPr/>
            <p:nvPr/>
          </p:nvSpPr>
          <p:spPr>
            <a:xfrm>
              <a:off x="6607229" y="3162705"/>
              <a:ext cx="549275" cy="549910"/>
            </a:xfrm>
            <a:custGeom>
              <a:avLst/>
              <a:gdLst/>
              <a:ahLst/>
              <a:cxnLst/>
              <a:rect l="l" t="t" r="r" b="b"/>
              <a:pathLst>
                <a:path w="549275" h="549910">
                  <a:moveTo>
                    <a:pt x="425212" y="0"/>
                  </a:moveTo>
                  <a:lnTo>
                    <a:pt x="123449" y="0"/>
                  </a:lnTo>
                  <a:lnTo>
                    <a:pt x="123449" y="302139"/>
                  </a:lnTo>
                  <a:lnTo>
                    <a:pt x="0" y="302139"/>
                  </a:lnTo>
                  <a:lnTo>
                    <a:pt x="274331" y="549346"/>
                  </a:lnTo>
                  <a:lnTo>
                    <a:pt x="548661" y="302139"/>
                  </a:lnTo>
                  <a:lnTo>
                    <a:pt x="425212" y="302139"/>
                  </a:lnTo>
                  <a:lnTo>
                    <a:pt x="425212" y="0"/>
                  </a:lnTo>
                  <a:close/>
                </a:path>
              </a:pathLst>
            </a:custGeom>
            <a:solidFill>
              <a:srgbClr val="CCDBEA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6607229" y="3162705"/>
              <a:ext cx="549275" cy="549910"/>
            </a:xfrm>
            <a:custGeom>
              <a:avLst/>
              <a:gdLst/>
              <a:ahLst/>
              <a:cxnLst/>
              <a:rect l="l" t="t" r="r" b="b"/>
              <a:pathLst>
                <a:path w="549275" h="549910">
                  <a:moveTo>
                    <a:pt x="0" y="302140"/>
                  </a:moveTo>
                  <a:lnTo>
                    <a:pt x="123448" y="302140"/>
                  </a:lnTo>
                  <a:lnTo>
                    <a:pt x="123448" y="0"/>
                  </a:lnTo>
                  <a:lnTo>
                    <a:pt x="425212" y="0"/>
                  </a:lnTo>
                  <a:lnTo>
                    <a:pt x="425212" y="302140"/>
                  </a:lnTo>
                  <a:lnTo>
                    <a:pt x="548661" y="302140"/>
                  </a:lnTo>
                  <a:lnTo>
                    <a:pt x="274330" y="549346"/>
                  </a:lnTo>
                  <a:lnTo>
                    <a:pt x="0" y="302140"/>
                  </a:lnTo>
                  <a:close/>
                </a:path>
              </a:pathLst>
            </a:custGeom>
            <a:ln w="18850">
              <a:solidFill>
                <a:srgbClr val="CCDBEA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7154561" y="4143076"/>
              <a:ext cx="549275" cy="549910"/>
            </a:xfrm>
            <a:custGeom>
              <a:avLst/>
              <a:gdLst/>
              <a:ahLst/>
              <a:cxnLst/>
              <a:rect l="l" t="t" r="r" b="b"/>
              <a:pathLst>
                <a:path w="549275" h="549910">
                  <a:moveTo>
                    <a:pt x="425212" y="0"/>
                  </a:moveTo>
                  <a:lnTo>
                    <a:pt x="123449" y="0"/>
                  </a:lnTo>
                  <a:lnTo>
                    <a:pt x="123449" y="302140"/>
                  </a:lnTo>
                  <a:lnTo>
                    <a:pt x="0" y="302140"/>
                  </a:lnTo>
                  <a:lnTo>
                    <a:pt x="274330" y="549346"/>
                  </a:lnTo>
                  <a:lnTo>
                    <a:pt x="548661" y="302140"/>
                  </a:lnTo>
                  <a:lnTo>
                    <a:pt x="425212" y="302140"/>
                  </a:lnTo>
                  <a:lnTo>
                    <a:pt x="425212" y="0"/>
                  </a:lnTo>
                  <a:close/>
                </a:path>
              </a:pathLst>
            </a:custGeom>
            <a:solidFill>
              <a:srgbClr val="D9E8CC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7154561" y="4143076"/>
              <a:ext cx="549275" cy="549910"/>
            </a:xfrm>
            <a:custGeom>
              <a:avLst/>
              <a:gdLst/>
              <a:ahLst/>
              <a:cxnLst/>
              <a:rect l="l" t="t" r="r" b="b"/>
              <a:pathLst>
                <a:path w="549275" h="549910">
                  <a:moveTo>
                    <a:pt x="0" y="302140"/>
                  </a:moveTo>
                  <a:lnTo>
                    <a:pt x="123448" y="302140"/>
                  </a:lnTo>
                  <a:lnTo>
                    <a:pt x="123448" y="0"/>
                  </a:lnTo>
                  <a:lnTo>
                    <a:pt x="425212" y="0"/>
                  </a:lnTo>
                  <a:lnTo>
                    <a:pt x="425212" y="302140"/>
                  </a:lnTo>
                  <a:lnTo>
                    <a:pt x="548661" y="302140"/>
                  </a:lnTo>
                  <a:lnTo>
                    <a:pt x="274330" y="549346"/>
                  </a:lnTo>
                  <a:lnTo>
                    <a:pt x="0" y="302140"/>
                  </a:lnTo>
                  <a:close/>
                </a:path>
              </a:pathLst>
            </a:custGeom>
            <a:ln w="18850">
              <a:solidFill>
                <a:srgbClr val="D9E8CC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5472" y="3058667"/>
              <a:ext cx="3468624" cy="329184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94707" y="3324456"/>
              <a:ext cx="3292475" cy="2978785"/>
            </a:xfrm>
            <a:custGeom>
              <a:avLst/>
              <a:gdLst/>
              <a:ahLst/>
              <a:cxnLst/>
              <a:rect l="l" t="t" r="r" b="b"/>
              <a:pathLst>
                <a:path w="3292475" h="2978785">
                  <a:moveTo>
                    <a:pt x="135335" y="111952"/>
                  </a:moveTo>
                  <a:lnTo>
                    <a:pt x="94967" y="170167"/>
                  </a:lnTo>
                  <a:lnTo>
                    <a:pt x="89120" y="207688"/>
                  </a:lnTo>
                  <a:lnTo>
                    <a:pt x="78169" y="277321"/>
                  </a:lnTo>
                  <a:lnTo>
                    <a:pt x="66466" y="352780"/>
                  </a:lnTo>
                  <a:lnTo>
                    <a:pt x="60476" y="392398"/>
                  </a:lnTo>
                  <a:lnTo>
                    <a:pt x="48558" y="474473"/>
                  </a:lnTo>
                  <a:lnTo>
                    <a:pt x="37109" y="559528"/>
                  </a:lnTo>
                  <a:lnTo>
                    <a:pt x="26616" y="646441"/>
                  </a:lnTo>
                  <a:lnTo>
                    <a:pt x="17570" y="734094"/>
                  </a:lnTo>
                  <a:lnTo>
                    <a:pt x="10462" y="821382"/>
                  </a:lnTo>
                  <a:lnTo>
                    <a:pt x="5789" y="907211"/>
                  </a:lnTo>
                  <a:lnTo>
                    <a:pt x="4050" y="990177"/>
                  </a:lnTo>
                  <a:lnTo>
                    <a:pt x="4439" y="1030503"/>
                  </a:lnTo>
                  <a:lnTo>
                    <a:pt x="5757" y="1069799"/>
                  </a:lnTo>
                  <a:lnTo>
                    <a:pt x="8075" y="1107939"/>
                  </a:lnTo>
                  <a:lnTo>
                    <a:pt x="20332" y="1216449"/>
                  </a:lnTo>
                  <a:lnTo>
                    <a:pt x="31441" y="1289417"/>
                  </a:lnTo>
                  <a:lnTo>
                    <a:pt x="44673" y="1363287"/>
                  </a:lnTo>
                  <a:lnTo>
                    <a:pt x="59926" y="1437746"/>
                  </a:lnTo>
                  <a:lnTo>
                    <a:pt x="77097" y="1512478"/>
                  </a:lnTo>
                  <a:lnTo>
                    <a:pt x="96086" y="1587167"/>
                  </a:lnTo>
                  <a:lnTo>
                    <a:pt x="116791" y="1661496"/>
                  </a:lnTo>
                  <a:lnTo>
                    <a:pt x="139113" y="1735148"/>
                  </a:lnTo>
                  <a:lnTo>
                    <a:pt x="162952" y="1807808"/>
                  </a:lnTo>
                  <a:lnTo>
                    <a:pt x="188210" y="1879158"/>
                  </a:lnTo>
                  <a:lnTo>
                    <a:pt x="214789" y="1948881"/>
                  </a:lnTo>
                  <a:lnTo>
                    <a:pt x="242594" y="2016664"/>
                  </a:lnTo>
                  <a:lnTo>
                    <a:pt x="271531" y="2082191"/>
                  </a:lnTo>
                  <a:lnTo>
                    <a:pt x="301510" y="2145151"/>
                  </a:lnTo>
                  <a:lnTo>
                    <a:pt x="332442" y="2205233"/>
                  </a:lnTo>
                  <a:lnTo>
                    <a:pt x="364082" y="2261852"/>
                  </a:lnTo>
                  <a:lnTo>
                    <a:pt x="396169" y="2315817"/>
                  </a:lnTo>
                  <a:lnTo>
                    <a:pt x="428814" y="2368370"/>
                  </a:lnTo>
                  <a:lnTo>
                    <a:pt x="462192" y="2419428"/>
                  </a:lnTo>
                  <a:lnTo>
                    <a:pt x="496483" y="2468899"/>
                  </a:lnTo>
                  <a:lnTo>
                    <a:pt x="531869" y="2516694"/>
                  </a:lnTo>
                  <a:lnTo>
                    <a:pt x="568526" y="2562719"/>
                  </a:lnTo>
                  <a:lnTo>
                    <a:pt x="606636" y="2606875"/>
                  </a:lnTo>
                  <a:lnTo>
                    <a:pt x="646372" y="2649065"/>
                  </a:lnTo>
                  <a:lnTo>
                    <a:pt x="687909" y="2689184"/>
                  </a:lnTo>
                  <a:lnTo>
                    <a:pt x="731414" y="2727124"/>
                  </a:lnTo>
                  <a:lnTo>
                    <a:pt x="777050" y="2762778"/>
                  </a:lnTo>
                  <a:lnTo>
                    <a:pt x="824976" y="2796038"/>
                  </a:lnTo>
                  <a:lnTo>
                    <a:pt x="875343" y="2826799"/>
                  </a:lnTo>
                  <a:lnTo>
                    <a:pt x="928299" y="2854957"/>
                  </a:lnTo>
                  <a:lnTo>
                    <a:pt x="983990" y="2880414"/>
                  </a:lnTo>
                  <a:lnTo>
                    <a:pt x="1042315" y="2902999"/>
                  </a:lnTo>
                  <a:lnTo>
                    <a:pt x="1105458" y="2922628"/>
                  </a:lnTo>
                  <a:lnTo>
                    <a:pt x="1173641" y="2938913"/>
                  </a:lnTo>
                  <a:lnTo>
                    <a:pt x="1245510" y="2951975"/>
                  </a:lnTo>
                  <a:lnTo>
                    <a:pt x="1320869" y="2962161"/>
                  </a:lnTo>
                  <a:lnTo>
                    <a:pt x="1399092" y="2969707"/>
                  </a:lnTo>
                  <a:lnTo>
                    <a:pt x="1479547" y="2974828"/>
                  </a:lnTo>
                  <a:lnTo>
                    <a:pt x="1561590" y="2977744"/>
                  </a:lnTo>
                  <a:lnTo>
                    <a:pt x="1644579" y="2978665"/>
                  </a:lnTo>
                  <a:lnTo>
                    <a:pt x="1727862" y="2977802"/>
                  </a:lnTo>
                  <a:lnTo>
                    <a:pt x="1810788" y="2975362"/>
                  </a:lnTo>
                  <a:lnTo>
                    <a:pt x="1892702" y="2971552"/>
                  </a:lnTo>
                  <a:lnTo>
                    <a:pt x="1972948" y="2966577"/>
                  </a:lnTo>
                  <a:lnTo>
                    <a:pt x="2050869" y="2960646"/>
                  </a:lnTo>
                  <a:lnTo>
                    <a:pt x="2125808" y="2953961"/>
                  </a:lnTo>
                  <a:lnTo>
                    <a:pt x="2231106" y="2942981"/>
                  </a:lnTo>
                  <a:lnTo>
                    <a:pt x="2389031" y="2922083"/>
                  </a:lnTo>
                  <a:lnTo>
                    <a:pt x="1643998" y="2922083"/>
                  </a:lnTo>
                  <a:lnTo>
                    <a:pt x="1562221" y="2921162"/>
                  </a:lnTo>
                  <a:lnTo>
                    <a:pt x="1481557" y="2918278"/>
                  </a:lnTo>
                  <a:lnTo>
                    <a:pt x="1402686" y="2913235"/>
                  </a:lnTo>
                  <a:lnTo>
                    <a:pt x="1326298" y="2905838"/>
                  </a:lnTo>
                  <a:lnTo>
                    <a:pt x="1253088" y="2895899"/>
                  </a:lnTo>
                  <a:lnTo>
                    <a:pt x="1183756" y="2883241"/>
                  </a:lnTo>
                  <a:lnTo>
                    <a:pt x="1119440" y="2867800"/>
                  </a:lnTo>
                  <a:lnTo>
                    <a:pt x="1060109" y="2849291"/>
                  </a:lnTo>
                  <a:lnTo>
                    <a:pt x="1004404" y="2827649"/>
                  </a:lnTo>
                  <a:lnTo>
                    <a:pt x="951812" y="2803502"/>
                  </a:lnTo>
                  <a:lnTo>
                    <a:pt x="901891" y="2776846"/>
                  </a:lnTo>
                  <a:lnTo>
                    <a:pt x="854446" y="2747755"/>
                  </a:lnTo>
                  <a:lnTo>
                    <a:pt x="809284" y="2716298"/>
                  </a:lnTo>
                  <a:lnTo>
                    <a:pt x="766216" y="2682539"/>
                  </a:lnTo>
                  <a:lnTo>
                    <a:pt x="725059" y="2646540"/>
                  </a:lnTo>
                  <a:lnTo>
                    <a:pt x="685636" y="2608365"/>
                  </a:lnTo>
                  <a:lnTo>
                    <a:pt x="647773" y="2568075"/>
                  </a:lnTo>
                  <a:lnTo>
                    <a:pt x="611305" y="2525740"/>
                  </a:lnTo>
                  <a:lnTo>
                    <a:pt x="576066" y="2481428"/>
                  </a:lnTo>
                  <a:lnTo>
                    <a:pt x="541894" y="2435214"/>
                  </a:lnTo>
                  <a:lnTo>
                    <a:pt x="508627" y="2387174"/>
                  </a:lnTo>
                  <a:lnTo>
                    <a:pt x="476105" y="2337389"/>
                  </a:lnTo>
                  <a:lnTo>
                    <a:pt x="444164" y="2285939"/>
                  </a:lnTo>
                  <a:lnTo>
                    <a:pt x="412645" y="2232910"/>
                  </a:lnTo>
                  <a:lnTo>
                    <a:pt x="381766" y="2177611"/>
                  </a:lnTo>
                  <a:lnTo>
                    <a:pt x="351750" y="2119237"/>
                  </a:lnTo>
                  <a:lnTo>
                    <a:pt x="322550" y="2057850"/>
                  </a:lnTo>
                  <a:lnTo>
                    <a:pt x="294285" y="1993789"/>
                  </a:lnTo>
                  <a:lnTo>
                    <a:pt x="267069" y="1927390"/>
                  </a:lnTo>
                  <a:lnTo>
                    <a:pt x="241012" y="1858986"/>
                  </a:lnTo>
                  <a:lnTo>
                    <a:pt x="216222" y="1788910"/>
                  </a:lnTo>
                  <a:lnTo>
                    <a:pt x="192807" y="1717494"/>
                  </a:lnTo>
                  <a:lnTo>
                    <a:pt x="170873" y="1645070"/>
                  </a:lnTo>
                  <a:lnTo>
                    <a:pt x="150525" y="1571970"/>
                  </a:lnTo>
                  <a:lnTo>
                    <a:pt x="131867" y="1498525"/>
                  </a:lnTo>
                  <a:lnTo>
                    <a:pt x="115003" y="1425065"/>
                  </a:lnTo>
                  <a:lnTo>
                    <a:pt x="100037" y="1351925"/>
                  </a:lnTo>
                  <a:lnTo>
                    <a:pt x="87069" y="1279434"/>
                  </a:lnTo>
                  <a:lnTo>
                    <a:pt x="76203" y="1207930"/>
                  </a:lnTo>
                  <a:lnTo>
                    <a:pt x="67539" y="1137746"/>
                  </a:lnTo>
                  <a:lnTo>
                    <a:pt x="62169" y="1066383"/>
                  </a:lnTo>
                  <a:lnTo>
                    <a:pt x="60563" y="989642"/>
                  </a:lnTo>
                  <a:lnTo>
                    <a:pt x="62291" y="908408"/>
                  </a:lnTo>
                  <a:lnTo>
                    <a:pt x="66893" y="824472"/>
                  </a:lnTo>
                  <a:lnTo>
                    <a:pt x="73898" y="738699"/>
                  </a:lnTo>
                  <a:lnTo>
                    <a:pt x="82832" y="652261"/>
                  </a:lnTo>
                  <a:lnTo>
                    <a:pt x="93215" y="566322"/>
                  </a:lnTo>
                  <a:lnTo>
                    <a:pt x="104566" y="482033"/>
                  </a:lnTo>
                  <a:lnTo>
                    <a:pt x="116403" y="400541"/>
                  </a:lnTo>
                  <a:lnTo>
                    <a:pt x="122345" y="361250"/>
                  </a:lnTo>
                  <a:lnTo>
                    <a:pt x="128235" y="323023"/>
                  </a:lnTo>
                  <a:lnTo>
                    <a:pt x="144947" y="216491"/>
                  </a:lnTo>
                  <a:lnTo>
                    <a:pt x="149997" y="184162"/>
                  </a:lnTo>
                  <a:lnTo>
                    <a:pt x="154859" y="152496"/>
                  </a:lnTo>
                  <a:lnTo>
                    <a:pt x="135335" y="111952"/>
                  </a:lnTo>
                  <a:close/>
                </a:path>
                <a:path w="3292475" h="2978785">
                  <a:moveTo>
                    <a:pt x="3288956" y="2002048"/>
                  </a:moveTo>
                  <a:lnTo>
                    <a:pt x="3232464" y="2003675"/>
                  </a:lnTo>
                  <a:lnTo>
                    <a:pt x="3235031" y="2093015"/>
                  </a:lnTo>
                  <a:lnTo>
                    <a:pt x="3235543" y="2180687"/>
                  </a:lnTo>
                  <a:lnTo>
                    <a:pt x="3234407" y="2223230"/>
                  </a:lnTo>
                  <a:lnTo>
                    <a:pt x="3232021" y="2265192"/>
                  </a:lnTo>
                  <a:lnTo>
                    <a:pt x="3228146" y="2306186"/>
                  </a:lnTo>
                  <a:lnTo>
                    <a:pt x="3222549" y="2346076"/>
                  </a:lnTo>
                  <a:lnTo>
                    <a:pt x="3215009" y="2384724"/>
                  </a:lnTo>
                  <a:lnTo>
                    <a:pt x="3205307" y="2422001"/>
                  </a:lnTo>
                  <a:lnTo>
                    <a:pt x="3178571" y="2491994"/>
                  </a:lnTo>
                  <a:lnTo>
                    <a:pt x="3140629" y="2555341"/>
                  </a:lnTo>
                  <a:lnTo>
                    <a:pt x="3089521" y="2611653"/>
                  </a:lnTo>
                  <a:lnTo>
                    <a:pt x="3058247" y="2637496"/>
                  </a:lnTo>
                  <a:lnTo>
                    <a:pt x="3022982" y="2662304"/>
                  </a:lnTo>
                  <a:lnTo>
                    <a:pt x="2984012" y="2685959"/>
                  </a:lnTo>
                  <a:lnTo>
                    <a:pt x="2941582" y="2708419"/>
                  </a:lnTo>
                  <a:lnTo>
                    <a:pt x="2895950" y="2729657"/>
                  </a:lnTo>
                  <a:lnTo>
                    <a:pt x="2847376" y="2749659"/>
                  </a:lnTo>
                  <a:lnTo>
                    <a:pt x="2796123" y="2768418"/>
                  </a:lnTo>
                  <a:lnTo>
                    <a:pt x="2742451" y="2785935"/>
                  </a:lnTo>
                  <a:lnTo>
                    <a:pt x="2686623" y="2802219"/>
                  </a:lnTo>
                  <a:lnTo>
                    <a:pt x="2628898" y="2817281"/>
                  </a:lnTo>
                  <a:lnTo>
                    <a:pt x="2569533" y="2831139"/>
                  </a:lnTo>
                  <a:lnTo>
                    <a:pt x="2508785" y="2843808"/>
                  </a:lnTo>
                  <a:lnTo>
                    <a:pt x="2446910" y="2855307"/>
                  </a:lnTo>
                  <a:lnTo>
                    <a:pt x="2384159" y="2865661"/>
                  </a:lnTo>
                  <a:lnTo>
                    <a:pt x="2256803" y="2883043"/>
                  </a:lnTo>
                  <a:lnTo>
                    <a:pt x="2120112" y="2897665"/>
                  </a:lnTo>
                  <a:lnTo>
                    <a:pt x="2045856" y="2904284"/>
                  </a:lnTo>
                  <a:lnTo>
                    <a:pt x="1968666" y="2910155"/>
                  </a:lnTo>
                  <a:lnTo>
                    <a:pt x="1889212" y="2915074"/>
                  </a:lnTo>
                  <a:lnTo>
                    <a:pt x="1808168" y="2918837"/>
                  </a:lnTo>
                  <a:lnTo>
                    <a:pt x="1726205" y="2921241"/>
                  </a:lnTo>
                  <a:lnTo>
                    <a:pt x="1643998" y="2922083"/>
                  </a:lnTo>
                  <a:lnTo>
                    <a:pt x="2389031" y="2922083"/>
                  </a:lnTo>
                  <a:lnTo>
                    <a:pt x="2457230" y="2910942"/>
                  </a:lnTo>
                  <a:lnTo>
                    <a:pt x="2520316" y="2899202"/>
                  </a:lnTo>
                  <a:lnTo>
                    <a:pt x="2582373" y="2886245"/>
                  </a:lnTo>
                  <a:lnTo>
                    <a:pt x="2643161" y="2872036"/>
                  </a:lnTo>
                  <a:lnTo>
                    <a:pt x="2702444" y="2856542"/>
                  </a:lnTo>
                  <a:lnTo>
                    <a:pt x="2759984" y="2839728"/>
                  </a:lnTo>
                  <a:lnTo>
                    <a:pt x="2815547" y="2821556"/>
                  </a:lnTo>
                  <a:lnTo>
                    <a:pt x="2868900" y="2801980"/>
                  </a:lnTo>
                  <a:lnTo>
                    <a:pt x="2919811" y="2780953"/>
                  </a:lnTo>
                  <a:lnTo>
                    <a:pt x="2968048" y="2758417"/>
                  </a:lnTo>
                  <a:lnTo>
                    <a:pt x="3013378" y="2734304"/>
                  </a:lnTo>
                  <a:lnTo>
                    <a:pt x="3055563" y="2708539"/>
                  </a:lnTo>
                  <a:lnTo>
                    <a:pt x="3094356" y="2681027"/>
                  </a:lnTo>
                  <a:lnTo>
                    <a:pt x="3129549" y="2651598"/>
                  </a:lnTo>
                  <a:lnTo>
                    <a:pt x="3160711" y="2620091"/>
                  </a:lnTo>
                  <a:lnTo>
                    <a:pt x="3187779" y="2586537"/>
                  </a:lnTo>
                  <a:lnTo>
                    <a:pt x="3210977" y="2551163"/>
                  </a:lnTo>
                  <a:lnTo>
                    <a:pt x="3230558" y="2514185"/>
                  </a:lnTo>
                  <a:lnTo>
                    <a:pt x="3246806" y="2475804"/>
                  </a:lnTo>
                  <a:lnTo>
                    <a:pt x="3260014" y="2436196"/>
                  </a:lnTo>
                  <a:lnTo>
                    <a:pt x="3270487" y="2395517"/>
                  </a:lnTo>
                  <a:lnTo>
                    <a:pt x="3278521" y="2353906"/>
                  </a:lnTo>
                  <a:lnTo>
                    <a:pt x="3284411" y="2311492"/>
                  </a:lnTo>
                  <a:lnTo>
                    <a:pt x="3288446" y="2268391"/>
                  </a:lnTo>
                  <a:lnTo>
                    <a:pt x="3290903" y="2224721"/>
                  </a:lnTo>
                  <a:lnTo>
                    <a:pt x="3292048" y="2180687"/>
                  </a:lnTo>
                  <a:lnTo>
                    <a:pt x="3291523" y="2091389"/>
                  </a:lnTo>
                  <a:lnTo>
                    <a:pt x="3288956" y="2002048"/>
                  </a:lnTo>
                  <a:close/>
                </a:path>
                <a:path w="3292475" h="2978785">
                  <a:moveTo>
                    <a:pt x="169486" y="52581"/>
                  </a:moveTo>
                  <a:lnTo>
                    <a:pt x="111697" y="52581"/>
                  </a:lnTo>
                  <a:lnTo>
                    <a:pt x="167804" y="59369"/>
                  </a:lnTo>
                  <a:lnTo>
                    <a:pt x="165996" y="74331"/>
                  </a:lnTo>
                  <a:lnTo>
                    <a:pt x="162745" y="98609"/>
                  </a:lnTo>
                  <a:lnTo>
                    <a:pt x="158955" y="125089"/>
                  </a:lnTo>
                  <a:lnTo>
                    <a:pt x="154859" y="152496"/>
                  </a:lnTo>
                  <a:lnTo>
                    <a:pt x="199543" y="245290"/>
                  </a:lnTo>
                  <a:lnTo>
                    <a:pt x="206320" y="254244"/>
                  </a:lnTo>
                  <a:lnTo>
                    <a:pt x="215676" y="259711"/>
                  </a:lnTo>
                  <a:lnTo>
                    <a:pt x="226397" y="261267"/>
                  </a:lnTo>
                  <a:lnTo>
                    <a:pt x="237269" y="258488"/>
                  </a:lnTo>
                  <a:lnTo>
                    <a:pt x="246212" y="251702"/>
                  </a:lnTo>
                  <a:lnTo>
                    <a:pt x="251673" y="242334"/>
                  </a:lnTo>
                  <a:lnTo>
                    <a:pt x="253227" y="231600"/>
                  </a:lnTo>
                  <a:lnTo>
                    <a:pt x="250450" y="220714"/>
                  </a:lnTo>
                  <a:lnTo>
                    <a:pt x="169486" y="52581"/>
                  </a:lnTo>
                  <a:close/>
                </a:path>
                <a:path w="3292475" h="2978785">
                  <a:moveTo>
                    <a:pt x="144166" y="0"/>
                  </a:moveTo>
                  <a:lnTo>
                    <a:pt x="4596" y="201274"/>
                  </a:lnTo>
                  <a:lnTo>
                    <a:pt x="148" y="211588"/>
                  </a:lnTo>
                  <a:lnTo>
                    <a:pt x="0" y="222433"/>
                  </a:lnTo>
                  <a:lnTo>
                    <a:pt x="3924" y="232543"/>
                  </a:lnTo>
                  <a:lnTo>
                    <a:pt x="11692" y="240651"/>
                  </a:lnTo>
                  <a:lnTo>
                    <a:pt x="21994" y="245105"/>
                  </a:lnTo>
                  <a:lnTo>
                    <a:pt x="32826" y="245253"/>
                  </a:lnTo>
                  <a:lnTo>
                    <a:pt x="42923" y="241323"/>
                  </a:lnTo>
                  <a:lnTo>
                    <a:pt x="94967" y="170167"/>
                  </a:lnTo>
                  <a:lnTo>
                    <a:pt x="103063" y="116714"/>
                  </a:lnTo>
                  <a:lnTo>
                    <a:pt x="109982" y="66814"/>
                  </a:lnTo>
                  <a:lnTo>
                    <a:pt x="111697" y="52581"/>
                  </a:lnTo>
                  <a:lnTo>
                    <a:pt x="169486" y="52581"/>
                  </a:lnTo>
                  <a:lnTo>
                    <a:pt x="144166" y="0"/>
                  </a:lnTo>
                  <a:close/>
                </a:path>
                <a:path w="3292475" h="2978785">
                  <a:moveTo>
                    <a:pt x="111697" y="52581"/>
                  </a:moveTo>
                  <a:lnTo>
                    <a:pt x="106801" y="90584"/>
                  </a:lnTo>
                  <a:lnTo>
                    <a:pt x="98828" y="145044"/>
                  </a:lnTo>
                  <a:lnTo>
                    <a:pt x="94967" y="170167"/>
                  </a:lnTo>
                  <a:lnTo>
                    <a:pt x="135335" y="111952"/>
                  </a:lnTo>
                  <a:lnTo>
                    <a:pt x="114297" y="68263"/>
                  </a:lnTo>
                  <a:lnTo>
                    <a:pt x="166729" y="68263"/>
                  </a:lnTo>
                  <a:lnTo>
                    <a:pt x="167804" y="59369"/>
                  </a:lnTo>
                  <a:lnTo>
                    <a:pt x="111697" y="52581"/>
                  </a:lnTo>
                  <a:close/>
                </a:path>
                <a:path w="3292475" h="2978785">
                  <a:moveTo>
                    <a:pt x="166729" y="68263"/>
                  </a:moveTo>
                  <a:lnTo>
                    <a:pt x="114297" y="68263"/>
                  </a:lnTo>
                  <a:lnTo>
                    <a:pt x="162962" y="72111"/>
                  </a:lnTo>
                  <a:lnTo>
                    <a:pt x="135335" y="111952"/>
                  </a:lnTo>
                  <a:lnTo>
                    <a:pt x="154859" y="152496"/>
                  </a:lnTo>
                  <a:lnTo>
                    <a:pt x="158955" y="125089"/>
                  </a:lnTo>
                  <a:lnTo>
                    <a:pt x="162745" y="98609"/>
                  </a:lnTo>
                  <a:lnTo>
                    <a:pt x="165996" y="74331"/>
                  </a:lnTo>
                  <a:lnTo>
                    <a:pt x="166729" y="68263"/>
                  </a:lnTo>
                  <a:close/>
                </a:path>
                <a:path w="3292475" h="2978785">
                  <a:moveTo>
                    <a:pt x="114297" y="68263"/>
                  </a:moveTo>
                  <a:lnTo>
                    <a:pt x="135335" y="111952"/>
                  </a:lnTo>
                  <a:lnTo>
                    <a:pt x="162962" y="72111"/>
                  </a:lnTo>
                  <a:lnTo>
                    <a:pt x="114297" y="68263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55796" y="5131397"/>
            <a:ext cx="2293284" cy="545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2532"/>
              </a:lnSpc>
            </a:pPr>
            <a:r>
              <a:rPr sz="2118" spc="-13" dirty="0">
                <a:latin typeface="Calibri"/>
                <a:cs typeface="Calibri"/>
              </a:rPr>
              <a:t>When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spc="-4" dirty="0">
                <a:latin typeface="Calibri"/>
                <a:cs typeface="Calibri"/>
              </a:rPr>
              <a:t>do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we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stop???</a:t>
            </a:r>
            <a:endParaRPr sz="2118">
              <a:latin typeface="Calibri"/>
              <a:cs typeface="Calibri"/>
            </a:endParaRPr>
          </a:p>
          <a:p>
            <a:pPr marL="250465">
              <a:spcBef>
                <a:spcPts val="772"/>
              </a:spcBef>
            </a:pPr>
            <a:r>
              <a:rPr sz="794" spc="-4" dirty="0">
                <a:solidFill>
                  <a:srgbClr val="898989"/>
                </a:solidFill>
                <a:latin typeface="Calibri"/>
                <a:cs typeface="Calibri"/>
              </a:rPr>
              <a:t>©2021</a:t>
            </a:r>
            <a:r>
              <a:rPr sz="794" spc="-18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794" spc="-9" dirty="0">
                <a:solidFill>
                  <a:srgbClr val="898989"/>
                </a:solidFill>
                <a:latin typeface="Calibri"/>
                <a:cs typeface="Calibri"/>
              </a:rPr>
              <a:t>Carlos</a:t>
            </a:r>
            <a:r>
              <a:rPr sz="794" spc="-13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794" spc="-9" dirty="0">
                <a:solidFill>
                  <a:srgbClr val="898989"/>
                </a:solidFill>
                <a:latin typeface="Calibri"/>
                <a:cs typeface="Calibri"/>
              </a:rPr>
              <a:t>Guestrin</a:t>
            </a:r>
            <a:endParaRPr sz="794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42</a:t>
            </a:fld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55FBF44B-11C1-4A44-9D5B-4324FB559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F4-7DA9-4B3C-B504-EBE4EEDE267F}" type="datetime1">
              <a:rPr lang="en-US" smtClean="0"/>
              <a:t>3/24/2022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483" y="870848"/>
            <a:ext cx="8402036" cy="565879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8" dirty="0"/>
              <a:t>Stopping</a:t>
            </a:r>
            <a:r>
              <a:rPr spc="-22" dirty="0"/>
              <a:t> </a:t>
            </a:r>
            <a:r>
              <a:rPr spc="-18" dirty="0"/>
              <a:t>condition</a:t>
            </a:r>
            <a:r>
              <a:rPr spc="-26" dirty="0"/>
              <a:t> </a:t>
            </a:r>
            <a:r>
              <a:rPr spc="-18" dirty="0"/>
              <a:t>1:</a:t>
            </a:r>
            <a:r>
              <a:rPr spc="-13" dirty="0"/>
              <a:t> </a:t>
            </a:r>
            <a:r>
              <a:rPr spc="-9" dirty="0"/>
              <a:t>All</a:t>
            </a:r>
            <a:r>
              <a:rPr spc="-13" dirty="0"/>
              <a:t> </a:t>
            </a:r>
            <a:r>
              <a:rPr spc="-31" dirty="0"/>
              <a:t>data</a:t>
            </a:r>
            <a:r>
              <a:rPr spc="-18" dirty="0"/>
              <a:t> </a:t>
            </a:r>
            <a:r>
              <a:rPr spc="-22" dirty="0"/>
              <a:t>agrees</a:t>
            </a:r>
            <a:r>
              <a:rPr spc="-18" dirty="0"/>
              <a:t> </a:t>
            </a:r>
            <a:r>
              <a:rPr spc="-9" dirty="0"/>
              <a:t>on</a:t>
            </a:r>
            <a:r>
              <a:rPr spc="-22" dirty="0"/>
              <a:t> </a:t>
            </a:r>
            <a:r>
              <a:rPr dirty="0"/>
              <a:t>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40835" y="2124641"/>
            <a:ext cx="621366" cy="406213"/>
            <a:chOff x="2840546" y="2407926"/>
            <a:chExt cx="704215" cy="460375"/>
          </a:xfrm>
        </p:grpSpPr>
        <p:sp>
          <p:nvSpPr>
            <p:cNvPr id="4" name="object 4"/>
            <p:cNvSpPr/>
            <p:nvPr/>
          </p:nvSpPr>
          <p:spPr>
            <a:xfrm>
              <a:off x="2850071" y="2417451"/>
              <a:ext cx="685165" cy="441325"/>
            </a:xfrm>
            <a:custGeom>
              <a:avLst/>
              <a:gdLst/>
              <a:ahLst/>
              <a:cxnLst/>
              <a:rect l="l" t="t" r="r" b="b"/>
              <a:pathLst>
                <a:path w="685164" h="441325">
                  <a:moveTo>
                    <a:pt x="684966" y="0"/>
                  </a:moveTo>
                  <a:lnTo>
                    <a:pt x="0" y="0"/>
                  </a:lnTo>
                  <a:lnTo>
                    <a:pt x="0" y="441177"/>
                  </a:lnTo>
                  <a:lnTo>
                    <a:pt x="684966" y="441177"/>
                  </a:lnTo>
                  <a:lnTo>
                    <a:pt x="684966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850071" y="2417451"/>
              <a:ext cx="685165" cy="441325"/>
            </a:xfrm>
            <a:custGeom>
              <a:avLst/>
              <a:gdLst/>
              <a:ahLst/>
              <a:cxnLst/>
              <a:rect l="l" t="t" r="r" b="b"/>
              <a:pathLst>
                <a:path w="685164" h="441325">
                  <a:moveTo>
                    <a:pt x="0" y="0"/>
                  </a:moveTo>
                  <a:lnTo>
                    <a:pt x="684967" y="0"/>
                  </a:lnTo>
                  <a:lnTo>
                    <a:pt x="684967" y="441177"/>
                  </a:lnTo>
                  <a:lnTo>
                    <a:pt x="0" y="441177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744915" y="2144191"/>
            <a:ext cx="413497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75644">
              <a:lnSpc>
                <a:spcPts val="1249"/>
              </a:lnSpc>
              <a:spcBef>
                <a:spcPts val="88"/>
              </a:spcBef>
            </a:pPr>
            <a:r>
              <a:rPr sz="1059" b="1" spc="-13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059">
              <a:latin typeface="Calibri"/>
              <a:cs typeface="Calibri"/>
            </a:endParaRPr>
          </a:p>
          <a:p>
            <a:pPr marL="11206">
              <a:lnSpc>
                <a:spcPts val="1249"/>
              </a:lnSpc>
              <a:tabLst>
                <a:tab pos="266714" algn="l"/>
              </a:tabLst>
            </a:pPr>
            <a:r>
              <a:rPr sz="1059" spc="-9" dirty="0">
                <a:solidFill>
                  <a:srgbClr val="648E04"/>
                </a:solidFill>
                <a:latin typeface="Calibri"/>
                <a:cs typeface="Calibri"/>
              </a:rPr>
              <a:t>2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2	</a:t>
            </a:r>
            <a:r>
              <a:rPr sz="1059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33902" y="3044029"/>
            <a:ext cx="779929" cy="396688"/>
            <a:chOff x="906022" y="3449899"/>
            <a:chExt cx="883919" cy="449580"/>
          </a:xfrm>
        </p:grpSpPr>
        <p:sp>
          <p:nvSpPr>
            <p:cNvPr id="8" name="object 8"/>
            <p:cNvSpPr/>
            <p:nvPr/>
          </p:nvSpPr>
          <p:spPr>
            <a:xfrm>
              <a:off x="915547" y="3459424"/>
              <a:ext cx="864869" cy="430530"/>
            </a:xfrm>
            <a:custGeom>
              <a:avLst/>
              <a:gdLst/>
              <a:ahLst/>
              <a:cxnLst/>
              <a:rect l="l" t="t" r="r" b="b"/>
              <a:pathLst>
                <a:path w="864869" h="430529">
                  <a:moveTo>
                    <a:pt x="864854" y="0"/>
                  </a:moveTo>
                  <a:lnTo>
                    <a:pt x="0" y="0"/>
                  </a:lnTo>
                  <a:lnTo>
                    <a:pt x="0" y="430349"/>
                  </a:lnTo>
                  <a:lnTo>
                    <a:pt x="864854" y="430349"/>
                  </a:lnTo>
                  <a:lnTo>
                    <a:pt x="864854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915547" y="3459424"/>
              <a:ext cx="864869" cy="430530"/>
            </a:xfrm>
            <a:custGeom>
              <a:avLst/>
              <a:gdLst/>
              <a:ahLst/>
              <a:cxnLst/>
              <a:rect l="l" t="t" r="r" b="b"/>
              <a:pathLst>
                <a:path w="864869" h="430529">
                  <a:moveTo>
                    <a:pt x="0" y="0"/>
                  </a:moveTo>
                  <a:lnTo>
                    <a:pt x="864853" y="0"/>
                  </a:lnTo>
                  <a:lnTo>
                    <a:pt x="864853" y="430350"/>
                  </a:lnTo>
                  <a:lnTo>
                    <a:pt x="0" y="430350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83358" y="3081618"/>
            <a:ext cx="481853" cy="311171"/>
          </a:xfrm>
          <a:prstGeom prst="rect">
            <a:avLst/>
          </a:prstGeom>
        </p:spPr>
        <p:txBody>
          <a:bodyPr vert="horz" wrap="square" lIns="0" tIns="3362" rIns="0" bIns="0" rtlCol="0">
            <a:spAutoFit/>
          </a:bodyPr>
          <a:lstStyle/>
          <a:p>
            <a:pPr marL="97495" indent="-98057">
              <a:lnSpc>
                <a:spcPts val="1227"/>
              </a:lnSpc>
              <a:spcBef>
                <a:spcPts val="26"/>
              </a:spcBef>
              <a:tabLst>
                <a:tab pos="315462" algn="l"/>
              </a:tabLst>
            </a:pP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35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ll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86608" y="3120048"/>
            <a:ext cx="530038" cy="381000"/>
            <a:chOff x="2892422" y="3536054"/>
            <a:chExt cx="600710" cy="431800"/>
          </a:xfrm>
        </p:grpSpPr>
        <p:sp>
          <p:nvSpPr>
            <p:cNvPr id="12" name="object 12"/>
            <p:cNvSpPr/>
            <p:nvPr/>
          </p:nvSpPr>
          <p:spPr>
            <a:xfrm>
              <a:off x="2901947" y="3545579"/>
              <a:ext cx="581660" cy="412750"/>
            </a:xfrm>
            <a:custGeom>
              <a:avLst/>
              <a:gdLst/>
              <a:ahLst/>
              <a:cxnLst/>
              <a:rect l="l" t="t" r="r" b="b"/>
              <a:pathLst>
                <a:path w="581660" h="412750">
                  <a:moveTo>
                    <a:pt x="581215" y="0"/>
                  </a:moveTo>
                  <a:lnTo>
                    <a:pt x="0" y="0"/>
                  </a:lnTo>
                  <a:lnTo>
                    <a:pt x="0" y="412549"/>
                  </a:lnTo>
                  <a:lnTo>
                    <a:pt x="581215" y="412549"/>
                  </a:lnTo>
                  <a:lnTo>
                    <a:pt x="581215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2901947" y="3545579"/>
              <a:ext cx="581660" cy="412750"/>
            </a:xfrm>
            <a:custGeom>
              <a:avLst/>
              <a:gdLst/>
              <a:ahLst/>
              <a:cxnLst/>
              <a:rect l="l" t="t" r="r" b="b"/>
              <a:pathLst>
                <a:path w="581660" h="412750">
                  <a:moveTo>
                    <a:pt x="0" y="0"/>
                  </a:moveTo>
                  <a:lnTo>
                    <a:pt x="581215" y="0"/>
                  </a:lnTo>
                  <a:lnTo>
                    <a:pt x="581215" y="412550"/>
                  </a:lnTo>
                  <a:lnTo>
                    <a:pt x="0" y="412550"/>
                  </a:lnTo>
                  <a:lnTo>
                    <a:pt x="0" y="0"/>
                  </a:lnTo>
                  <a:close/>
                </a:path>
              </a:pathLst>
            </a:custGeom>
            <a:ln w="18853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41009" y="3139273"/>
            <a:ext cx="220756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35" dirty="0">
                <a:solidFill>
                  <a:srgbClr val="2B2728"/>
                </a:solidFill>
                <a:latin typeface="Calibri"/>
                <a:cs typeface="Calibri"/>
              </a:rPr>
              <a:t>F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ai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97127" y="3295259"/>
            <a:ext cx="309282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229173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86690" y="2169828"/>
            <a:ext cx="743509" cy="340659"/>
          </a:xfrm>
          <a:custGeom>
            <a:avLst/>
            <a:gdLst/>
            <a:ahLst/>
            <a:cxnLst/>
            <a:rect l="l" t="t" r="r" b="b"/>
            <a:pathLst>
              <a:path w="842645" h="386080">
                <a:moveTo>
                  <a:pt x="842347" y="0"/>
                </a:moveTo>
                <a:lnTo>
                  <a:pt x="0" y="0"/>
                </a:lnTo>
                <a:lnTo>
                  <a:pt x="0" y="385456"/>
                </a:lnTo>
                <a:lnTo>
                  <a:pt x="842347" y="385456"/>
                </a:lnTo>
                <a:lnTo>
                  <a:pt x="842347" y="0"/>
                </a:lnTo>
                <a:close/>
              </a:path>
            </a:pathLst>
          </a:custGeom>
          <a:solidFill>
            <a:srgbClr val="C8EBF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4586690" y="2169829"/>
            <a:ext cx="743509" cy="349655"/>
          </a:xfrm>
          <a:prstGeom prst="rect">
            <a:avLst/>
          </a:prstGeom>
          <a:ln w="18857">
            <a:solidFill>
              <a:srgbClr val="0D6993"/>
            </a:solidFill>
          </a:ln>
        </p:spPr>
        <p:txBody>
          <a:bodyPr vert="horz" wrap="square" lIns="0" tIns="21851" rIns="0" bIns="0" rtlCol="0">
            <a:spAutoFit/>
          </a:bodyPr>
          <a:lstStyle/>
          <a:p>
            <a:pPr marL="194992" marR="188269" indent="47628">
              <a:lnSpc>
                <a:spcPts val="1253"/>
              </a:lnSpc>
              <a:spcBef>
                <a:spcPts val="172"/>
              </a:spcBef>
              <a:tabLst>
                <a:tab pos="412959" algn="l"/>
              </a:tabLst>
            </a:pP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poor 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	</a:t>
            </a:r>
            <a:r>
              <a:rPr sz="1059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2145" y="2210546"/>
            <a:ext cx="909918" cy="4353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8"/>
              </a:lnSpc>
            </a:pPr>
            <a:r>
              <a:rPr sz="1412" b="1" spc="9" dirty="0">
                <a:solidFill>
                  <a:srgbClr val="2B2728"/>
                </a:solidFill>
                <a:latin typeface="Calibri"/>
                <a:cs typeface="Calibri"/>
              </a:rPr>
              <a:t>Loan</a:t>
            </a:r>
            <a:r>
              <a:rPr sz="1412" b="1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b="1" dirty="0">
                <a:solidFill>
                  <a:srgbClr val="2B2728"/>
                </a:solidFill>
                <a:latin typeface="Calibri"/>
                <a:cs typeface="Calibri"/>
              </a:rPr>
              <a:t>status:</a:t>
            </a:r>
            <a:endParaRPr sz="1412">
              <a:latin typeface="Calibri"/>
              <a:cs typeface="Calibri"/>
            </a:endParaRPr>
          </a:p>
          <a:p>
            <a:pPr>
              <a:spcBef>
                <a:spcPts val="84"/>
              </a:spcBef>
            </a:pPr>
            <a:r>
              <a:rPr sz="1412" spc="-4" dirty="0">
                <a:solidFill>
                  <a:srgbClr val="648E04"/>
                </a:solidFill>
                <a:latin typeface="Calibri"/>
                <a:cs typeface="Calibri"/>
              </a:rPr>
              <a:t>Safe </a:t>
            </a:r>
            <a:r>
              <a:rPr sz="1412" spc="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412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315455" y="2011636"/>
            <a:ext cx="3651437" cy="1125631"/>
            <a:chOff x="1338449" y="2279854"/>
            <a:chExt cx="4138295" cy="127571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9017" y="2858612"/>
              <a:ext cx="87448" cy="17915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347974" y="3218789"/>
              <a:ext cx="1010919" cy="240665"/>
            </a:xfrm>
            <a:custGeom>
              <a:avLst/>
              <a:gdLst/>
              <a:ahLst/>
              <a:cxnLst/>
              <a:rect l="l" t="t" r="r" b="b"/>
              <a:pathLst>
                <a:path w="1010919" h="240664">
                  <a:moveTo>
                    <a:pt x="1010884" y="0"/>
                  </a:moveTo>
                  <a:lnTo>
                    <a:pt x="0" y="0"/>
                  </a:lnTo>
                  <a:lnTo>
                    <a:pt x="0" y="240633"/>
                  </a:lnTo>
                </a:path>
              </a:pathLst>
            </a:custGeom>
            <a:ln w="1886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3192554" y="3399859"/>
              <a:ext cx="635" cy="146050"/>
            </a:xfrm>
            <a:custGeom>
              <a:avLst/>
              <a:gdLst/>
              <a:ahLst/>
              <a:cxnLst/>
              <a:rect l="l" t="t" r="r" b="b"/>
              <a:pathLst>
                <a:path w="635" h="146050">
                  <a:moveTo>
                    <a:pt x="160" y="-9419"/>
                  </a:moveTo>
                  <a:lnTo>
                    <a:pt x="160" y="155138"/>
                  </a:lnTo>
                </a:path>
              </a:pathLst>
            </a:custGeom>
            <a:ln w="19158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4026891" y="2289379"/>
              <a:ext cx="1440180" cy="929640"/>
            </a:xfrm>
            <a:custGeom>
              <a:avLst/>
              <a:gdLst/>
              <a:ahLst/>
              <a:cxnLst/>
              <a:rect l="l" t="t" r="r" b="b"/>
              <a:pathLst>
                <a:path w="1440179" h="929639">
                  <a:moveTo>
                    <a:pt x="0" y="929410"/>
                  </a:moveTo>
                  <a:lnTo>
                    <a:pt x="509474" y="929410"/>
                  </a:lnTo>
                  <a:lnTo>
                    <a:pt x="509474" y="0"/>
                  </a:lnTo>
                  <a:lnTo>
                    <a:pt x="1440131" y="0"/>
                  </a:lnTo>
                  <a:lnTo>
                    <a:pt x="1440131" y="169759"/>
                  </a:lnTo>
                </a:path>
              </a:pathLst>
            </a:custGeom>
            <a:ln w="18854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2358859" y="3037720"/>
              <a:ext cx="1668145" cy="362585"/>
            </a:xfrm>
            <a:custGeom>
              <a:avLst/>
              <a:gdLst/>
              <a:ahLst/>
              <a:cxnLst/>
              <a:rect l="l" t="t" r="r" b="b"/>
              <a:pathLst>
                <a:path w="1668145" h="362585">
                  <a:moveTo>
                    <a:pt x="834015" y="0"/>
                  </a:moveTo>
                  <a:lnTo>
                    <a:pt x="0" y="181068"/>
                  </a:lnTo>
                  <a:lnTo>
                    <a:pt x="834015" y="362139"/>
                  </a:lnTo>
                  <a:lnTo>
                    <a:pt x="1668031" y="181068"/>
                  </a:lnTo>
                  <a:lnTo>
                    <a:pt x="834015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2358859" y="3037720"/>
              <a:ext cx="1668145" cy="362585"/>
            </a:xfrm>
            <a:custGeom>
              <a:avLst/>
              <a:gdLst/>
              <a:ahLst/>
              <a:cxnLst/>
              <a:rect l="l" t="t" r="r" b="b"/>
              <a:pathLst>
                <a:path w="1668145" h="362585">
                  <a:moveTo>
                    <a:pt x="0" y="181069"/>
                  </a:moveTo>
                  <a:lnTo>
                    <a:pt x="834016" y="0"/>
                  </a:lnTo>
                  <a:lnTo>
                    <a:pt x="1668032" y="181069"/>
                  </a:lnTo>
                  <a:lnTo>
                    <a:pt x="834016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746591" y="2741240"/>
            <a:ext cx="411256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di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12299" y="3432074"/>
            <a:ext cx="627529" cy="547407"/>
            <a:chOff x="994872" y="3889683"/>
            <a:chExt cx="711200" cy="620395"/>
          </a:xfrm>
        </p:grpSpPr>
        <p:sp>
          <p:nvSpPr>
            <p:cNvPr id="28" name="object 28"/>
            <p:cNvSpPr/>
            <p:nvPr/>
          </p:nvSpPr>
          <p:spPr>
            <a:xfrm>
              <a:off x="1305999" y="3889683"/>
              <a:ext cx="87630" cy="257175"/>
            </a:xfrm>
            <a:custGeom>
              <a:avLst/>
              <a:gdLst/>
              <a:ahLst/>
              <a:cxnLst/>
              <a:rect l="l" t="t" r="r" b="b"/>
              <a:pathLst>
                <a:path w="87630" h="257175">
                  <a:moveTo>
                    <a:pt x="10398" y="171203"/>
                  </a:moveTo>
                  <a:lnTo>
                    <a:pt x="1463" y="176538"/>
                  </a:lnTo>
                  <a:lnTo>
                    <a:pt x="0" y="182327"/>
                  </a:lnTo>
                  <a:lnTo>
                    <a:pt x="44443" y="256952"/>
                  </a:lnTo>
                  <a:lnTo>
                    <a:pt x="55056" y="238326"/>
                  </a:lnTo>
                  <a:lnTo>
                    <a:pt x="34844" y="238326"/>
                  </a:lnTo>
                  <a:lnTo>
                    <a:pt x="34509" y="203444"/>
                  </a:lnTo>
                  <a:lnTo>
                    <a:pt x="16179" y="172667"/>
                  </a:lnTo>
                  <a:lnTo>
                    <a:pt x="10398" y="171203"/>
                  </a:lnTo>
                  <a:close/>
                </a:path>
                <a:path w="87630" h="257175">
                  <a:moveTo>
                    <a:pt x="34509" y="203444"/>
                  </a:moveTo>
                  <a:lnTo>
                    <a:pt x="34844" y="238326"/>
                  </a:lnTo>
                  <a:lnTo>
                    <a:pt x="53682" y="238145"/>
                  </a:lnTo>
                  <a:lnTo>
                    <a:pt x="53638" y="233563"/>
                  </a:lnTo>
                  <a:lnTo>
                    <a:pt x="36081" y="233563"/>
                  </a:lnTo>
                  <a:lnTo>
                    <a:pt x="44083" y="219520"/>
                  </a:lnTo>
                  <a:lnTo>
                    <a:pt x="34509" y="203444"/>
                  </a:lnTo>
                  <a:close/>
                </a:path>
                <a:path w="87630" h="257175">
                  <a:moveTo>
                    <a:pt x="76835" y="170563"/>
                  </a:moveTo>
                  <a:lnTo>
                    <a:pt x="71081" y="172138"/>
                  </a:lnTo>
                  <a:lnTo>
                    <a:pt x="53347" y="203261"/>
                  </a:lnTo>
                  <a:lnTo>
                    <a:pt x="53682" y="238145"/>
                  </a:lnTo>
                  <a:lnTo>
                    <a:pt x="34844" y="238326"/>
                  </a:lnTo>
                  <a:lnTo>
                    <a:pt x="55056" y="238326"/>
                  </a:lnTo>
                  <a:lnTo>
                    <a:pt x="87444" y="181485"/>
                  </a:lnTo>
                  <a:lnTo>
                    <a:pt x="85871" y="175726"/>
                  </a:lnTo>
                  <a:lnTo>
                    <a:pt x="76835" y="170563"/>
                  </a:lnTo>
                  <a:close/>
                </a:path>
                <a:path w="87630" h="257175">
                  <a:moveTo>
                    <a:pt x="44083" y="219520"/>
                  </a:moveTo>
                  <a:lnTo>
                    <a:pt x="36081" y="233563"/>
                  </a:lnTo>
                  <a:lnTo>
                    <a:pt x="52354" y="233406"/>
                  </a:lnTo>
                  <a:lnTo>
                    <a:pt x="44083" y="219520"/>
                  </a:lnTo>
                  <a:close/>
                </a:path>
                <a:path w="87630" h="257175">
                  <a:moveTo>
                    <a:pt x="53347" y="203261"/>
                  </a:moveTo>
                  <a:lnTo>
                    <a:pt x="44083" y="219520"/>
                  </a:lnTo>
                  <a:lnTo>
                    <a:pt x="52354" y="233406"/>
                  </a:lnTo>
                  <a:lnTo>
                    <a:pt x="36081" y="233563"/>
                  </a:lnTo>
                  <a:lnTo>
                    <a:pt x="53638" y="233563"/>
                  </a:lnTo>
                  <a:lnTo>
                    <a:pt x="53347" y="203261"/>
                  </a:lnTo>
                  <a:close/>
                </a:path>
                <a:path w="87630" h="257175">
                  <a:moveTo>
                    <a:pt x="51394" y="0"/>
                  </a:moveTo>
                  <a:lnTo>
                    <a:pt x="32556" y="181"/>
                  </a:lnTo>
                  <a:lnTo>
                    <a:pt x="34509" y="203444"/>
                  </a:lnTo>
                  <a:lnTo>
                    <a:pt x="44083" y="219520"/>
                  </a:lnTo>
                  <a:lnTo>
                    <a:pt x="53347" y="203261"/>
                  </a:lnTo>
                  <a:lnTo>
                    <a:pt x="51394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1004397" y="4146593"/>
              <a:ext cx="692150" cy="353695"/>
            </a:xfrm>
            <a:custGeom>
              <a:avLst/>
              <a:gdLst/>
              <a:ahLst/>
              <a:cxnLst/>
              <a:rect l="l" t="t" r="r" b="b"/>
              <a:pathLst>
                <a:path w="692150" h="353695">
                  <a:moveTo>
                    <a:pt x="515547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515547" y="353526"/>
                  </a:lnTo>
                  <a:lnTo>
                    <a:pt x="562479" y="347211"/>
                  </a:lnTo>
                  <a:lnTo>
                    <a:pt x="604652" y="329392"/>
                  </a:lnTo>
                  <a:lnTo>
                    <a:pt x="640382" y="301753"/>
                  </a:lnTo>
                  <a:lnTo>
                    <a:pt x="667987" y="265979"/>
                  </a:lnTo>
                  <a:lnTo>
                    <a:pt x="685785" y="223754"/>
                  </a:lnTo>
                  <a:lnTo>
                    <a:pt x="692091" y="176763"/>
                  </a:lnTo>
                  <a:lnTo>
                    <a:pt x="685785" y="129772"/>
                  </a:lnTo>
                  <a:lnTo>
                    <a:pt x="667987" y="87547"/>
                  </a:lnTo>
                  <a:lnTo>
                    <a:pt x="640382" y="51772"/>
                  </a:lnTo>
                  <a:lnTo>
                    <a:pt x="604652" y="24133"/>
                  </a:lnTo>
                  <a:lnTo>
                    <a:pt x="562479" y="6314"/>
                  </a:lnTo>
                  <a:lnTo>
                    <a:pt x="515547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1004397" y="4146593"/>
              <a:ext cx="692150" cy="353695"/>
            </a:xfrm>
            <a:custGeom>
              <a:avLst/>
              <a:gdLst/>
              <a:ahLst/>
              <a:cxnLst/>
              <a:rect l="l" t="t" r="r" b="b"/>
              <a:pathLst>
                <a:path w="692150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515547" y="0"/>
                  </a:lnTo>
                  <a:lnTo>
                    <a:pt x="562479" y="6314"/>
                  </a:lnTo>
                  <a:lnTo>
                    <a:pt x="604652" y="24133"/>
                  </a:lnTo>
                  <a:lnTo>
                    <a:pt x="640382" y="51772"/>
                  </a:lnTo>
                  <a:lnTo>
                    <a:pt x="667987" y="87547"/>
                  </a:lnTo>
                  <a:lnTo>
                    <a:pt x="685784" y="129772"/>
                  </a:lnTo>
                  <a:lnTo>
                    <a:pt x="692090" y="176763"/>
                  </a:lnTo>
                  <a:lnTo>
                    <a:pt x="685784" y="223754"/>
                  </a:lnTo>
                  <a:lnTo>
                    <a:pt x="667987" y="265979"/>
                  </a:lnTo>
                  <a:lnTo>
                    <a:pt x="640382" y="301753"/>
                  </a:lnTo>
                  <a:lnTo>
                    <a:pt x="604652" y="329393"/>
                  </a:lnTo>
                  <a:lnTo>
                    <a:pt x="562479" y="347212"/>
                  </a:lnTo>
                  <a:lnTo>
                    <a:pt x="515547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201054" y="3717496"/>
            <a:ext cx="250451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075889" y="4127427"/>
            <a:ext cx="582706" cy="366432"/>
            <a:chOff x="3333608" y="4677750"/>
            <a:chExt cx="660400" cy="415290"/>
          </a:xfrm>
        </p:grpSpPr>
        <p:sp>
          <p:nvSpPr>
            <p:cNvPr id="33" name="object 33"/>
            <p:cNvSpPr/>
            <p:nvPr/>
          </p:nvSpPr>
          <p:spPr>
            <a:xfrm>
              <a:off x="3343133" y="4687275"/>
              <a:ext cx="641350" cy="396240"/>
            </a:xfrm>
            <a:custGeom>
              <a:avLst/>
              <a:gdLst/>
              <a:ahLst/>
              <a:cxnLst/>
              <a:rect l="l" t="t" r="r" b="b"/>
              <a:pathLst>
                <a:path w="641350" h="396239">
                  <a:moveTo>
                    <a:pt x="640829" y="0"/>
                  </a:moveTo>
                  <a:lnTo>
                    <a:pt x="0" y="0"/>
                  </a:lnTo>
                  <a:lnTo>
                    <a:pt x="0" y="396029"/>
                  </a:lnTo>
                  <a:lnTo>
                    <a:pt x="640829" y="396029"/>
                  </a:lnTo>
                  <a:lnTo>
                    <a:pt x="640829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3343133" y="4687275"/>
              <a:ext cx="641350" cy="396240"/>
            </a:xfrm>
            <a:custGeom>
              <a:avLst/>
              <a:gdLst/>
              <a:ahLst/>
              <a:cxnLst/>
              <a:rect l="l" t="t" r="r" b="b"/>
              <a:pathLst>
                <a:path w="641350" h="396239">
                  <a:moveTo>
                    <a:pt x="0" y="0"/>
                  </a:moveTo>
                  <a:lnTo>
                    <a:pt x="640828" y="0"/>
                  </a:lnTo>
                  <a:lnTo>
                    <a:pt x="640828" y="396029"/>
                  </a:lnTo>
                  <a:lnTo>
                    <a:pt x="0" y="396029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175734" y="4165450"/>
            <a:ext cx="383241" cy="468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9"/>
              </a:lnSpc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y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a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s</a:t>
            </a:r>
            <a:endParaRPr sz="1059">
              <a:latin typeface="Calibri"/>
              <a:cs typeface="Calibri"/>
            </a:endParaRPr>
          </a:p>
          <a:p>
            <a:pPr marL="48188">
              <a:lnSpc>
                <a:spcPts val="1262"/>
              </a:lnSpc>
              <a:tabLst>
                <a:tab pos="266154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207413" y="4139146"/>
            <a:ext cx="583826" cy="361949"/>
            <a:chOff x="2349334" y="4691031"/>
            <a:chExt cx="661670" cy="410209"/>
          </a:xfrm>
        </p:grpSpPr>
        <p:sp>
          <p:nvSpPr>
            <p:cNvPr id="37" name="object 37"/>
            <p:cNvSpPr/>
            <p:nvPr/>
          </p:nvSpPr>
          <p:spPr>
            <a:xfrm>
              <a:off x="2358859" y="4700556"/>
              <a:ext cx="642620" cy="391160"/>
            </a:xfrm>
            <a:custGeom>
              <a:avLst/>
              <a:gdLst/>
              <a:ahLst/>
              <a:cxnLst/>
              <a:rect l="l" t="t" r="r" b="b"/>
              <a:pathLst>
                <a:path w="642619" h="391160">
                  <a:moveTo>
                    <a:pt x="642614" y="0"/>
                  </a:moveTo>
                  <a:lnTo>
                    <a:pt x="0" y="0"/>
                  </a:lnTo>
                  <a:lnTo>
                    <a:pt x="0" y="390824"/>
                  </a:lnTo>
                  <a:lnTo>
                    <a:pt x="642614" y="390824"/>
                  </a:lnTo>
                  <a:lnTo>
                    <a:pt x="642614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2358859" y="4700556"/>
              <a:ext cx="642620" cy="391160"/>
            </a:xfrm>
            <a:custGeom>
              <a:avLst/>
              <a:gdLst/>
              <a:ahLst/>
              <a:cxnLst/>
              <a:rect l="l" t="t" r="r" b="b"/>
              <a:pathLst>
                <a:path w="642619" h="391160">
                  <a:moveTo>
                    <a:pt x="0" y="0"/>
                  </a:moveTo>
                  <a:lnTo>
                    <a:pt x="642614" y="0"/>
                  </a:lnTo>
                  <a:lnTo>
                    <a:pt x="642614" y="390824"/>
                  </a:lnTo>
                  <a:lnTo>
                    <a:pt x="0" y="390824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308045" y="4178898"/>
            <a:ext cx="38324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y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a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s</a:t>
            </a:r>
            <a:endParaRPr sz="1059">
              <a:latin typeface="Calibri"/>
              <a:cs typeface="Calibri"/>
            </a:endParaRPr>
          </a:p>
          <a:p>
            <a:pPr marL="48188">
              <a:lnSpc>
                <a:spcPts val="1249"/>
              </a:lnSpc>
              <a:tabLst>
                <a:tab pos="266154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396269" y="3646555"/>
            <a:ext cx="1100418" cy="336737"/>
            <a:chOff x="2563372" y="4132762"/>
            <a:chExt cx="1247140" cy="381635"/>
          </a:xfrm>
        </p:grpSpPr>
        <p:sp>
          <p:nvSpPr>
            <p:cNvPr id="41" name="object 41"/>
            <p:cNvSpPr/>
            <p:nvPr/>
          </p:nvSpPr>
          <p:spPr>
            <a:xfrm>
              <a:off x="2572897" y="4142287"/>
              <a:ext cx="1228090" cy="362585"/>
            </a:xfrm>
            <a:custGeom>
              <a:avLst/>
              <a:gdLst/>
              <a:ahLst/>
              <a:cxnLst/>
              <a:rect l="l" t="t" r="r" b="b"/>
              <a:pathLst>
                <a:path w="1228089" h="362585">
                  <a:moveTo>
                    <a:pt x="613905" y="0"/>
                  </a:moveTo>
                  <a:lnTo>
                    <a:pt x="0" y="181068"/>
                  </a:lnTo>
                  <a:lnTo>
                    <a:pt x="613905" y="362139"/>
                  </a:lnTo>
                  <a:lnTo>
                    <a:pt x="1227811" y="181068"/>
                  </a:lnTo>
                  <a:lnTo>
                    <a:pt x="613905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2572897" y="4142287"/>
              <a:ext cx="1228090" cy="362585"/>
            </a:xfrm>
            <a:custGeom>
              <a:avLst/>
              <a:gdLst/>
              <a:ahLst/>
              <a:cxnLst/>
              <a:rect l="l" t="t" r="r" b="b"/>
              <a:pathLst>
                <a:path w="1228089" h="362585">
                  <a:moveTo>
                    <a:pt x="0" y="181069"/>
                  </a:moveTo>
                  <a:lnTo>
                    <a:pt x="613906" y="0"/>
                  </a:lnTo>
                  <a:lnTo>
                    <a:pt x="1227812" y="181069"/>
                  </a:lnTo>
                  <a:lnTo>
                    <a:pt x="613906" y="362139"/>
                  </a:lnTo>
                  <a:lnTo>
                    <a:pt x="0" y="181069"/>
                  </a:lnTo>
                  <a:close/>
                </a:path>
              </a:pathLst>
            </a:custGeom>
            <a:ln w="18859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768597" y="3717496"/>
            <a:ext cx="35690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106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er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204930" y="2509937"/>
            <a:ext cx="2792506" cy="2568388"/>
            <a:chOff x="2346521" y="2844595"/>
            <a:chExt cx="3164840" cy="2910840"/>
          </a:xfrm>
        </p:grpSpPr>
        <p:sp>
          <p:nvSpPr>
            <p:cNvPr id="45" name="object 45"/>
            <p:cNvSpPr/>
            <p:nvPr/>
          </p:nvSpPr>
          <p:spPr>
            <a:xfrm>
              <a:off x="3186804" y="4504427"/>
              <a:ext cx="506730" cy="196215"/>
            </a:xfrm>
            <a:custGeom>
              <a:avLst/>
              <a:gdLst/>
              <a:ahLst/>
              <a:cxnLst/>
              <a:rect l="l" t="t" r="r" b="b"/>
              <a:pathLst>
                <a:path w="506729" h="196214">
                  <a:moveTo>
                    <a:pt x="0" y="0"/>
                  </a:moveTo>
                  <a:lnTo>
                    <a:pt x="476744" y="182849"/>
                  </a:lnTo>
                </a:path>
                <a:path w="506729" h="196214">
                  <a:moveTo>
                    <a:pt x="0" y="0"/>
                  </a:moveTo>
                  <a:lnTo>
                    <a:pt x="506636" y="196130"/>
                  </a:lnTo>
                </a:path>
              </a:pathLst>
            </a:custGeom>
            <a:ln w="1885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5442" y="3957834"/>
              <a:ext cx="87406" cy="18449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633510" y="2844596"/>
              <a:ext cx="2877820" cy="2547620"/>
            </a:xfrm>
            <a:custGeom>
              <a:avLst/>
              <a:gdLst/>
              <a:ahLst/>
              <a:cxnLst/>
              <a:rect l="l" t="t" r="r" b="b"/>
              <a:pathLst>
                <a:path w="2877820" h="2547620">
                  <a:moveTo>
                    <a:pt x="87439" y="2473007"/>
                  </a:moveTo>
                  <a:lnTo>
                    <a:pt x="85991" y="2467216"/>
                  </a:lnTo>
                  <a:lnTo>
                    <a:pt x="77076" y="2461857"/>
                  </a:lnTo>
                  <a:lnTo>
                    <a:pt x="71297" y="2463292"/>
                  </a:lnTo>
                  <a:lnTo>
                    <a:pt x="52857" y="2494013"/>
                  </a:lnTo>
                  <a:lnTo>
                    <a:pt x="56070" y="2246909"/>
                  </a:lnTo>
                  <a:lnTo>
                    <a:pt x="37236" y="2246668"/>
                  </a:lnTo>
                  <a:lnTo>
                    <a:pt x="34023" y="2493772"/>
                  </a:lnTo>
                  <a:lnTo>
                    <a:pt x="16395" y="2462580"/>
                  </a:lnTo>
                  <a:lnTo>
                    <a:pt x="10642" y="2460993"/>
                  </a:lnTo>
                  <a:lnTo>
                    <a:pt x="1587" y="2466124"/>
                  </a:lnTo>
                  <a:lnTo>
                    <a:pt x="0" y="2471877"/>
                  </a:lnTo>
                  <a:lnTo>
                    <a:pt x="42748" y="2547480"/>
                  </a:lnTo>
                  <a:lnTo>
                    <a:pt x="53898" y="2528887"/>
                  </a:lnTo>
                  <a:lnTo>
                    <a:pt x="87439" y="2473007"/>
                  </a:lnTo>
                  <a:close/>
                </a:path>
                <a:path w="2877820" h="2547620">
                  <a:moveTo>
                    <a:pt x="2877235" y="180251"/>
                  </a:moveTo>
                  <a:lnTo>
                    <a:pt x="2875711" y="174472"/>
                  </a:lnTo>
                  <a:lnTo>
                    <a:pt x="2866720" y="169227"/>
                  </a:lnTo>
                  <a:lnTo>
                    <a:pt x="2860954" y="170738"/>
                  </a:lnTo>
                  <a:lnTo>
                    <a:pt x="2842920" y="201688"/>
                  </a:lnTo>
                  <a:lnTo>
                    <a:pt x="2842920" y="0"/>
                  </a:lnTo>
                  <a:lnTo>
                    <a:pt x="2824086" y="0"/>
                  </a:lnTo>
                  <a:lnTo>
                    <a:pt x="2824086" y="201688"/>
                  </a:lnTo>
                  <a:lnTo>
                    <a:pt x="2806052" y="170738"/>
                  </a:lnTo>
                  <a:lnTo>
                    <a:pt x="2800286" y="169227"/>
                  </a:lnTo>
                  <a:lnTo>
                    <a:pt x="2791295" y="174472"/>
                  </a:lnTo>
                  <a:lnTo>
                    <a:pt x="2789783" y="180251"/>
                  </a:lnTo>
                  <a:lnTo>
                    <a:pt x="2833509" y="255295"/>
                  </a:lnTo>
                  <a:lnTo>
                    <a:pt x="2844406" y="236575"/>
                  </a:lnTo>
                  <a:lnTo>
                    <a:pt x="2877235" y="180251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2356046" y="5392033"/>
              <a:ext cx="640715" cy="353695"/>
            </a:xfrm>
            <a:custGeom>
              <a:avLst/>
              <a:gdLst/>
              <a:ahLst/>
              <a:cxnLst/>
              <a:rect l="l" t="t" r="r" b="b"/>
              <a:pathLst>
                <a:path w="640714" h="353695">
                  <a:moveTo>
                    <a:pt x="463884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463884" y="353526"/>
                  </a:lnTo>
                  <a:lnTo>
                    <a:pt x="510816" y="347211"/>
                  </a:lnTo>
                  <a:lnTo>
                    <a:pt x="552988" y="329392"/>
                  </a:lnTo>
                  <a:lnTo>
                    <a:pt x="588718" y="301753"/>
                  </a:lnTo>
                  <a:lnTo>
                    <a:pt x="616323" y="265979"/>
                  </a:lnTo>
                  <a:lnTo>
                    <a:pt x="634120" y="223754"/>
                  </a:lnTo>
                  <a:lnTo>
                    <a:pt x="640426" y="176763"/>
                  </a:lnTo>
                  <a:lnTo>
                    <a:pt x="634120" y="129772"/>
                  </a:lnTo>
                  <a:lnTo>
                    <a:pt x="616323" y="87547"/>
                  </a:lnTo>
                  <a:lnTo>
                    <a:pt x="588718" y="51772"/>
                  </a:lnTo>
                  <a:lnTo>
                    <a:pt x="552988" y="24133"/>
                  </a:lnTo>
                  <a:lnTo>
                    <a:pt x="510816" y="6314"/>
                  </a:lnTo>
                  <a:lnTo>
                    <a:pt x="463884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2356046" y="5392033"/>
              <a:ext cx="640715" cy="353695"/>
            </a:xfrm>
            <a:custGeom>
              <a:avLst/>
              <a:gdLst/>
              <a:ahLst/>
              <a:cxnLst/>
              <a:rect l="l" t="t" r="r" b="b"/>
              <a:pathLst>
                <a:path w="640714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463884" y="0"/>
                  </a:lnTo>
                  <a:lnTo>
                    <a:pt x="510816" y="6314"/>
                  </a:lnTo>
                  <a:lnTo>
                    <a:pt x="552989" y="24133"/>
                  </a:lnTo>
                  <a:lnTo>
                    <a:pt x="588719" y="51772"/>
                  </a:lnTo>
                  <a:lnTo>
                    <a:pt x="616324" y="87547"/>
                  </a:lnTo>
                  <a:lnTo>
                    <a:pt x="634121" y="129772"/>
                  </a:lnTo>
                  <a:lnTo>
                    <a:pt x="640427" y="176763"/>
                  </a:lnTo>
                  <a:lnTo>
                    <a:pt x="634121" y="223754"/>
                  </a:lnTo>
                  <a:lnTo>
                    <a:pt x="616324" y="265979"/>
                  </a:lnTo>
                  <a:lnTo>
                    <a:pt x="588719" y="301753"/>
                  </a:lnTo>
                  <a:lnTo>
                    <a:pt x="552989" y="329393"/>
                  </a:lnTo>
                  <a:lnTo>
                    <a:pt x="510816" y="347212"/>
                  </a:lnTo>
                  <a:lnTo>
                    <a:pt x="463884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B93C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347019" y="4817466"/>
            <a:ext cx="29863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071733" y="4751288"/>
            <a:ext cx="584947" cy="328893"/>
            <a:chOff x="3328897" y="5384793"/>
            <a:chExt cx="662940" cy="372745"/>
          </a:xfrm>
        </p:grpSpPr>
        <p:sp>
          <p:nvSpPr>
            <p:cNvPr id="52" name="object 52"/>
            <p:cNvSpPr/>
            <p:nvPr/>
          </p:nvSpPr>
          <p:spPr>
            <a:xfrm>
              <a:off x="3338422" y="5394318"/>
              <a:ext cx="643890" cy="353695"/>
            </a:xfrm>
            <a:custGeom>
              <a:avLst/>
              <a:gdLst/>
              <a:ahLst/>
              <a:cxnLst/>
              <a:rect l="l" t="t" r="r" b="b"/>
              <a:pathLst>
                <a:path w="643889" h="353695">
                  <a:moveTo>
                    <a:pt x="467326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4"/>
                  </a:lnTo>
                  <a:lnTo>
                    <a:pt x="87438" y="329393"/>
                  </a:lnTo>
                  <a:lnTo>
                    <a:pt x="129610" y="347213"/>
                  </a:lnTo>
                  <a:lnTo>
                    <a:pt x="176542" y="353527"/>
                  </a:lnTo>
                  <a:lnTo>
                    <a:pt x="467326" y="353528"/>
                  </a:lnTo>
                  <a:lnTo>
                    <a:pt x="514258" y="347214"/>
                  </a:lnTo>
                  <a:lnTo>
                    <a:pt x="556431" y="329395"/>
                  </a:lnTo>
                  <a:lnTo>
                    <a:pt x="592161" y="301755"/>
                  </a:lnTo>
                  <a:lnTo>
                    <a:pt x="619766" y="265980"/>
                  </a:lnTo>
                  <a:lnTo>
                    <a:pt x="637563" y="223754"/>
                  </a:lnTo>
                  <a:lnTo>
                    <a:pt x="643870" y="176763"/>
                  </a:lnTo>
                  <a:lnTo>
                    <a:pt x="637564" y="129772"/>
                  </a:lnTo>
                  <a:lnTo>
                    <a:pt x="619767" y="87547"/>
                  </a:lnTo>
                  <a:lnTo>
                    <a:pt x="592162" y="51772"/>
                  </a:lnTo>
                  <a:lnTo>
                    <a:pt x="556432" y="24133"/>
                  </a:lnTo>
                  <a:lnTo>
                    <a:pt x="514259" y="6314"/>
                  </a:lnTo>
                  <a:lnTo>
                    <a:pt x="467326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3338422" y="5394318"/>
              <a:ext cx="643890" cy="353695"/>
            </a:xfrm>
            <a:custGeom>
              <a:avLst/>
              <a:gdLst/>
              <a:ahLst/>
              <a:cxnLst/>
              <a:rect l="l" t="t" r="r" b="b"/>
              <a:pathLst>
                <a:path w="643889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3" y="0"/>
                  </a:lnTo>
                  <a:lnTo>
                    <a:pt x="467327" y="0"/>
                  </a:lnTo>
                  <a:lnTo>
                    <a:pt x="514259" y="6314"/>
                  </a:lnTo>
                  <a:lnTo>
                    <a:pt x="556432" y="24133"/>
                  </a:lnTo>
                  <a:lnTo>
                    <a:pt x="592162" y="51772"/>
                  </a:lnTo>
                  <a:lnTo>
                    <a:pt x="619767" y="87547"/>
                  </a:lnTo>
                  <a:lnTo>
                    <a:pt x="637564" y="129772"/>
                  </a:lnTo>
                  <a:lnTo>
                    <a:pt x="643870" y="176763"/>
                  </a:lnTo>
                  <a:lnTo>
                    <a:pt x="637563" y="223754"/>
                  </a:lnTo>
                  <a:lnTo>
                    <a:pt x="619766" y="265979"/>
                  </a:lnTo>
                  <a:lnTo>
                    <a:pt x="592161" y="301754"/>
                  </a:lnTo>
                  <a:lnTo>
                    <a:pt x="556431" y="329394"/>
                  </a:lnTo>
                  <a:lnTo>
                    <a:pt x="514258" y="347213"/>
                  </a:lnTo>
                  <a:lnTo>
                    <a:pt x="467326" y="353527"/>
                  </a:lnTo>
                  <a:lnTo>
                    <a:pt x="176543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3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608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239214" y="4820155"/>
            <a:ext cx="250451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326298" y="4485183"/>
            <a:ext cx="77321" cy="274544"/>
          </a:xfrm>
          <a:custGeom>
            <a:avLst/>
            <a:gdLst/>
            <a:ahLst/>
            <a:cxnLst/>
            <a:rect l="l" t="t" r="r" b="b"/>
            <a:pathLst>
              <a:path w="87629" h="311150">
                <a:moveTo>
                  <a:pt x="10617" y="224744"/>
                </a:moveTo>
                <a:lnTo>
                  <a:pt x="1576" y="229900"/>
                </a:lnTo>
                <a:lnTo>
                  <a:pt x="0" y="235659"/>
                </a:lnTo>
                <a:lnTo>
                  <a:pt x="42951" y="311155"/>
                </a:lnTo>
                <a:lnTo>
                  <a:pt x="54056" y="292535"/>
                </a:lnTo>
                <a:lnTo>
                  <a:pt x="52562" y="292535"/>
                </a:lnTo>
                <a:lnTo>
                  <a:pt x="33724" y="292342"/>
                </a:lnTo>
                <a:lnTo>
                  <a:pt x="34082" y="257459"/>
                </a:lnTo>
                <a:lnTo>
                  <a:pt x="16367" y="226324"/>
                </a:lnTo>
                <a:lnTo>
                  <a:pt x="10617" y="224744"/>
                </a:lnTo>
                <a:close/>
              </a:path>
              <a:path w="87629" h="311150">
                <a:moveTo>
                  <a:pt x="34082" y="257459"/>
                </a:moveTo>
                <a:lnTo>
                  <a:pt x="33724" y="292342"/>
                </a:lnTo>
                <a:lnTo>
                  <a:pt x="52562" y="292535"/>
                </a:lnTo>
                <a:lnTo>
                  <a:pt x="52611" y="287770"/>
                </a:lnTo>
                <a:lnTo>
                  <a:pt x="35057" y="287604"/>
                </a:lnTo>
                <a:lnTo>
                  <a:pt x="43336" y="273723"/>
                </a:lnTo>
                <a:lnTo>
                  <a:pt x="34082" y="257459"/>
                </a:lnTo>
                <a:close/>
              </a:path>
              <a:path w="87629" h="311150">
                <a:moveTo>
                  <a:pt x="77052" y="225427"/>
                </a:moveTo>
                <a:lnTo>
                  <a:pt x="71269" y="226888"/>
                </a:lnTo>
                <a:lnTo>
                  <a:pt x="52920" y="257653"/>
                </a:lnTo>
                <a:lnTo>
                  <a:pt x="52562" y="292535"/>
                </a:lnTo>
                <a:lnTo>
                  <a:pt x="54056" y="292535"/>
                </a:lnTo>
                <a:lnTo>
                  <a:pt x="87443" y="236559"/>
                </a:lnTo>
                <a:lnTo>
                  <a:pt x="85985" y="230769"/>
                </a:lnTo>
                <a:lnTo>
                  <a:pt x="77052" y="225427"/>
                </a:lnTo>
                <a:close/>
              </a:path>
              <a:path w="87629" h="311150">
                <a:moveTo>
                  <a:pt x="43336" y="273723"/>
                </a:moveTo>
                <a:lnTo>
                  <a:pt x="35057" y="287604"/>
                </a:lnTo>
                <a:lnTo>
                  <a:pt x="51328" y="287770"/>
                </a:lnTo>
                <a:lnTo>
                  <a:pt x="43336" y="273723"/>
                </a:lnTo>
                <a:close/>
              </a:path>
              <a:path w="87629" h="311150">
                <a:moveTo>
                  <a:pt x="52920" y="257653"/>
                </a:moveTo>
                <a:lnTo>
                  <a:pt x="43336" y="273723"/>
                </a:lnTo>
                <a:lnTo>
                  <a:pt x="51328" y="287770"/>
                </a:lnTo>
                <a:lnTo>
                  <a:pt x="52611" y="287770"/>
                </a:lnTo>
                <a:lnTo>
                  <a:pt x="52920" y="257653"/>
                </a:lnTo>
                <a:close/>
              </a:path>
              <a:path w="87629" h="311150">
                <a:moveTo>
                  <a:pt x="36724" y="0"/>
                </a:moveTo>
                <a:lnTo>
                  <a:pt x="34306" y="235659"/>
                </a:lnTo>
                <a:lnTo>
                  <a:pt x="34192" y="257653"/>
                </a:lnTo>
                <a:lnTo>
                  <a:pt x="43336" y="273723"/>
                </a:lnTo>
                <a:lnTo>
                  <a:pt x="52920" y="257653"/>
                </a:lnTo>
                <a:lnTo>
                  <a:pt x="55562" y="194"/>
                </a:lnTo>
                <a:lnTo>
                  <a:pt x="36724" y="0"/>
                </a:lnTo>
                <a:close/>
              </a:path>
            </a:pathLst>
          </a:custGeom>
          <a:solidFill>
            <a:srgbClr val="5D555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6" name="object 56"/>
          <p:cNvSpPr txBox="1"/>
          <p:nvPr/>
        </p:nvSpPr>
        <p:spPr>
          <a:xfrm>
            <a:off x="5214620" y="3267187"/>
            <a:ext cx="226359" cy="328156"/>
          </a:xfrm>
          <a:prstGeom prst="rect">
            <a:avLst/>
          </a:prstGeom>
        </p:spPr>
        <p:txBody>
          <a:bodyPr vert="horz" wrap="square" lIns="0" tIns="560" rIns="0" bIns="0" rtlCol="0">
            <a:spAutoFit/>
          </a:bodyPr>
          <a:lstStyle/>
          <a:p>
            <a:pPr indent="14568">
              <a:lnSpc>
                <a:spcPts val="1253"/>
              </a:lnSpc>
              <a:spcBef>
                <a:spcPts val="4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low </a:t>
            </a:r>
            <a:r>
              <a:rPr sz="1059" spc="-22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</a:t>
            </a:r>
            <a:r>
              <a:rPr sz="1059" spc="141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9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226746" y="3234136"/>
            <a:ext cx="598954" cy="361949"/>
            <a:chOff x="4637911" y="3665354"/>
            <a:chExt cx="678815" cy="410209"/>
          </a:xfrm>
        </p:grpSpPr>
        <p:sp>
          <p:nvSpPr>
            <p:cNvPr id="58" name="object 58"/>
            <p:cNvSpPr/>
            <p:nvPr/>
          </p:nvSpPr>
          <p:spPr>
            <a:xfrm>
              <a:off x="4647436" y="3674879"/>
              <a:ext cx="659765" cy="391160"/>
            </a:xfrm>
            <a:custGeom>
              <a:avLst/>
              <a:gdLst/>
              <a:ahLst/>
              <a:cxnLst/>
              <a:rect l="l" t="t" r="r" b="b"/>
              <a:pathLst>
                <a:path w="659764" h="391160">
                  <a:moveTo>
                    <a:pt x="659640" y="0"/>
                  </a:moveTo>
                  <a:lnTo>
                    <a:pt x="0" y="0"/>
                  </a:lnTo>
                  <a:lnTo>
                    <a:pt x="0" y="390824"/>
                  </a:lnTo>
                  <a:lnTo>
                    <a:pt x="659640" y="390824"/>
                  </a:lnTo>
                  <a:lnTo>
                    <a:pt x="659640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9" name="object 59"/>
            <p:cNvSpPr/>
            <p:nvPr/>
          </p:nvSpPr>
          <p:spPr>
            <a:xfrm>
              <a:off x="4647436" y="3674879"/>
              <a:ext cx="659765" cy="391160"/>
            </a:xfrm>
            <a:custGeom>
              <a:avLst/>
              <a:gdLst/>
              <a:ahLst/>
              <a:cxnLst/>
              <a:rect l="l" t="t" r="r" b="b"/>
              <a:pathLst>
                <a:path w="659764" h="391160">
                  <a:moveTo>
                    <a:pt x="0" y="0"/>
                  </a:moveTo>
                  <a:lnTo>
                    <a:pt x="659640" y="0"/>
                  </a:lnTo>
                  <a:lnTo>
                    <a:pt x="659640" y="390824"/>
                  </a:lnTo>
                  <a:lnTo>
                    <a:pt x="0" y="390824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399127" y="3254917"/>
            <a:ext cx="254374" cy="329275"/>
          </a:xfrm>
          <a:prstGeom prst="rect">
            <a:avLst/>
          </a:prstGeom>
        </p:spPr>
        <p:txBody>
          <a:bodyPr vert="horz" wrap="square" lIns="0" tIns="21291" rIns="0" bIns="0" rtlCol="0">
            <a:spAutoFit/>
          </a:bodyPr>
          <a:lstStyle/>
          <a:p>
            <a:pPr marL="14008" marR="4483" indent="-3362">
              <a:lnSpc>
                <a:spcPts val="1227"/>
              </a:lnSpc>
              <a:spcBef>
                <a:spcPts val="168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high 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059" spc="146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5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4146669" y="2726751"/>
            <a:ext cx="1623732" cy="336737"/>
            <a:chOff x="4547158" y="3090317"/>
            <a:chExt cx="1840230" cy="381635"/>
          </a:xfrm>
        </p:grpSpPr>
        <p:sp>
          <p:nvSpPr>
            <p:cNvPr id="62" name="object 62"/>
            <p:cNvSpPr/>
            <p:nvPr/>
          </p:nvSpPr>
          <p:spPr>
            <a:xfrm>
              <a:off x="4556683" y="3099842"/>
              <a:ext cx="1821180" cy="362585"/>
            </a:xfrm>
            <a:custGeom>
              <a:avLst/>
              <a:gdLst/>
              <a:ahLst/>
              <a:cxnLst/>
              <a:rect l="l" t="t" r="r" b="b"/>
              <a:pathLst>
                <a:path w="1821179" h="362585">
                  <a:moveTo>
                    <a:pt x="910338" y="0"/>
                  </a:moveTo>
                  <a:lnTo>
                    <a:pt x="0" y="181068"/>
                  </a:lnTo>
                  <a:lnTo>
                    <a:pt x="910338" y="362139"/>
                  </a:lnTo>
                  <a:lnTo>
                    <a:pt x="1820675" y="181068"/>
                  </a:lnTo>
                  <a:lnTo>
                    <a:pt x="910338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4556683" y="3099842"/>
              <a:ext cx="1821180" cy="362585"/>
            </a:xfrm>
            <a:custGeom>
              <a:avLst/>
              <a:gdLst/>
              <a:ahLst/>
              <a:cxnLst/>
              <a:rect l="l" t="t" r="r" b="b"/>
              <a:pathLst>
                <a:path w="1821179" h="362585">
                  <a:moveTo>
                    <a:pt x="0" y="181069"/>
                  </a:moveTo>
                  <a:lnTo>
                    <a:pt x="910337" y="0"/>
                  </a:lnTo>
                  <a:lnTo>
                    <a:pt x="1820675" y="181069"/>
                  </a:lnTo>
                  <a:lnTo>
                    <a:pt x="910337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4715999" y="2795028"/>
            <a:ext cx="485775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In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o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491494" y="3046285"/>
            <a:ext cx="844362" cy="806263"/>
            <a:chOff x="4937960" y="3452456"/>
            <a:chExt cx="956944" cy="913765"/>
          </a:xfrm>
        </p:grpSpPr>
        <p:sp>
          <p:nvSpPr>
            <p:cNvPr id="66" name="object 66"/>
            <p:cNvSpPr/>
            <p:nvPr/>
          </p:nvSpPr>
          <p:spPr>
            <a:xfrm>
              <a:off x="5467022" y="3461981"/>
              <a:ext cx="490220" cy="213360"/>
            </a:xfrm>
            <a:custGeom>
              <a:avLst/>
              <a:gdLst/>
              <a:ahLst/>
              <a:cxnLst/>
              <a:rect l="l" t="t" r="r" b="b"/>
              <a:pathLst>
                <a:path w="490220" h="213360">
                  <a:moveTo>
                    <a:pt x="0" y="0"/>
                  </a:moveTo>
                  <a:lnTo>
                    <a:pt x="418228" y="209014"/>
                  </a:lnTo>
                </a:path>
                <a:path w="490220" h="213360">
                  <a:moveTo>
                    <a:pt x="0" y="0"/>
                  </a:moveTo>
                  <a:lnTo>
                    <a:pt x="489764" y="212897"/>
                  </a:lnTo>
                </a:path>
              </a:pathLst>
            </a:custGeom>
            <a:ln w="1885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4937960" y="4065518"/>
              <a:ext cx="87630" cy="300355"/>
            </a:xfrm>
            <a:custGeom>
              <a:avLst/>
              <a:gdLst/>
              <a:ahLst/>
              <a:cxnLst/>
              <a:rect l="l" t="t" r="r" b="b"/>
              <a:pathLst>
                <a:path w="87629" h="300354">
                  <a:moveTo>
                    <a:pt x="10287" y="214829"/>
                  </a:moveTo>
                  <a:lnTo>
                    <a:pt x="1404" y="220253"/>
                  </a:lnTo>
                  <a:lnTo>
                    <a:pt x="0" y="226057"/>
                  </a:lnTo>
                  <a:lnTo>
                    <a:pt x="45190" y="300231"/>
                  </a:lnTo>
                  <a:lnTo>
                    <a:pt x="55502" y="281703"/>
                  </a:lnTo>
                  <a:lnTo>
                    <a:pt x="35405" y="281703"/>
                  </a:lnTo>
                  <a:lnTo>
                    <a:pt x="34720" y="246825"/>
                  </a:lnTo>
                  <a:lnTo>
                    <a:pt x="16083" y="216235"/>
                  </a:lnTo>
                  <a:lnTo>
                    <a:pt x="10287" y="214829"/>
                  </a:lnTo>
                  <a:close/>
                </a:path>
                <a:path w="87629" h="300354">
                  <a:moveTo>
                    <a:pt x="34720" y="246825"/>
                  </a:moveTo>
                  <a:lnTo>
                    <a:pt x="35405" y="281703"/>
                  </a:lnTo>
                  <a:lnTo>
                    <a:pt x="54239" y="281332"/>
                  </a:lnTo>
                  <a:lnTo>
                    <a:pt x="54152" y="276927"/>
                  </a:lnTo>
                  <a:lnTo>
                    <a:pt x="36595" y="276927"/>
                  </a:lnTo>
                  <a:lnTo>
                    <a:pt x="44455" y="262805"/>
                  </a:lnTo>
                  <a:lnTo>
                    <a:pt x="34720" y="246825"/>
                  </a:lnTo>
                  <a:close/>
                </a:path>
                <a:path w="87629" h="300354">
                  <a:moveTo>
                    <a:pt x="76713" y="213521"/>
                  </a:moveTo>
                  <a:lnTo>
                    <a:pt x="70976" y="215154"/>
                  </a:lnTo>
                  <a:lnTo>
                    <a:pt x="53554" y="246456"/>
                  </a:lnTo>
                  <a:lnTo>
                    <a:pt x="54239" y="281332"/>
                  </a:lnTo>
                  <a:lnTo>
                    <a:pt x="35405" y="281703"/>
                  </a:lnTo>
                  <a:lnTo>
                    <a:pt x="55502" y="281703"/>
                  </a:lnTo>
                  <a:lnTo>
                    <a:pt x="87431" y="224335"/>
                  </a:lnTo>
                  <a:lnTo>
                    <a:pt x="85801" y="218592"/>
                  </a:lnTo>
                  <a:lnTo>
                    <a:pt x="76713" y="213521"/>
                  </a:lnTo>
                  <a:close/>
                </a:path>
                <a:path w="87629" h="300354">
                  <a:moveTo>
                    <a:pt x="44455" y="262805"/>
                  </a:moveTo>
                  <a:lnTo>
                    <a:pt x="36595" y="276927"/>
                  </a:lnTo>
                  <a:lnTo>
                    <a:pt x="52863" y="276607"/>
                  </a:lnTo>
                  <a:lnTo>
                    <a:pt x="44455" y="262805"/>
                  </a:lnTo>
                  <a:close/>
                </a:path>
                <a:path w="87629" h="300354">
                  <a:moveTo>
                    <a:pt x="53554" y="246456"/>
                  </a:moveTo>
                  <a:lnTo>
                    <a:pt x="44455" y="262805"/>
                  </a:lnTo>
                  <a:lnTo>
                    <a:pt x="52863" y="276607"/>
                  </a:lnTo>
                  <a:lnTo>
                    <a:pt x="36595" y="276927"/>
                  </a:lnTo>
                  <a:lnTo>
                    <a:pt x="54152" y="276927"/>
                  </a:lnTo>
                  <a:lnTo>
                    <a:pt x="53554" y="246456"/>
                  </a:lnTo>
                  <a:close/>
                </a:path>
                <a:path w="87629" h="300354">
                  <a:moveTo>
                    <a:pt x="48714" y="0"/>
                  </a:moveTo>
                  <a:lnTo>
                    <a:pt x="29879" y="370"/>
                  </a:lnTo>
                  <a:lnTo>
                    <a:pt x="34720" y="246825"/>
                  </a:lnTo>
                  <a:lnTo>
                    <a:pt x="44455" y="262805"/>
                  </a:lnTo>
                  <a:lnTo>
                    <a:pt x="53554" y="246456"/>
                  </a:lnTo>
                  <a:lnTo>
                    <a:pt x="48714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580306" y="4472127"/>
            <a:ext cx="645459" cy="350786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22971" rIns="0" bIns="0" rtlCol="0">
            <a:spAutoFit/>
          </a:bodyPr>
          <a:lstStyle/>
          <a:p>
            <a:pPr marL="131116">
              <a:lnSpc>
                <a:spcPts val="1262"/>
              </a:lnSpc>
              <a:spcBef>
                <a:spcPts val="180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  <a:p>
            <a:pPr marL="209561">
              <a:lnSpc>
                <a:spcPts val="1262"/>
              </a:lnSpc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059" spc="16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3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926522" y="3843689"/>
            <a:ext cx="1210235" cy="336737"/>
            <a:chOff x="4297658" y="4356181"/>
            <a:chExt cx="1371600" cy="381635"/>
          </a:xfrm>
        </p:grpSpPr>
        <p:sp>
          <p:nvSpPr>
            <p:cNvPr id="70" name="object 70"/>
            <p:cNvSpPr/>
            <p:nvPr/>
          </p:nvSpPr>
          <p:spPr>
            <a:xfrm>
              <a:off x="4307183" y="4365706"/>
              <a:ext cx="1352550" cy="362585"/>
            </a:xfrm>
            <a:custGeom>
              <a:avLst/>
              <a:gdLst/>
              <a:ahLst/>
              <a:cxnLst/>
              <a:rect l="l" t="t" r="r" b="b"/>
              <a:pathLst>
                <a:path w="1352550" h="362585">
                  <a:moveTo>
                    <a:pt x="675966" y="0"/>
                  </a:moveTo>
                  <a:lnTo>
                    <a:pt x="0" y="181070"/>
                  </a:lnTo>
                  <a:lnTo>
                    <a:pt x="675966" y="362139"/>
                  </a:lnTo>
                  <a:lnTo>
                    <a:pt x="1351932" y="181070"/>
                  </a:lnTo>
                  <a:lnTo>
                    <a:pt x="675966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71"/>
            <p:cNvSpPr/>
            <p:nvPr/>
          </p:nvSpPr>
          <p:spPr>
            <a:xfrm>
              <a:off x="4307183" y="4365706"/>
              <a:ext cx="1352550" cy="362585"/>
            </a:xfrm>
            <a:custGeom>
              <a:avLst/>
              <a:gdLst/>
              <a:ahLst/>
              <a:cxnLst/>
              <a:rect l="l" t="t" r="r" b="b"/>
              <a:pathLst>
                <a:path w="1352550" h="362585">
                  <a:moveTo>
                    <a:pt x="0" y="181069"/>
                  </a:moveTo>
                  <a:lnTo>
                    <a:pt x="675966" y="0"/>
                  </a:lnTo>
                  <a:lnTo>
                    <a:pt x="1351932" y="181069"/>
                  </a:lnTo>
                  <a:lnTo>
                    <a:pt x="675966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374177" y="3936263"/>
            <a:ext cx="312644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62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882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882" spc="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882" spc="22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882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882">
              <a:latin typeface="Calibri"/>
              <a:cs typeface="Calibr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3838008" y="3582407"/>
            <a:ext cx="2091018" cy="1921809"/>
            <a:chOff x="4197343" y="4060061"/>
            <a:chExt cx="2369820" cy="2178050"/>
          </a:xfrm>
        </p:grpSpPr>
        <p:sp>
          <p:nvSpPr>
            <p:cNvPr id="74" name="object 74"/>
            <p:cNvSpPr/>
            <p:nvPr/>
          </p:nvSpPr>
          <p:spPr>
            <a:xfrm>
              <a:off x="4983149" y="4727845"/>
              <a:ext cx="421005" cy="340995"/>
            </a:xfrm>
            <a:custGeom>
              <a:avLst/>
              <a:gdLst/>
              <a:ahLst/>
              <a:cxnLst/>
              <a:rect l="l" t="t" r="r" b="b"/>
              <a:pathLst>
                <a:path w="421004" h="340995">
                  <a:moveTo>
                    <a:pt x="0" y="0"/>
                  </a:moveTo>
                  <a:lnTo>
                    <a:pt x="420981" y="340563"/>
                  </a:lnTo>
                </a:path>
              </a:pathLst>
            </a:custGeom>
            <a:ln w="18852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5" name="object 75"/>
            <p:cNvSpPr/>
            <p:nvPr/>
          </p:nvSpPr>
          <p:spPr>
            <a:xfrm>
              <a:off x="5878898" y="4060061"/>
              <a:ext cx="342900" cy="314325"/>
            </a:xfrm>
            <a:custGeom>
              <a:avLst/>
              <a:gdLst/>
              <a:ahLst/>
              <a:cxnLst/>
              <a:rect l="l" t="t" r="r" b="b"/>
              <a:pathLst>
                <a:path w="342900" h="314325">
                  <a:moveTo>
                    <a:pt x="261589" y="277566"/>
                  </a:moveTo>
                  <a:lnTo>
                    <a:pt x="256579" y="280804"/>
                  </a:lnTo>
                  <a:lnTo>
                    <a:pt x="254389" y="290988"/>
                  </a:lnTo>
                  <a:lnTo>
                    <a:pt x="257625" y="296005"/>
                  </a:lnTo>
                  <a:lnTo>
                    <a:pt x="342459" y="314286"/>
                  </a:lnTo>
                  <a:lnTo>
                    <a:pt x="340694" y="308629"/>
                  </a:lnTo>
                  <a:lnTo>
                    <a:pt x="322304" y="308629"/>
                  </a:lnTo>
                  <a:lnTo>
                    <a:pt x="296577" y="285105"/>
                  </a:lnTo>
                  <a:lnTo>
                    <a:pt x="261589" y="277566"/>
                  </a:lnTo>
                  <a:close/>
                </a:path>
                <a:path w="342900" h="314325">
                  <a:moveTo>
                    <a:pt x="296577" y="285105"/>
                  </a:moveTo>
                  <a:lnTo>
                    <a:pt x="322304" y="308629"/>
                  </a:lnTo>
                  <a:lnTo>
                    <a:pt x="326091" y="304476"/>
                  </a:lnTo>
                  <a:lnTo>
                    <a:pt x="319665" y="304476"/>
                  </a:lnTo>
                  <a:lnTo>
                    <a:pt x="314852" y="289043"/>
                  </a:lnTo>
                  <a:lnTo>
                    <a:pt x="296577" y="285105"/>
                  </a:lnTo>
                  <a:close/>
                </a:path>
                <a:path w="342900" h="314325">
                  <a:moveTo>
                    <a:pt x="311313" y="228578"/>
                  </a:moveTo>
                  <a:lnTo>
                    <a:pt x="301382" y="231683"/>
                  </a:lnTo>
                  <a:lnTo>
                    <a:pt x="298613" y="236973"/>
                  </a:lnTo>
                  <a:lnTo>
                    <a:pt x="309281" y="271178"/>
                  </a:lnTo>
                  <a:lnTo>
                    <a:pt x="335006" y="294700"/>
                  </a:lnTo>
                  <a:lnTo>
                    <a:pt x="322304" y="308629"/>
                  </a:lnTo>
                  <a:lnTo>
                    <a:pt x="340694" y="308629"/>
                  </a:lnTo>
                  <a:lnTo>
                    <a:pt x="316595" y="231350"/>
                  </a:lnTo>
                  <a:lnTo>
                    <a:pt x="311313" y="228578"/>
                  </a:lnTo>
                  <a:close/>
                </a:path>
                <a:path w="342900" h="314325">
                  <a:moveTo>
                    <a:pt x="314852" y="289043"/>
                  </a:moveTo>
                  <a:lnTo>
                    <a:pt x="319665" y="304476"/>
                  </a:lnTo>
                  <a:lnTo>
                    <a:pt x="330638" y="292445"/>
                  </a:lnTo>
                  <a:lnTo>
                    <a:pt x="314852" y="289043"/>
                  </a:lnTo>
                  <a:close/>
                </a:path>
                <a:path w="342900" h="314325">
                  <a:moveTo>
                    <a:pt x="309281" y="271178"/>
                  </a:moveTo>
                  <a:lnTo>
                    <a:pt x="314852" y="289043"/>
                  </a:lnTo>
                  <a:lnTo>
                    <a:pt x="330638" y="292445"/>
                  </a:lnTo>
                  <a:lnTo>
                    <a:pt x="319665" y="304476"/>
                  </a:lnTo>
                  <a:lnTo>
                    <a:pt x="326091" y="304476"/>
                  </a:lnTo>
                  <a:lnTo>
                    <a:pt x="335006" y="294700"/>
                  </a:lnTo>
                  <a:lnTo>
                    <a:pt x="309281" y="271178"/>
                  </a:lnTo>
                  <a:close/>
                </a:path>
                <a:path w="342900" h="314325">
                  <a:moveTo>
                    <a:pt x="12703" y="0"/>
                  </a:moveTo>
                  <a:lnTo>
                    <a:pt x="0" y="13928"/>
                  </a:lnTo>
                  <a:lnTo>
                    <a:pt x="296577" y="285105"/>
                  </a:lnTo>
                  <a:lnTo>
                    <a:pt x="314852" y="289043"/>
                  </a:lnTo>
                  <a:lnTo>
                    <a:pt x="309281" y="271178"/>
                  </a:lnTo>
                  <a:lnTo>
                    <a:pt x="1270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6" name="object 76"/>
            <p:cNvSpPr/>
            <p:nvPr/>
          </p:nvSpPr>
          <p:spPr>
            <a:xfrm>
              <a:off x="4572974" y="4727845"/>
              <a:ext cx="410209" cy="347980"/>
            </a:xfrm>
            <a:custGeom>
              <a:avLst/>
              <a:gdLst/>
              <a:ahLst/>
              <a:cxnLst/>
              <a:rect l="l" t="t" r="r" b="b"/>
              <a:pathLst>
                <a:path w="410210" h="347979">
                  <a:moveTo>
                    <a:pt x="410175" y="0"/>
                  </a:moveTo>
                  <a:lnTo>
                    <a:pt x="0" y="347756"/>
                  </a:lnTo>
                </a:path>
              </a:pathLst>
            </a:custGeom>
            <a:ln w="18852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7" name="object 77"/>
            <p:cNvSpPr/>
            <p:nvPr/>
          </p:nvSpPr>
          <p:spPr>
            <a:xfrm>
              <a:off x="4534052" y="5466284"/>
              <a:ext cx="87630" cy="393065"/>
            </a:xfrm>
            <a:custGeom>
              <a:avLst/>
              <a:gdLst/>
              <a:ahLst/>
              <a:cxnLst/>
              <a:rect l="l" t="t" r="r" b="b"/>
              <a:pathLst>
                <a:path w="87629" h="393064">
                  <a:moveTo>
                    <a:pt x="10336" y="307378"/>
                  </a:moveTo>
                  <a:lnTo>
                    <a:pt x="1430" y="312761"/>
                  </a:lnTo>
                  <a:lnTo>
                    <a:pt x="0" y="318559"/>
                  </a:lnTo>
                  <a:lnTo>
                    <a:pt x="44852" y="392937"/>
                  </a:lnTo>
                  <a:lnTo>
                    <a:pt x="55300" y="374365"/>
                  </a:lnTo>
                  <a:lnTo>
                    <a:pt x="35151" y="374365"/>
                  </a:lnTo>
                  <a:lnTo>
                    <a:pt x="34624" y="339485"/>
                  </a:lnTo>
                  <a:lnTo>
                    <a:pt x="16126" y="308809"/>
                  </a:lnTo>
                  <a:lnTo>
                    <a:pt x="10336" y="307378"/>
                  </a:lnTo>
                  <a:close/>
                </a:path>
                <a:path w="87629" h="393064">
                  <a:moveTo>
                    <a:pt x="34624" y="339485"/>
                  </a:moveTo>
                  <a:lnTo>
                    <a:pt x="35151" y="374365"/>
                  </a:lnTo>
                  <a:lnTo>
                    <a:pt x="53987" y="374081"/>
                  </a:lnTo>
                  <a:lnTo>
                    <a:pt x="53919" y="369595"/>
                  </a:lnTo>
                  <a:lnTo>
                    <a:pt x="36362" y="369595"/>
                  </a:lnTo>
                  <a:lnTo>
                    <a:pt x="44286" y="355508"/>
                  </a:lnTo>
                  <a:lnTo>
                    <a:pt x="34624" y="339485"/>
                  </a:lnTo>
                  <a:close/>
                </a:path>
                <a:path w="87629" h="393064">
                  <a:moveTo>
                    <a:pt x="76768" y="306372"/>
                  </a:moveTo>
                  <a:lnTo>
                    <a:pt x="71024" y="307978"/>
                  </a:lnTo>
                  <a:lnTo>
                    <a:pt x="53461" y="339200"/>
                  </a:lnTo>
                  <a:lnTo>
                    <a:pt x="53987" y="374081"/>
                  </a:lnTo>
                  <a:lnTo>
                    <a:pt x="35151" y="374365"/>
                  </a:lnTo>
                  <a:lnTo>
                    <a:pt x="55300" y="374365"/>
                  </a:lnTo>
                  <a:lnTo>
                    <a:pt x="87438" y="317235"/>
                  </a:lnTo>
                  <a:lnTo>
                    <a:pt x="85834" y="311485"/>
                  </a:lnTo>
                  <a:lnTo>
                    <a:pt x="76768" y="306372"/>
                  </a:lnTo>
                  <a:close/>
                </a:path>
                <a:path w="87629" h="393064">
                  <a:moveTo>
                    <a:pt x="44286" y="355508"/>
                  </a:moveTo>
                  <a:lnTo>
                    <a:pt x="36362" y="369595"/>
                  </a:lnTo>
                  <a:lnTo>
                    <a:pt x="52632" y="369349"/>
                  </a:lnTo>
                  <a:lnTo>
                    <a:pt x="44286" y="355508"/>
                  </a:lnTo>
                  <a:close/>
                </a:path>
                <a:path w="87629" h="393064">
                  <a:moveTo>
                    <a:pt x="53461" y="339200"/>
                  </a:moveTo>
                  <a:lnTo>
                    <a:pt x="44286" y="355508"/>
                  </a:lnTo>
                  <a:lnTo>
                    <a:pt x="52632" y="369349"/>
                  </a:lnTo>
                  <a:lnTo>
                    <a:pt x="36362" y="369595"/>
                  </a:lnTo>
                  <a:lnTo>
                    <a:pt x="53919" y="369595"/>
                  </a:lnTo>
                  <a:lnTo>
                    <a:pt x="53461" y="339200"/>
                  </a:lnTo>
                  <a:close/>
                </a:path>
                <a:path w="87629" h="393064">
                  <a:moveTo>
                    <a:pt x="48340" y="0"/>
                  </a:moveTo>
                  <a:lnTo>
                    <a:pt x="29504" y="285"/>
                  </a:lnTo>
                  <a:lnTo>
                    <a:pt x="34624" y="339485"/>
                  </a:lnTo>
                  <a:lnTo>
                    <a:pt x="44286" y="355508"/>
                  </a:lnTo>
                  <a:lnTo>
                    <a:pt x="53461" y="339200"/>
                  </a:lnTo>
                  <a:lnTo>
                    <a:pt x="4834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8" name="object 78"/>
            <p:cNvSpPr/>
            <p:nvPr/>
          </p:nvSpPr>
          <p:spPr>
            <a:xfrm>
              <a:off x="4206868" y="5859179"/>
              <a:ext cx="744220" cy="353695"/>
            </a:xfrm>
            <a:custGeom>
              <a:avLst/>
              <a:gdLst/>
              <a:ahLst/>
              <a:cxnLst/>
              <a:rect l="l" t="t" r="r" b="b"/>
              <a:pathLst>
                <a:path w="744220" h="353695">
                  <a:moveTo>
                    <a:pt x="567527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7" y="24133"/>
                  </a:lnTo>
                  <a:lnTo>
                    <a:pt x="51707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7" y="301754"/>
                  </a:lnTo>
                  <a:lnTo>
                    <a:pt x="87437" y="329393"/>
                  </a:lnTo>
                  <a:lnTo>
                    <a:pt x="129610" y="347213"/>
                  </a:lnTo>
                  <a:lnTo>
                    <a:pt x="176542" y="353527"/>
                  </a:lnTo>
                  <a:lnTo>
                    <a:pt x="567527" y="353527"/>
                  </a:lnTo>
                  <a:lnTo>
                    <a:pt x="614459" y="347213"/>
                  </a:lnTo>
                  <a:lnTo>
                    <a:pt x="656631" y="329393"/>
                  </a:lnTo>
                  <a:lnTo>
                    <a:pt x="692361" y="301754"/>
                  </a:lnTo>
                  <a:lnTo>
                    <a:pt x="719966" y="265979"/>
                  </a:lnTo>
                  <a:lnTo>
                    <a:pt x="737763" y="223754"/>
                  </a:lnTo>
                  <a:lnTo>
                    <a:pt x="744070" y="176763"/>
                  </a:lnTo>
                  <a:lnTo>
                    <a:pt x="737763" y="129772"/>
                  </a:lnTo>
                  <a:lnTo>
                    <a:pt x="719966" y="87547"/>
                  </a:lnTo>
                  <a:lnTo>
                    <a:pt x="692361" y="51772"/>
                  </a:lnTo>
                  <a:lnTo>
                    <a:pt x="656631" y="24133"/>
                  </a:lnTo>
                  <a:lnTo>
                    <a:pt x="614459" y="6314"/>
                  </a:lnTo>
                  <a:lnTo>
                    <a:pt x="567527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9" name="object 79"/>
            <p:cNvSpPr/>
            <p:nvPr/>
          </p:nvSpPr>
          <p:spPr>
            <a:xfrm>
              <a:off x="4206868" y="5859179"/>
              <a:ext cx="744220" cy="353695"/>
            </a:xfrm>
            <a:custGeom>
              <a:avLst/>
              <a:gdLst/>
              <a:ahLst/>
              <a:cxnLst/>
              <a:rect l="l" t="t" r="r" b="b"/>
              <a:pathLst>
                <a:path w="744220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567528" y="0"/>
                  </a:lnTo>
                  <a:lnTo>
                    <a:pt x="614460" y="6314"/>
                  </a:lnTo>
                  <a:lnTo>
                    <a:pt x="656632" y="24133"/>
                  </a:lnTo>
                  <a:lnTo>
                    <a:pt x="692362" y="51772"/>
                  </a:lnTo>
                  <a:lnTo>
                    <a:pt x="719967" y="87547"/>
                  </a:lnTo>
                  <a:lnTo>
                    <a:pt x="737764" y="129772"/>
                  </a:lnTo>
                  <a:lnTo>
                    <a:pt x="744071" y="176763"/>
                  </a:lnTo>
                  <a:lnTo>
                    <a:pt x="737764" y="223754"/>
                  </a:lnTo>
                  <a:lnTo>
                    <a:pt x="719967" y="265979"/>
                  </a:lnTo>
                  <a:lnTo>
                    <a:pt x="692362" y="301753"/>
                  </a:lnTo>
                  <a:lnTo>
                    <a:pt x="656632" y="329393"/>
                  </a:lnTo>
                  <a:lnTo>
                    <a:pt x="614460" y="347212"/>
                  </a:lnTo>
                  <a:lnTo>
                    <a:pt x="567528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7">
              <a:solidFill>
                <a:srgbClr val="B93C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0" name="object 80"/>
            <p:cNvSpPr/>
            <p:nvPr/>
          </p:nvSpPr>
          <p:spPr>
            <a:xfrm>
              <a:off x="5051796" y="5874762"/>
              <a:ext cx="718185" cy="353695"/>
            </a:xfrm>
            <a:custGeom>
              <a:avLst/>
              <a:gdLst/>
              <a:ahLst/>
              <a:cxnLst/>
              <a:rect l="l" t="t" r="r" b="b"/>
              <a:pathLst>
                <a:path w="718185" h="353695">
                  <a:moveTo>
                    <a:pt x="541312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80"/>
                  </a:lnTo>
                  <a:lnTo>
                    <a:pt x="51708" y="301754"/>
                  </a:lnTo>
                  <a:lnTo>
                    <a:pt x="87438" y="329394"/>
                  </a:lnTo>
                  <a:lnTo>
                    <a:pt x="129611" y="347213"/>
                  </a:lnTo>
                  <a:lnTo>
                    <a:pt x="176542" y="353527"/>
                  </a:lnTo>
                  <a:lnTo>
                    <a:pt x="541310" y="353527"/>
                  </a:lnTo>
                  <a:lnTo>
                    <a:pt x="588243" y="347213"/>
                  </a:lnTo>
                  <a:lnTo>
                    <a:pt x="630416" y="329393"/>
                  </a:lnTo>
                  <a:lnTo>
                    <a:pt x="666146" y="301754"/>
                  </a:lnTo>
                  <a:lnTo>
                    <a:pt x="693751" y="265979"/>
                  </a:lnTo>
                  <a:lnTo>
                    <a:pt x="711548" y="223754"/>
                  </a:lnTo>
                  <a:lnTo>
                    <a:pt x="717854" y="176763"/>
                  </a:lnTo>
                  <a:lnTo>
                    <a:pt x="711548" y="129772"/>
                  </a:lnTo>
                  <a:lnTo>
                    <a:pt x="693751" y="87547"/>
                  </a:lnTo>
                  <a:lnTo>
                    <a:pt x="666146" y="51772"/>
                  </a:lnTo>
                  <a:lnTo>
                    <a:pt x="630416" y="24133"/>
                  </a:lnTo>
                  <a:lnTo>
                    <a:pt x="588244" y="6314"/>
                  </a:lnTo>
                  <a:lnTo>
                    <a:pt x="541312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1" name="object 81"/>
            <p:cNvSpPr/>
            <p:nvPr/>
          </p:nvSpPr>
          <p:spPr>
            <a:xfrm>
              <a:off x="5051796" y="5874762"/>
              <a:ext cx="718185" cy="353695"/>
            </a:xfrm>
            <a:custGeom>
              <a:avLst/>
              <a:gdLst/>
              <a:ahLst/>
              <a:cxnLst/>
              <a:rect l="l" t="t" r="r" b="b"/>
              <a:pathLst>
                <a:path w="718185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1" y="6314"/>
                  </a:lnTo>
                  <a:lnTo>
                    <a:pt x="176543" y="0"/>
                  </a:lnTo>
                  <a:lnTo>
                    <a:pt x="541312" y="0"/>
                  </a:lnTo>
                  <a:lnTo>
                    <a:pt x="588244" y="6314"/>
                  </a:lnTo>
                  <a:lnTo>
                    <a:pt x="630416" y="24133"/>
                  </a:lnTo>
                  <a:lnTo>
                    <a:pt x="666147" y="51772"/>
                  </a:lnTo>
                  <a:lnTo>
                    <a:pt x="693752" y="87547"/>
                  </a:lnTo>
                  <a:lnTo>
                    <a:pt x="711549" y="129772"/>
                  </a:lnTo>
                  <a:lnTo>
                    <a:pt x="717855" y="176763"/>
                  </a:lnTo>
                  <a:lnTo>
                    <a:pt x="711548" y="223754"/>
                  </a:lnTo>
                  <a:lnTo>
                    <a:pt x="693751" y="265979"/>
                  </a:lnTo>
                  <a:lnTo>
                    <a:pt x="666146" y="301754"/>
                  </a:lnTo>
                  <a:lnTo>
                    <a:pt x="630416" y="329394"/>
                  </a:lnTo>
                  <a:lnTo>
                    <a:pt x="588243" y="347213"/>
                  </a:lnTo>
                  <a:lnTo>
                    <a:pt x="541311" y="353527"/>
                  </a:lnTo>
                  <a:lnTo>
                    <a:pt x="176543" y="353526"/>
                  </a:lnTo>
                  <a:lnTo>
                    <a:pt x="129611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3"/>
                  </a:lnTo>
                  <a:lnTo>
                    <a:pt x="0" y="176763"/>
                  </a:lnTo>
                  <a:close/>
                </a:path>
              </a:pathLst>
            </a:custGeom>
            <a:ln w="18857">
              <a:solidFill>
                <a:srgbClr val="608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2" name="object 82"/>
            <p:cNvSpPr/>
            <p:nvPr/>
          </p:nvSpPr>
          <p:spPr>
            <a:xfrm>
              <a:off x="5365799" y="5464286"/>
              <a:ext cx="87630" cy="410845"/>
            </a:xfrm>
            <a:custGeom>
              <a:avLst/>
              <a:gdLst/>
              <a:ahLst/>
              <a:cxnLst/>
              <a:rect l="l" t="t" r="r" b="b"/>
              <a:pathLst>
                <a:path w="87629" h="410845">
                  <a:moveTo>
                    <a:pt x="10326" y="324991"/>
                  </a:moveTo>
                  <a:lnTo>
                    <a:pt x="1424" y="330385"/>
                  </a:lnTo>
                  <a:lnTo>
                    <a:pt x="0" y="336182"/>
                  </a:lnTo>
                  <a:lnTo>
                    <a:pt x="44923" y="410519"/>
                  </a:lnTo>
                  <a:lnTo>
                    <a:pt x="55342" y="391956"/>
                  </a:lnTo>
                  <a:lnTo>
                    <a:pt x="35205" y="391956"/>
                  </a:lnTo>
                  <a:lnTo>
                    <a:pt x="34645" y="357076"/>
                  </a:lnTo>
                  <a:lnTo>
                    <a:pt x="16117" y="326419"/>
                  </a:lnTo>
                  <a:lnTo>
                    <a:pt x="10326" y="324991"/>
                  </a:lnTo>
                  <a:close/>
                </a:path>
                <a:path w="87629" h="410845">
                  <a:moveTo>
                    <a:pt x="34645" y="357076"/>
                  </a:moveTo>
                  <a:lnTo>
                    <a:pt x="35205" y="391956"/>
                  </a:lnTo>
                  <a:lnTo>
                    <a:pt x="54041" y="391652"/>
                  </a:lnTo>
                  <a:lnTo>
                    <a:pt x="53969" y="387184"/>
                  </a:lnTo>
                  <a:lnTo>
                    <a:pt x="36412" y="387184"/>
                  </a:lnTo>
                  <a:lnTo>
                    <a:pt x="44323" y="373090"/>
                  </a:lnTo>
                  <a:lnTo>
                    <a:pt x="34645" y="357076"/>
                  </a:lnTo>
                  <a:close/>
                </a:path>
                <a:path w="87629" h="410845">
                  <a:moveTo>
                    <a:pt x="76756" y="323922"/>
                  </a:moveTo>
                  <a:lnTo>
                    <a:pt x="71014" y="325535"/>
                  </a:lnTo>
                  <a:lnTo>
                    <a:pt x="53480" y="356774"/>
                  </a:lnTo>
                  <a:lnTo>
                    <a:pt x="54041" y="391652"/>
                  </a:lnTo>
                  <a:lnTo>
                    <a:pt x="35205" y="391956"/>
                  </a:lnTo>
                  <a:lnTo>
                    <a:pt x="55342" y="391956"/>
                  </a:lnTo>
                  <a:lnTo>
                    <a:pt x="87436" y="334775"/>
                  </a:lnTo>
                  <a:lnTo>
                    <a:pt x="85826" y="329026"/>
                  </a:lnTo>
                  <a:lnTo>
                    <a:pt x="76756" y="323922"/>
                  </a:lnTo>
                  <a:close/>
                </a:path>
                <a:path w="87629" h="410845">
                  <a:moveTo>
                    <a:pt x="44323" y="373090"/>
                  </a:moveTo>
                  <a:lnTo>
                    <a:pt x="36412" y="387184"/>
                  </a:lnTo>
                  <a:lnTo>
                    <a:pt x="52682" y="386922"/>
                  </a:lnTo>
                  <a:lnTo>
                    <a:pt x="44323" y="373090"/>
                  </a:lnTo>
                  <a:close/>
                </a:path>
                <a:path w="87629" h="410845">
                  <a:moveTo>
                    <a:pt x="53480" y="356774"/>
                  </a:moveTo>
                  <a:lnTo>
                    <a:pt x="44323" y="373090"/>
                  </a:lnTo>
                  <a:lnTo>
                    <a:pt x="52682" y="386922"/>
                  </a:lnTo>
                  <a:lnTo>
                    <a:pt x="36412" y="387184"/>
                  </a:lnTo>
                  <a:lnTo>
                    <a:pt x="53969" y="387184"/>
                  </a:lnTo>
                  <a:lnTo>
                    <a:pt x="53480" y="356774"/>
                  </a:lnTo>
                  <a:close/>
                </a:path>
                <a:path w="87629" h="410845">
                  <a:moveTo>
                    <a:pt x="47749" y="0"/>
                  </a:moveTo>
                  <a:lnTo>
                    <a:pt x="28914" y="303"/>
                  </a:lnTo>
                  <a:lnTo>
                    <a:pt x="34645" y="357076"/>
                  </a:lnTo>
                  <a:lnTo>
                    <a:pt x="44323" y="373090"/>
                  </a:lnTo>
                  <a:lnTo>
                    <a:pt x="53480" y="356774"/>
                  </a:lnTo>
                  <a:lnTo>
                    <a:pt x="47749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3" name="object 83"/>
            <p:cNvSpPr/>
            <p:nvPr/>
          </p:nvSpPr>
          <p:spPr>
            <a:xfrm>
              <a:off x="5885251" y="4374319"/>
              <a:ext cx="672465" cy="353695"/>
            </a:xfrm>
            <a:custGeom>
              <a:avLst/>
              <a:gdLst/>
              <a:ahLst/>
              <a:cxnLst/>
              <a:rect l="l" t="t" r="r" b="b"/>
              <a:pathLst>
                <a:path w="672465" h="353695">
                  <a:moveTo>
                    <a:pt x="495606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495606" y="353526"/>
                  </a:lnTo>
                  <a:lnTo>
                    <a:pt x="542538" y="347211"/>
                  </a:lnTo>
                  <a:lnTo>
                    <a:pt x="584710" y="329392"/>
                  </a:lnTo>
                  <a:lnTo>
                    <a:pt x="620440" y="301753"/>
                  </a:lnTo>
                  <a:lnTo>
                    <a:pt x="648045" y="265979"/>
                  </a:lnTo>
                  <a:lnTo>
                    <a:pt x="665842" y="223754"/>
                  </a:lnTo>
                  <a:lnTo>
                    <a:pt x="672148" y="176763"/>
                  </a:lnTo>
                  <a:lnTo>
                    <a:pt x="665842" y="129772"/>
                  </a:lnTo>
                  <a:lnTo>
                    <a:pt x="648045" y="87547"/>
                  </a:lnTo>
                  <a:lnTo>
                    <a:pt x="620440" y="51772"/>
                  </a:lnTo>
                  <a:lnTo>
                    <a:pt x="584710" y="24133"/>
                  </a:lnTo>
                  <a:lnTo>
                    <a:pt x="542538" y="6314"/>
                  </a:lnTo>
                  <a:lnTo>
                    <a:pt x="495606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5885251" y="4374319"/>
              <a:ext cx="672465" cy="353695"/>
            </a:xfrm>
            <a:custGeom>
              <a:avLst/>
              <a:gdLst/>
              <a:ahLst/>
              <a:cxnLst/>
              <a:rect l="l" t="t" r="r" b="b"/>
              <a:pathLst>
                <a:path w="672465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495606" y="0"/>
                  </a:lnTo>
                  <a:lnTo>
                    <a:pt x="542538" y="6314"/>
                  </a:lnTo>
                  <a:lnTo>
                    <a:pt x="584711" y="24133"/>
                  </a:lnTo>
                  <a:lnTo>
                    <a:pt x="620441" y="51772"/>
                  </a:lnTo>
                  <a:lnTo>
                    <a:pt x="648046" y="87547"/>
                  </a:lnTo>
                  <a:lnTo>
                    <a:pt x="665843" y="129772"/>
                  </a:lnTo>
                  <a:lnTo>
                    <a:pt x="672149" y="176763"/>
                  </a:lnTo>
                  <a:lnTo>
                    <a:pt x="665843" y="223754"/>
                  </a:lnTo>
                  <a:lnTo>
                    <a:pt x="648046" y="265979"/>
                  </a:lnTo>
                  <a:lnTo>
                    <a:pt x="620441" y="301753"/>
                  </a:lnTo>
                  <a:lnTo>
                    <a:pt x="584711" y="329393"/>
                  </a:lnTo>
                  <a:lnTo>
                    <a:pt x="542538" y="347212"/>
                  </a:lnTo>
                  <a:lnTo>
                    <a:pt x="495606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5475018" y="3919202"/>
            <a:ext cx="29863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3829149" y="4476717"/>
            <a:ext cx="672913" cy="345141"/>
          </a:xfrm>
          <a:custGeom>
            <a:avLst/>
            <a:gdLst/>
            <a:ahLst/>
            <a:cxnLst/>
            <a:rect l="l" t="t" r="r" b="b"/>
            <a:pathLst>
              <a:path w="762635" h="391160">
                <a:moveTo>
                  <a:pt x="0" y="0"/>
                </a:moveTo>
                <a:lnTo>
                  <a:pt x="762022" y="0"/>
                </a:lnTo>
                <a:lnTo>
                  <a:pt x="762022" y="390824"/>
                </a:lnTo>
                <a:lnTo>
                  <a:pt x="0" y="390824"/>
                </a:lnTo>
                <a:lnTo>
                  <a:pt x="0" y="0"/>
                </a:lnTo>
                <a:close/>
              </a:path>
            </a:pathLst>
          </a:custGeom>
          <a:ln w="18856">
            <a:solidFill>
              <a:srgbClr val="0D6993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7" name="object 87"/>
          <p:cNvSpPr txBox="1"/>
          <p:nvPr/>
        </p:nvSpPr>
        <p:spPr>
          <a:xfrm>
            <a:off x="3974056" y="4507006"/>
            <a:ext cx="383241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y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a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s</a:t>
            </a:r>
            <a:endParaRPr sz="1059">
              <a:latin typeface="Calibri"/>
              <a:cs typeface="Calibri"/>
            </a:endParaRPr>
          </a:p>
          <a:p>
            <a:pPr marL="63317">
              <a:lnSpc>
                <a:spcPts val="1249"/>
              </a:lnSpc>
              <a:tabLst>
                <a:tab pos="251025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2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3756212" y="4401222"/>
            <a:ext cx="825874" cy="497541"/>
            <a:chOff x="4104640" y="4988052"/>
            <a:chExt cx="935990" cy="563880"/>
          </a:xfrm>
        </p:grpSpPr>
        <p:pic>
          <p:nvPicPr>
            <p:cNvPr id="89" name="object 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4640" y="4988052"/>
              <a:ext cx="935736" cy="563880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4191964" y="5075602"/>
              <a:ext cx="762635" cy="391160"/>
            </a:xfrm>
            <a:custGeom>
              <a:avLst/>
              <a:gdLst/>
              <a:ahLst/>
              <a:cxnLst/>
              <a:rect l="l" t="t" r="r" b="b"/>
              <a:pathLst>
                <a:path w="762635" h="391160">
                  <a:moveTo>
                    <a:pt x="762021" y="0"/>
                  </a:moveTo>
                  <a:lnTo>
                    <a:pt x="0" y="0"/>
                  </a:lnTo>
                  <a:lnTo>
                    <a:pt x="0" y="390824"/>
                  </a:lnTo>
                  <a:lnTo>
                    <a:pt x="762021" y="390824"/>
                  </a:lnTo>
                  <a:lnTo>
                    <a:pt x="762021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1" name="object 91"/>
            <p:cNvSpPr/>
            <p:nvPr/>
          </p:nvSpPr>
          <p:spPr>
            <a:xfrm>
              <a:off x="4191964" y="5075602"/>
              <a:ext cx="762635" cy="391160"/>
            </a:xfrm>
            <a:custGeom>
              <a:avLst/>
              <a:gdLst/>
              <a:ahLst/>
              <a:cxnLst/>
              <a:rect l="l" t="t" r="r" b="b"/>
              <a:pathLst>
                <a:path w="762635" h="391160">
                  <a:moveTo>
                    <a:pt x="0" y="0"/>
                  </a:moveTo>
                  <a:lnTo>
                    <a:pt x="762022" y="0"/>
                  </a:lnTo>
                  <a:lnTo>
                    <a:pt x="762022" y="390824"/>
                  </a:lnTo>
                  <a:lnTo>
                    <a:pt x="0" y="390824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3841582" y="4492047"/>
            <a:ext cx="651622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36159">
              <a:lnSpc>
                <a:spcPts val="1249"/>
              </a:lnSpc>
              <a:spcBef>
                <a:spcPts val="88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  <a:p>
            <a:pPr marL="200036">
              <a:lnSpc>
                <a:spcPts val="1249"/>
              </a:lnSpc>
              <a:tabLst>
                <a:tab pos="387744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2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617888" y="1698265"/>
            <a:ext cx="1886510" cy="1045509"/>
            <a:chOff x="547872" y="1924700"/>
            <a:chExt cx="2138045" cy="1184910"/>
          </a:xfrm>
        </p:grpSpPr>
        <p:sp>
          <p:nvSpPr>
            <p:cNvPr id="94" name="object 94"/>
            <p:cNvSpPr/>
            <p:nvPr/>
          </p:nvSpPr>
          <p:spPr>
            <a:xfrm>
              <a:off x="557397" y="1934225"/>
              <a:ext cx="2118995" cy="1165860"/>
            </a:xfrm>
            <a:custGeom>
              <a:avLst/>
              <a:gdLst/>
              <a:ahLst/>
              <a:cxnLst/>
              <a:rect l="l" t="t" r="r" b="b"/>
              <a:pathLst>
                <a:path w="2118995" h="1165860">
                  <a:moveTo>
                    <a:pt x="2118863" y="0"/>
                  </a:moveTo>
                  <a:lnTo>
                    <a:pt x="0" y="0"/>
                  </a:lnTo>
                  <a:lnTo>
                    <a:pt x="0" y="1165617"/>
                  </a:lnTo>
                  <a:lnTo>
                    <a:pt x="2118863" y="1165617"/>
                  </a:lnTo>
                  <a:lnTo>
                    <a:pt x="2118863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5" name="object 95"/>
            <p:cNvSpPr/>
            <p:nvPr/>
          </p:nvSpPr>
          <p:spPr>
            <a:xfrm>
              <a:off x="557397" y="1934225"/>
              <a:ext cx="2118995" cy="1165860"/>
            </a:xfrm>
            <a:custGeom>
              <a:avLst/>
              <a:gdLst/>
              <a:ahLst/>
              <a:cxnLst/>
              <a:rect l="l" t="t" r="r" b="b"/>
              <a:pathLst>
                <a:path w="2118995" h="1165860">
                  <a:moveTo>
                    <a:pt x="0" y="0"/>
                  </a:moveTo>
                  <a:lnTo>
                    <a:pt x="2118863" y="0"/>
                  </a:lnTo>
                  <a:lnTo>
                    <a:pt x="2118863" y="1165617"/>
                  </a:lnTo>
                  <a:lnTo>
                    <a:pt x="0" y="1165617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80005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850235" y="1716489"/>
            <a:ext cx="1422026" cy="965747"/>
          </a:xfrm>
          <a:prstGeom prst="rect">
            <a:avLst/>
          </a:prstGeom>
        </p:spPr>
        <p:txBody>
          <a:bodyPr vert="horz" wrap="square" lIns="0" tIns="17369" rIns="0" bIns="0" rtlCol="0">
            <a:spAutoFit/>
          </a:bodyPr>
          <a:lstStyle/>
          <a:p>
            <a:pPr marL="10646" marR="4483" indent="1121" algn="ctr">
              <a:lnSpc>
                <a:spcPct val="97400"/>
              </a:lnSpc>
              <a:spcBef>
                <a:spcPts val="137"/>
              </a:spcBef>
            </a:pP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All </a:t>
            </a:r>
            <a:r>
              <a:rPr sz="1588" spc="-18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588" spc="-4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these </a:t>
            </a:r>
            <a:r>
              <a:rPr sz="1588" spc="-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nodes</a:t>
            </a:r>
            <a:r>
              <a:rPr sz="1588" spc="-5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588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same </a:t>
            </a:r>
            <a:r>
              <a:rPr sz="1588" spc="-34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588" spc="-13" dirty="0">
                <a:solidFill>
                  <a:srgbClr val="FFFFFF"/>
                </a:solidFill>
                <a:latin typeface="Calibri"/>
                <a:cs typeface="Calibri"/>
              </a:rPr>
              <a:t>value </a:t>
            </a:r>
            <a:r>
              <a:rPr sz="1588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588" spc="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Nothing</a:t>
            </a:r>
            <a:r>
              <a:rPr sz="1588" spc="-3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588" spc="-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4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862404" y="2190525"/>
            <a:ext cx="4329953" cy="2445124"/>
            <a:chOff x="824991" y="2482595"/>
            <a:chExt cx="4907280" cy="2771140"/>
          </a:xfrm>
        </p:grpSpPr>
        <p:pic>
          <p:nvPicPr>
            <p:cNvPr id="98" name="object 9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7703" y="3073907"/>
              <a:ext cx="478535" cy="560832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1347974" y="3087126"/>
              <a:ext cx="286385" cy="372745"/>
            </a:xfrm>
            <a:custGeom>
              <a:avLst/>
              <a:gdLst/>
              <a:ahLst/>
              <a:cxnLst/>
              <a:rect l="l" t="t" r="r" b="b"/>
              <a:pathLst>
                <a:path w="286385" h="372745">
                  <a:moveTo>
                    <a:pt x="25308" y="232225"/>
                  </a:moveTo>
                  <a:lnTo>
                    <a:pt x="0" y="372297"/>
                  </a:lnTo>
                  <a:lnTo>
                    <a:pt x="127102" y="308526"/>
                  </a:lnTo>
                  <a:lnTo>
                    <a:pt x="115833" y="300079"/>
                  </a:lnTo>
                  <a:lnTo>
                    <a:pt x="80471" y="300079"/>
                  </a:lnTo>
                  <a:lnTo>
                    <a:pt x="46539" y="274646"/>
                  </a:lnTo>
                  <a:lnTo>
                    <a:pt x="59240" y="257659"/>
                  </a:lnTo>
                  <a:lnTo>
                    <a:pt x="25308" y="232225"/>
                  </a:lnTo>
                  <a:close/>
                </a:path>
                <a:path w="286385" h="372745">
                  <a:moveTo>
                    <a:pt x="59240" y="257659"/>
                  </a:moveTo>
                  <a:lnTo>
                    <a:pt x="46539" y="274646"/>
                  </a:lnTo>
                  <a:lnTo>
                    <a:pt x="80471" y="300079"/>
                  </a:lnTo>
                  <a:lnTo>
                    <a:pt x="93171" y="283092"/>
                  </a:lnTo>
                  <a:lnTo>
                    <a:pt x="59240" y="257659"/>
                  </a:lnTo>
                  <a:close/>
                </a:path>
                <a:path w="286385" h="372745">
                  <a:moveTo>
                    <a:pt x="93171" y="283092"/>
                  </a:moveTo>
                  <a:lnTo>
                    <a:pt x="80471" y="300079"/>
                  </a:lnTo>
                  <a:lnTo>
                    <a:pt x="115833" y="300079"/>
                  </a:lnTo>
                  <a:lnTo>
                    <a:pt x="93171" y="283092"/>
                  </a:lnTo>
                  <a:close/>
                </a:path>
                <a:path w="286385" h="372745">
                  <a:moveTo>
                    <a:pt x="251889" y="0"/>
                  </a:moveTo>
                  <a:lnTo>
                    <a:pt x="59240" y="257659"/>
                  </a:lnTo>
                  <a:lnTo>
                    <a:pt x="93171" y="283092"/>
                  </a:lnTo>
                  <a:lnTo>
                    <a:pt x="285819" y="25433"/>
                  </a:lnTo>
                  <a:lnTo>
                    <a:pt x="251889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0" name="object 10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68704" y="3073907"/>
              <a:ext cx="1271016" cy="1804416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1599182" y="3088091"/>
              <a:ext cx="1081405" cy="1612900"/>
            </a:xfrm>
            <a:custGeom>
              <a:avLst/>
              <a:gdLst/>
              <a:ahLst/>
              <a:cxnLst/>
              <a:rect l="l" t="t" r="r" b="b"/>
              <a:pathLst>
                <a:path w="1081405" h="1612900">
                  <a:moveTo>
                    <a:pt x="992916" y="1518207"/>
                  </a:moveTo>
                  <a:lnTo>
                    <a:pt x="957624" y="1541710"/>
                  </a:lnTo>
                  <a:lnTo>
                    <a:pt x="1080984" y="1612465"/>
                  </a:lnTo>
                  <a:lnTo>
                    <a:pt x="1071505" y="1535875"/>
                  </a:lnTo>
                  <a:lnTo>
                    <a:pt x="1004653" y="1535875"/>
                  </a:lnTo>
                  <a:lnTo>
                    <a:pt x="992916" y="1518207"/>
                  </a:lnTo>
                  <a:close/>
                </a:path>
                <a:path w="1081405" h="1612900">
                  <a:moveTo>
                    <a:pt x="1028209" y="1494703"/>
                  </a:moveTo>
                  <a:lnTo>
                    <a:pt x="992916" y="1518207"/>
                  </a:lnTo>
                  <a:lnTo>
                    <a:pt x="1004653" y="1535875"/>
                  </a:lnTo>
                  <a:lnTo>
                    <a:pt x="1039947" y="1512373"/>
                  </a:lnTo>
                  <a:lnTo>
                    <a:pt x="1028209" y="1494703"/>
                  </a:lnTo>
                  <a:close/>
                </a:path>
                <a:path w="1081405" h="1612900">
                  <a:moveTo>
                    <a:pt x="1063501" y="1471201"/>
                  </a:moveTo>
                  <a:lnTo>
                    <a:pt x="1028209" y="1494703"/>
                  </a:lnTo>
                  <a:lnTo>
                    <a:pt x="1039947" y="1512373"/>
                  </a:lnTo>
                  <a:lnTo>
                    <a:pt x="1004653" y="1535875"/>
                  </a:lnTo>
                  <a:lnTo>
                    <a:pt x="1071505" y="1535875"/>
                  </a:lnTo>
                  <a:lnTo>
                    <a:pt x="1063501" y="1471201"/>
                  </a:lnTo>
                  <a:close/>
                </a:path>
                <a:path w="1081405" h="1612900">
                  <a:moveTo>
                    <a:pt x="35292" y="0"/>
                  </a:moveTo>
                  <a:lnTo>
                    <a:pt x="0" y="23502"/>
                  </a:lnTo>
                  <a:lnTo>
                    <a:pt x="992916" y="1518207"/>
                  </a:lnTo>
                  <a:lnTo>
                    <a:pt x="1028209" y="1494703"/>
                  </a:lnTo>
                  <a:lnTo>
                    <a:pt x="35292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2" name="object 10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1751" y="3067811"/>
              <a:ext cx="2249424" cy="1795272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1603849" y="3083067"/>
              <a:ext cx="2059939" cy="1604645"/>
            </a:xfrm>
            <a:custGeom>
              <a:avLst/>
              <a:gdLst/>
              <a:ahLst/>
              <a:cxnLst/>
              <a:rect l="l" t="t" r="r" b="b"/>
              <a:pathLst>
                <a:path w="2059939" h="1604645">
                  <a:moveTo>
                    <a:pt x="1946194" y="1543016"/>
                  </a:moveTo>
                  <a:lnTo>
                    <a:pt x="1920237" y="1576566"/>
                  </a:lnTo>
                  <a:lnTo>
                    <a:pt x="2059698" y="1604208"/>
                  </a:lnTo>
                  <a:lnTo>
                    <a:pt x="2036560" y="1556011"/>
                  </a:lnTo>
                  <a:lnTo>
                    <a:pt x="1962950" y="1556011"/>
                  </a:lnTo>
                  <a:lnTo>
                    <a:pt x="1946194" y="1543016"/>
                  </a:lnTo>
                  <a:close/>
                </a:path>
                <a:path w="2059939" h="1604645">
                  <a:moveTo>
                    <a:pt x="1972151" y="1509465"/>
                  </a:moveTo>
                  <a:lnTo>
                    <a:pt x="1946194" y="1543016"/>
                  </a:lnTo>
                  <a:lnTo>
                    <a:pt x="1962950" y="1556011"/>
                  </a:lnTo>
                  <a:lnTo>
                    <a:pt x="1988906" y="1522460"/>
                  </a:lnTo>
                  <a:lnTo>
                    <a:pt x="1972151" y="1509465"/>
                  </a:lnTo>
                  <a:close/>
                </a:path>
                <a:path w="2059939" h="1604645">
                  <a:moveTo>
                    <a:pt x="1998108" y="1475915"/>
                  </a:moveTo>
                  <a:lnTo>
                    <a:pt x="1972151" y="1509465"/>
                  </a:lnTo>
                  <a:lnTo>
                    <a:pt x="1988906" y="1522460"/>
                  </a:lnTo>
                  <a:lnTo>
                    <a:pt x="1962950" y="1556011"/>
                  </a:lnTo>
                  <a:lnTo>
                    <a:pt x="2036560" y="1556011"/>
                  </a:lnTo>
                  <a:lnTo>
                    <a:pt x="1998108" y="1475915"/>
                  </a:lnTo>
                  <a:close/>
                </a:path>
                <a:path w="2059939" h="1604645">
                  <a:moveTo>
                    <a:pt x="25957" y="0"/>
                  </a:moveTo>
                  <a:lnTo>
                    <a:pt x="0" y="33550"/>
                  </a:lnTo>
                  <a:lnTo>
                    <a:pt x="1946194" y="1543016"/>
                  </a:lnTo>
                  <a:lnTo>
                    <a:pt x="1972151" y="1509465"/>
                  </a:lnTo>
                  <a:lnTo>
                    <a:pt x="25957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4" name="object 10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29408" y="2491739"/>
              <a:ext cx="2103120" cy="2761488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2659242" y="2504386"/>
              <a:ext cx="1913889" cy="2571750"/>
            </a:xfrm>
            <a:custGeom>
              <a:avLst/>
              <a:gdLst/>
              <a:ahLst/>
              <a:cxnLst/>
              <a:rect l="l" t="t" r="r" b="b"/>
              <a:pathLst>
                <a:path w="1913889" h="2571750">
                  <a:moveTo>
                    <a:pt x="1820926" y="2481629"/>
                  </a:moveTo>
                  <a:lnTo>
                    <a:pt x="1786891" y="2506922"/>
                  </a:lnTo>
                  <a:lnTo>
                    <a:pt x="1913732" y="2571215"/>
                  </a:lnTo>
                  <a:lnTo>
                    <a:pt x="1900929" y="2498661"/>
                  </a:lnTo>
                  <a:lnTo>
                    <a:pt x="1833552" y="2498661"/>
                  </a:lnTo>
                  <a:lnTo>
                    <a:pt x="1820926" y="2481629"/>
                  </a:lnTo>
                  <a:close/>
                </a:path>
                <a:path w="1913889" h="2571750">
                  <a:moveTo>
                    <a:pt x="1854962" y="2456334"/>
                  </a:moveTo>
                  <a:lnTo>
                    <a:pt x="1820926" y="2481629"/>
                  </a:lnTo>
                  <a:lnTo>
                    <a:pt x="1833552" y="2498661"/>
                  </a:lnTo>
                  <a:lnTo>
                    <a:pt x="1867588" y="2473366"/>
                  </a:lnTo>
                  <a:lnTo>
                    <a:pt x="1854962" y="2456334"/>
                  </a:lnTo>
                  <a:close/>
                </a:path>
                <a:path w="1913889" h="2571750">
                  <a:moveTo>
                    <a:pt x="1888996" y="2431041"/>
                  </a:moveTo>
                  <a:lnTo>
                    <a:pt x="1854962" y="2456334"/>
                  </a:lnTo>
                  <a:lnTo>
                    <a:pt x="1867588" y="2473366"/>
                  </a:lnTo>
                  <a:lnTo>
                    <a:pt x="1833552" y="2498661"/>
                  </a:lnTo>
                  <a:lnTo>
                    <a:pt x="1900929" y="2498661"/>
                  </a:lnTo>
                  <a:lnTo>
                    <a:pt x="1888996" y="2431041"/>
                  </a:lnTo>
                  <a:close/>
                </a:path>
                <a:path w="1913889" h="2571750">
                  <a:moveTo>
                    <a:pt x="34034" y="0"/>
                  </a:moveTo>
                  <a:lnTo>
                    <a:pt x="0" y="25294"/>
                  </a:lnTo>
                  <a:lnTo>
                    <a:pt x="1820926" y="2481629"/>
                  </a:lnTo>
                  <a:lnTo>
                    <a:pt x="1854962" y="2456334"/>
                  </a:lnTo>
                  <a:lnTo>
                    <a:pt x="34034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6" name="object 10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35503" y="2482595"/>
              <a:ext cx="3096768" cy="156362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2667304" y="2497801"/>
              <a:ext cx="2905125" cy="1375410"/>
            </a:xfrm>
            <a:custGeom>
              <a:avLst/>
              <a:gdLst/>
              <a:ahLst/>
              <a:cxnLst/>
              <a:rect l="l" t="t" r="r" b="b"/>
              <a:pathLst>
                <a:path w="2905125" h="1375410">
                  <a:moveTo>
                    <a:pt x="2780841" y="1336640"/>
                  </a:moveTo>
                  <a:lnTo>
                    <a:pt x="2762930" y="1375103"/>
                  </a:lnTo>
                  <a:lnTo>
                    <a:pt x="2905044" y="1371208"/>
                  </a:lnTo>
                  <a:lnTo>
                    <a:pt x="2884751" y="1345608"/>
                  </a:lnTo>
                  <a:lnTo>
                    <a:pt x="2800051" y="1345608"/>
                  </a:lnTo>
                  <a:lnTo>
                    <a:pt x="2780841" y="1336640"/>
                  </a:lnTo>
                  <a:close/>
                </a:path>
                <a:path w="2905125" h="1375410">
                  <a:moveTo>
                    <a:pt x="2798753" y="1298176"/>
                  </a:moveTo>
                  <a:lnTo>
                    <a:pt x="2780841" y="1336640"/>
                  </a:lnTo>
                  <a:lnTo>
                    <a:pt x="2800051" y="1345608"/>
                  </a:lnTo>
                  <a:lnTo>
                    <a:pt x="2817962" y="1307143"/>
                  </a:lnTo>
                  <a:lnTo>
                    <a:pt x="2798753" y="1298176"/>
                  </a:lnTo>
                  <a:close/>
                </a:path>
                <a:path w="2905125" h="1375410">
                  <a:moveTo>
                    <a:pt x="2816664" y="1259713"/>
                  </a:moveTo>
                  <a:lnTo>
                    <a:pt x="2798753" y="1298176"/>
                  </a:lnTo>
                  <a:lnTo>
                    <a:pt x="2817962" y="1307143"/>
                  </a:lnTo>
                  <a:lnTo>
                    <a:pt x="2800051" y="1345608"/>
                  </a:lnTo>
                  <a:lnTo>
                    <a:pt x="2884751" y="1345608"/>
                  </a:lnTo>
                  <a:lnTo>
                    <a:pt x="2816664" y="1259713"/>
                  </a:lnTo>
                  <a:close/>
                </a:path>
                <a:path w="2905125" h="1375410">
                  <a:moveTo>
                    <a:pt x="17910" y="0"/>
                  </a:moveTo>
                  <a:lnTo>
                    <a:pt x="0" y="38464"/>
                  </a:lnTo>
                  <a:lnTo>
                    <a:pt x="2780841" y="1336640"/>
                  </a:lnTo>
                  <a:lnTo>
                    <a:pt x="2798753" y="1298176"/>
                  </a:lnTo>
                  <a:lnTo>
                    <a:pt x="17910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8" name="object 10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4991" y="3369563"/>
              <a:ext cx="1039368" cy="603503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912355" y="3456171"/>
              <a:ext cx="864869" cy="430530"/>
            </a:xfrm>
            <a:custGeom>
              <a:avLst/>
              <a:gdLst/>
              <a:ahLst/>
              <a:cxnLst/>
              <a:rect l="l" t="t" r="r" b="b"/>
              <a:pathLst>
                <a:path w="864869" h="430529">
                  <a:moveTo>
                    <a:pt x="864854" y="0"/>
                  </a:moveTo>
                  <a:lnTo>
                    <a:pt x="0" y="0"/>
                  </a:lnTo>
                  <a:lnTo>
                    <a:pt x="0" y="430350"/>
                  </a:lnTo>
                  <a:lnTo>
                    <a:pt x="864854" y="430350"/>
                  </a:lnTo>
                  <a:lnTo>
                    <a:pt x="864854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0" name="object 110"/>
            <p:cNvSpPr/>
            <p:nvPr/>
          </p:nvSpPr>
          <p:spPr>
            <a:xfrm>
              <a:off x="912355" y="3456171"/>
              <a:ext cx="864869" cy="430530"/>
            </a:xfrm>
            <a:custGeom>
              <a:avLst/>
              <a:gdLst/>
              <a:ahLst/>
              <a:cxnLst/>
              <a:rect l="l" t="t" r="r" b="b"/>
              <a:pathLst>
                <a:path w="864869" h="430529">
                  <a:moveTo>
                    <a:pt x="0" y="0"/>
                  </a:moveTo>
                  <a:lnTo>
                    <a:pt x="864853" y="0"/>
                  </a:lnTo>
                  <a:lnTo>
                    <a:pt x="864853" y="430350"/>
                  </a:lnTo>
                  <a:lnTo>
                    <a:pt x="0" y="430350"/>
                  </a:lnTo>
                  <a:lnTo>
                    <a:pt x="0" y="0"/>
                  </a:lnTo>
                  <a:close/>
                </a:path>
              </a:pathLst>
            </a:custGeom>
            <a:ln w="18857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950625" y="3061280"/>
            <a:ext cx="744071" cy="329275"/>
          </a:xfrm>
          <a:prstGeom prst="rect">
            <a:avLst/>
          </a:prstGeom>
        </p:spPr>
        <p:txBody>
          <a:bodyPr vert="horz" wrap="square" lIns="0" tIns="21291" rIns="0" bIns="0" rtlCol="0">
            <a:spAutoFit/>
          </a:bodyPr>
          <a:lstStyle/>
          <a:p>
            <a:pPr marL="227492" marR="125513" indent="-98057">
              <a:lnSpc>
                <a:spcPts val="1227"/>
              </a:lnSpc>
              <a:spcBef>
                <a:spcPts val="168"/>
              </a:spcBef>
              <a:tabLst>
                <a:tab pos="445458" algn="l"/>
              </a:tabLst>
            </a:pP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35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ll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3005866" y="4056978"/>
            <a:ext cx="718296" cy="503144"/>
            <a:chOff x="3254247" y="4597908"/>
            <a:chExt cx="814069" cy="570230"/>
          </a:xfrm>
        </p:grpSpPr>
        <p:pic>
          <p:nvPicPr>
            <p:cNvPr id="113" name="object 1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54247" y="4597908"/>
              <a:ext cx="813815" cy="569976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3339942" y="4684024"/>
              <a:ext cx="641350" cy="396240"/>
            </a:xfrm>
            <a:custGeom>
              <a:avLst/>
              <a:gdLst/>
              <a:ahLst/>
              <a:cxnLst/>
              <a:rect l="l" t="t" r="r" b="b"/>
              <a:pathLst>
                <a:path w="641350" h="396239">
                  <a:moveTo>
                    <a:pt x="640829" y="0"/>
                  </a:moveTo>
                  <a:lnTo>
                    <a:pt x="0" y="0"/>
                  </a:lnTo>
                  <a:lnTo>
                    <a:pt x="0" y="396029"/>
                  </a:lnTo>
                  <a:lnTo>
                    <a:pt x="640829" y="396029"/>
                  </a:lnTo>
                  <a:lnTo>
                    <a:pt x="640829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339942" y="4684024"/>
              <a:ext cx="641350" cy="396240"/>
            </a:xfrm>
            <a:custGeom>
              <a:avLst/>
              <a:gdLst/>
              <a:ahLst/>
              <a:cxnLst/>
              <a:rect l="l" t="t" r="r" b="b"/>
              <a:pathLst>
                <a:path w="641350" h="396239">
                  <a:moveTo>
                    <a:pt x="0" y="0"/>
                  </a:moveTo>
                  <a:lnTo>
                    <a:pt x="640828" y="0"/>
                  </a:lnTo>
                  <a:lnTo>
                    <a:pt x="640828" y="396029"/>
                  </a:lnTo>
                  <a:lnTo>
                    <a:pt x="0" y="396029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3089797" y="4145113"/>
            <a:ext cx="54908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82928">
              <a:spcBef>
                <a:spcPts val="88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3089797" y="4322930"/>
            <a:ext cx="549088" cy="153888"/>
          </a:xfrm>
          <a:prstGeom prst="rect">
            <a:avLst/>
          </a:prstGeom>
          <a:solidFill>
            <a:srgbClr val="C8EBFA"/>
          </a:solidFill>
        </p:spPr>
        <p:txBody>
          <a:bodyPr vert="horz" wrap="square" lIns="0" tIns="0" rIns="0" bIns="0" rtlCol="0">
            <a:spAutoFit/>
          </a:bodyPr>
          <a:lstStyle/>
          <a:p>
            <a:pPr marL="131116">
              <a:lnSpc>
                <a:spcPts val="1187"/>
              </a:lnSpc>
              <a:tabLst>
                <a:tab pos="349642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2137186" y="4067735"/>
            <a:ext cx="718296" cy="497541"/>
            <a:chOff x="2269744" y="4610100"/>
            <a:chExt cx="814069" cy="563880"/>
          </a:xfrm>
        </p:grpSpPr>
        <p:pic>
          <p:nvPicPr>
            <p:cNvPr id="119" name="object 1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69744" y="4610100"/>
              <a:ext cx="813816" cy="563880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2355668" y="4697305"/>
              <a:ext cx="642620" cy="391160"/>
            </a:xfrm>
            <a:custGeom>
              <a:avLst/>
              <a:gdLst/>
              <a:ahLst/>
              <a:cxnLst/>
              <a:rect l="l" t="t" r="r" b="b"/>
              <a:pathLst>
                <a:path w="642619" h="391160">
                  <a:moveTo>
                    <a:pt x="642614" y="0"/>
                  </a:moveTo>
                  <a:lnTo>
                    <a:pt x="0" y="0"/>
                  </a:lnTo>
                  <a:lnTo>
                    <a:pt x="0" y="390824"/>
                  </a:lnTo>
                  <a:lnTo>
                    <a:pt x="642614" y="390824"/>
                  </a:lnTo>
                  <a:lnTo>
                    <a:pt x="642614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355668" y="4697305"/>
              <a:ext cx="642620" cy="391160"/>
            </a:xfrm>
            <a:custGeom>
              <a:avLst/>
              <a:gdLst/>
              <a:ahLst/>
              <a:cxnLst/>
              <a:rect l="l" t="t" r="r" b="b"/>
              <a:pathLst>
                <a:path w="642619" h="391160">
                  <a:moveTo>
                    <a:pt x="0" y="0"/>
                  </a:moveTo>
                  <a:lnTo>
                    <a:pt x="642614" y="0"/>
                  </a:lnTo>
                  <a:lnTo>
                    <a:pt x="642614" y="390824"/>
                  </a:lnTo>
                  <a:lnTo>
                    <a:pt x="0" y="390824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2224135" y="4155870"/>
            <a:ext cx="54796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80687">
              <a:spcBef>
                <a:spcPts val="88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224135" y="4314546"/>
            <a:ext cx="54796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29435">
              <a:spcBef>
                <a:spcPts val="88"/>
              </a:spcBef>
              <a:tabLst>
                <a:tab pos="347401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4971825" y="3158714"/>
            <a:ext cx="704850" cy="503144"/>
            <a:chOff x="5482335" y="3579876"/>
            <a:chExt cx="798830" cy="570230"/>
          </a:xfrm>
        </p:grpSpPr>
        <p:pic>
          <p:nvPicPr>
            <p:cNvPr id="125" name="object 1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82335" y="3579876"/>
              <a:ext cx="798576" cy="569976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5569158" y="3667744"/>
              <a:ext cx="626110" cy="396240"/>
            </a:xfrm>
            <a:custGeom>
              <a:avLst/>
              <a:gdLst/>
              <a:ahLst/>
              <a:cxnLst/>
              <a:rect l="l" t="t" r="r" b="b"/>
              <a:pathLst>
                <a:path w="626110" h="396239">
                  <a:moveTo>
                    <a:pt x="625802" y="0"/>
                  </a:moveTo>
                  <a:lnTo>
                    <a:pt x="0" y="0"/>
                  </a:lnTo>
                  <a:lnTo>
                    <a:pt x="0" y="396029"/>
                  </a:lnTo>
                  <a:lnTo>
                    <a:pt x="625802" y="396029"/>
                  </a:lnTo>
                  <a:lnTo>
                    <a:pt x="625802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5049842" y="3237680"/>
            <a:ext cx="552450" cy="355312"/>
          </a:xfrm>
          <a:prstGeom prst="rect">
            <a:avLst/>
          </a:prstGeom>
          <a:ln w="22046">
            <a:solidFill>
              <a:srgbClr val="0D6993"/>
            </a:solidFill>
          </a:ln>
        </p:spPr>
        <p:txBody>
          <a:bodyPr vert="horz" wrap="square" lIns="0" tIns="27454" rIns="0" bIns="0" rtlCol="0">
            <a:spAutoFit/>
          </a:bodyPr>
          <a:lstStyle/>
          <a:p>
            <a:pPr marL="161934" marR="156891" indent="14568">
              <a:lnSpc>
                <a:spcPts val="1253"/>
              </a:lnSpc>
              <a:spcBef>
                <a:spcPts val="216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low </a:t>
            </a:r>
            <a:r>
              <a:rPr sz="1059" spc="-22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</a:t>
            </a:r>
            <a:r>
              <a:rPr sz="1059" spc="141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9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4025822" y="5235388"/>
            <a:ext cx="298637" cy="168086"/>
          </a:xfrm>
          <a:prstGeom prst="rect">
            <a:avLst/>
          </a:prstGeom>
        </p:spPr>
        <p:txBody>
          <a:bodyPr vert="horz" wrap="square" lIns="0" tIns="5043" rIns="0" bIns="0" rtlCol="0">
            <a:spAutoFit/>
          </a:bodyPr>
          <a:lstStyle/>
          <a:p>
            <a:pPr marL="11206">
              <a:spcBef>
                <a:spcPts val="40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4783653" y="5248836"/>
            <a:ext cx="250451" cy="168086"/>
          </a:xfrm>
          <a:prstGeom prst="rect">
            <a:avLst/>
          </a:prstGeom>
        </p:spPr>
        <p:txBody>
          <a:bodyPr vert="horz" wrap="square" lIns="0" tIns="5043" rIns="0" bIns="0" rtlCol="0">
            <a:spAutoFit/>
          </a:bodyPr>
          <a:lstStyle/>
          <a:p>
            <a:pPr marL="11206">
              <a:spcBef>
                <a:spcPts val="40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30" name="object 130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43</a:t>
            </a:fld>
            <a:endParaRPr dirty="0"/>
          </a:p>
        </p:txBody>
      </p:sp>
      <p:sp>
        <p:nvSpPr>
          <p:cNvPr id="131" name="object 131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132" name="object 132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878E2DDB-1594-43DD-BC0A-53C0DE30E4E7}" type="datetime1">
              <a:rPr lang="en-US" spc="-9" smtClean="0"/>
              <a:t>3/24/2022</a:t>
            </a:fld>
            <a:endParaRPr spc="-9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4925" y="845099"/>
            <a:ext cx="7318001" cy="1119877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18" dirty="0"/>
              <a:t>Stopping condition</a:t>
            </a:r>
            <a:r>
              <a:rPr spc="-22" dirty="0"/>
              <a:t> </a:t>
            </a:r>
            <a:r>
              <a:rPr spc="-18" dirty="0"/>
              <a:t>2:</a:t>
            </a:r>
            <a:r>
              <a:rPr spc="-13" dirty="0"/>
              <a:t> </a:t>
            </a:r>
            <a:r>
              <a:rPr spc="-18" dirty="0"/>
              <a:t>Already</a:t>
            </a:r>
            <a:r>
              <a:rPr spc="-22" dirty="0"/>
              <a:t> </a:t>
            </a:r>
            <a:r>
              <a:rPr spc="-9" dirty="0"/>
              <a:t>split</a:t>
            </a:r>
            <a:r>
              <a:rPr spc="-18" dirty="0"/>
              <a:t> </a:t>
            </a:r>
            <a:r>
              <a:rPr spc="-9" dirty="0"/>
              <a:t>on</a:t>
            </a:r>
            <a:r>
              <a:rPr spc="-22" dirty="0"/>
              <a:t> </a:t>
            </a:r>
            <a:r>
              <a:rPr spc="-9" dirty="0"/>
              <a:t>all </a:t>
            </a:r>
            <a:r>
              <a:rPr spc="-35" dirty="0"/>
              <a:t>features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40835" y="2124641"/>
            <a:ext cx="621366" cy="406213"/>
            <a:chOff x="2840546" y="2407926"/>
            <a:chExt cx="704215" cy="460375"/>
          </a:xfrm>
        </p:grpSpPr>
        <p:sp>
          <p:nvSpPr>
            <p:cNvPr id="4" name="object 4"/>
            <p:cNvSpPr/>
            <p:nvPr/>
          </p:nvSpPr>
          <p:spPr>
            <a:xfrm>
              <a:off x="2850071" y="2417451"/>
              <a:ext cx="685165" cy="441325"/>
            </a:xfrm>
            <a:custGeom>
              <a:avLst/>
              <a:gdLst/>
              <a:ahLst/>
              <a:cxnLst/>
              <a:rect l="l" t="t" r="r" b="b"/>
              <a:pathLst>
                <a:path w="685164" h="441325">
                  <a:moveTo>
                    <a:pt x="684966" y="0"/>
                  </a:moveTo>
                  <a:lnTo>
                    <a:pt x="0" y="0"/>
                  </a:lnTo>
                  <a:lnTo>
                    <a:pt x="0" y="441177"/>
                  </a:lnTo>
                  <a:lnTo>
                    <a:pt x="684966" y="441177"/>
                  </a:lnTo>
                  <a:lnTo>
                    <a:pt x="684966" y="0"/>
                  </a:lnTo>
                  <a:close/>
                </a:path>
              </a:pathLst>
            </a:custGeom>
            <a:solidFill>
              <a:srgbClr val="DFDCD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2850071" y="2417451"/>
              <a:ext cx="685165" cy="441325"/>
            </a:xfrm>
            <a:custGeom>
              <a:avLst/>
              <a:gdLst/>
              <a:ahLst/>
              <a:cxnLst/>
              <a:rect l="l" t="t" r="r" b="b"/>
              <a:pathLst>
                <a:path w="685164" h="441325">
                  <a:moveTo>
                    <a:pt x="0" y="0"/>
                  </a:moveTo>
                  <a:lnTo>
                    <a:pt x="684967" y="0"/>
                  </a:lnTo>
                  <a:lnTo>
                    <a:pt x="684967" y="441177"/>
                  </a:lnTo>
                  <a:lnTo>
                    <a:pt x="0" y="441177"/>
                  </a:lnTo>
                  <a:lnTo>
                    <a:pt x="0" y="0"/>
                  </a:lnTo>
                  <a:close/>
                </a:path>
              </a:pathLst>
            </a:custGeom>
            <a:ln w="18854">
              <a:solidFill>
                <a:srgbClr val="46404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657558" y="2144191"/>
            <a:ext cx="587749" cy="31909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63054">
              <a:lnSpc>
                <a:spcPts val="1249"/>
              </a:lnSpc>
              <a:spcBef>
                <a:spcPts val="88"/>
              </a:spcBef>
            </a:pPr>
            <a:r>
              <a:rPr sz="1059" b="1" spc="-13" dirty="0">
                <a:solidFill>
                  <a:srgbClr val="2B2728"/>
                </a:solidFill>
                <a:latin typeface="Calibri"/>
                <a:cs typeface="Calibri"/>
              </a:rPr>
              <a:t>Root</a:t>
            </a:r>
            <a:endParaRPr sz="1059">
              <a:latin typeface="Calibri"/>
              <a:cs typeface="Calibri"/>
            </a:endParaRPr>
          </a:p>
          <a:p>
            <a:pPr marL="98057">
              <a:lnSpc>
                <a:spcPts val="1249"/>
              </a:lnSpc>
              <a:tabLst>
                <a:tab pos="353564" algn="l"/>
              </a:tabLst>
            </a:pPr>
            <a:r>
              <a:rPr sz="1059" spc="-4" dirty="0">
                <a:solidFill>
                  <a:srgbClr val="648E04"/>
                </a:solidFill>
                <a:latin typeface="Calibri"/>
                <a:cs typeface="Calibri"/>
              </a:rPr>
              <a:t>22	</a:t>
            </a:r>
            <a:r>
              <a:rPr sz="1059" spc="-9" dirty="0">
                <a:solidFill>
                  <a:srgbClr val="FC5507"/>
                </a:solidFill>
                <a:latin typeface="Calibri"/>
                <a:cs typeface="Calibri"/>
              </a:rPr>
              <a:t>18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2306" y="3052433"/>
            <a:ext cx="763120" cy="340591"/>
          </a:xfrm>
          <a:prstGeom prst="rect">
            <a:avLst/>
          </a:prstGeom>
          <a:solidFill>
            <a:srgbClr val="C8EBFA"/>
          </a:solidFill>
          <a:ln w="18857">
            <a:solidFill>
              <a:srgbClr val="0D6993"/>
            </a:solidFill>
          </a:ln>
        </p:spPr>
        <p:txBody>
          <a:bodyPr vert="horz" wrap="square" lIns="0" tIns="32497" rIns="0" bIns="0" rtlCol="0">
            <a:spAutoFit/>
          </a:bodyPr>
          <a:lstStyle/>
          <a:p>
            <a:pPr marL="238698" marR="133357" indent="-98057">
              <a:lnSpc>
                <a:spcPts val="1227"/>
              </a:lnSpc>
              <a:spcBef>
                <a:spcPts val="256"/>
              </a:spcBef>
              <a:tabLst>
                <a:tab pos="456664" algn="l"/>
              </a:tabLst>
            </a:pP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35" dirty="0">
                <a:solidFill>
                  <a:srgbClr val="2B2728"/>
                </a:solidFill>
                <a:latin typeface="Calibri"/>
                <a:cs typeface="Calibri"/>
              </a:rPr>
              <a:t>x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ll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n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t 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86608" y="3120048"/>
            <a:ext cx="530038" cy="381000"/>
            <a:chOff x="2892422" y="3536054"/>
            <a:chExt cx="600710" cy="431800"/>
          </a:xfrm>
        </p:grpSpPr>
        <p:sp>
          <p:nvSpPr>
            <p:cNvPr id="9" name="object 9"/>
            <p:cNvSpPr/>
            <p:nvPr/>
          </p:nvSpPr>
          <p:spPr>
            <a:xfrm>
              <a:off x="2901947" y="3545579"/>
              <a:ext cx="581660" cy="412750"/>
            </a:xfrm>
            <a:custGeom>
              <a:avLst/>
              <a:gdLst/>
              <a:ahLst/>
              <a:cxnLst/>
              <a:rect l="l" t="t" r="r" b="b"/>
              <a:pathLst>
                <a:path w="581660" h="412750">
                  <a:moveTo>
                    <a:pt x="581215" y="0"/>
                  </a:moveTo>
                  <a:lnTo>
                    <a:pt x="0" y="0"/>
                  </a:lnTo>
                  <a:lnTo>
                    <a:pt x="0" y="412549"/>
                  </a:lnTo>
                  <a:lnTo>
                    <a:pt x="581215" y="412549"/>
                  </a:lnTo>
                  <a:lnTo>
                    <a:pt x="581215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2901947" y="3545579"/>
              <a:ext cx="581660" cy="412750"/>
            </a:xfrm>
            <a:custGeom>
              <a:avLst/>
              <a:gdLst/>
              <a:ahLst/>
              <a:cxnLst/>
              <a:rect l="l" t="t" r="r" b="b"/>
              <a:pathLst>
                <a:path w="581660" h="412750">
                  <a:moveTo>
                    <a:pt x="0" y="0"/>
                  </a:moveTo>
                  <a:lnTo>
                    <a:pt x="581215" y="0"/>
                  </a:lnTo>
                  <a:lnTo>
                    <a:pt x="581215" y="412550"/>
                  </a:lnTo>
                  <a:lnTo>
                    <a:pt x="0" y="412550"/>
                  </a:lnTo>
                  <a:lnTo>
                    <a:pt x="0" y="0"/>
                  </a:lnTo>
                  <a:close/>
                </a:path>
              </a:pathLst>
            </a:custGeom>
            <a:ln w="18853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41009" y="3139273"/>
            <a:ext cx="220756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35" dirty="0">
                <a:solidFill>
                  <a:srgbClr val="2B2728"/>
                </a:solidFill>
                <a:latin typeface="Calibri"/>
                <a:cs typeface="Calibri"/>
              </a:rPr>
              <a:t>F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ai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7127" y="3295259"/>
            <a:ext cx="309282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229173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86690" y="2169828"/>
            <a:ext cx="743509" cy="340659"/>
          </a:xfrm>
          <a:custGeom>
            <a:avLst/>
            <a:gdLst/>
            <a:ahLst/>
            <a:cxnLst/>
            <a:rect l="l" t="t" r="r" b="b"/>
            <a:pathLst>
              <a:path w="842645" h="386080">
                <a:moveTo>
                  <a:pt x="842347" y="0"/>
                </a:moveTo>
                <a:lnTo>
                  <a:pt x="0" y="0"/>
                </a:lnTo>
                <a:lnTo>
                  <a:pt x="0" y="385456"/>
                </a:lnTo>
                <a:lnTo>
                  <a:pt x="842347" y="385456"/>
                </a:lnTo>
                <a:lnTo>
                  <a:pt x="842347" y="0"/>
                </a:lnTo>
                <a:close/>
              </a:path>
            </a:pathLst>
          </a:custGeom>
          <a:solidFill>
            <a:srgbClr val="C8EBFA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4" name="object 14"/>
          <p:cNvSpPr txBox="1"/>
          <p:nvPr/>
        </p:nvSpPr>
        <p:spPr>
          <a:xfrm>
            <a:off x="4586690" y="2169829"/>
            <a:ext cx="743509" cy="349655"/>
          </a:xfrm>
          <a:prstGeom prst="rect">
            <a:avLst/>
          </a:prstGeom>
          <a:ln w="18857">
            <a:solidFill>
              <a:srgbClr val="0D6993"/>
            </a:solidFill>
          </a:ln>
        </p:spPr>
        <p:txBody>
          <a:bodyPr vert="horz" wrap="square" lIns="0" tIns="21851" rIns="0" bIns="0" rtlCol="0">
            <a:spAutoFit/>
          </a:bodyPr>
          <a:lstStyle/>
          <a:p>
            <a:pPr marL="194992" marR="188269" indent="47628">
              <a:lnSpc>
                <a:spcPts val="1253"/>
              </a:lnSpc>
              <a:spcBef>
                <a:spcPts val="172"/>
              </a:spcBef>
              <a:tabLst>
                <a:tab pos="412959" algn="l"/>
              </a:tabLst>
            </a:pP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poor 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	</a:t>
            </a:r>
            <a:r>
              <a:rPr sz="1059" spc="-9" dirty="0">
                <a:solidFill>
                  <a:srgbClr val="FC5507"/>
                </a:solidFill>
                <a:latin typeface="Calibri"/>
                <a:cs typeface="Calibri"/>
              </a:rPr>
              <a:t>14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2145" y="2210546"/>
            <a:ext cx="909918" cy="4353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8"/>
              </a:lnSpc>
            </a:pPr>
            <a:r>
              <a:rPr sz="1412" b="1" spc="9" dirty="0">
                <a:solidFill>
                  <a:srgbClr val="2B2728"/>
                </a:solidFill>
                <a:latin typeface="Calibri"/>
                <a:cs typeface="Calibri"/>
              </a:rPr>
              <a:t>Loan</a:t>
            </a:r>
            <a:r>
              <a:rPr sz="1412" b="1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412" b="1" dirty="0">
                <a:solidFill>
                  <a:srgbClr val="2B2728"/>
                </a:solidFill>
                <a:latin typeface="Calibri"/>
                <a:cs typeface="Calibri"/>
              </a:rPr>
              <a:t>status:</a:t>
            </a:r>
            <a:endParaRPr sz="1412">
              <a:latin typeface="Calibri"/>
              <a:cs typeface="Calibri"/>
            </a:endParaRPr>
          </a:p>
          <a:p>
            <a:pPr>
              <a:spcBef>
                <a:spcPts val="84"/>
              </a:spcBef>
            </a:pPr>
            <a:r>
              <a:rPr sz="1412" spc="-4" dirty="0">
                <a:solidFill>
                  <a:srgbClr val="648E04"/>
                </a:solidFill>
                <a:latin typeface="Calibri"/>
                <a:cs typeface="Calibri"/>
              </a:rPr>
              <a:t>Safe </a:t>
            </a:r>
            <a:r>
              <a:rPr sz="1412" spc="4" dirty="0">
                <a:solidFill>
                  <a:srgbClr val="FC5507"/>
                </a:solidFill>
                <a:latin typeface="Calibri"/>
                <a:cs typeface="Calibri"/>
              </a:rPr>
              <a:t>Risky</a:t>
            </a:r>
            <a:endParaRPr sz="1412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15455" y="2011636"/>
            <a:ext cx="3651437" cy="1125631"/>
            <a:chOff x="1338449" y="2279854"/>
            <a:chExt cx="4138295" cy="127571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9017" y="2858612"/>
              <a:ext cx="87448" cy="17915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92554" y="3399859"/>
              <a:ext cx="635" cy="146050"/>
            </a:xfrm>
            <a:custGeom>
              <a:avLst/>
              <a:gdLst/>
              <a:ahLst/>
              <a:cxnLst/>
              <a:rect l="l" t="t" r="r" b="b"/>
              <a:pathLst>
                <a:path w="635" h="146050">
                  <a:moveTo>
                    <a:pt x="160" y="-9419"/>
                  </a:moveTo>
                  <a:lnTo>
                    <a:pt x="160" y="155138"/>
                  </a:lnTo>
                </a:path>
              </a:pathLst>
            </a:custGeom>
            <a:ln w="19158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4026891" y="2289379"/>
              <a:ext cx="1440180" cy="929640"/>
            </a:xfrm>
            <a:custGeom>
              <a:avLst/>
              <a:gdLst/>
              <a:ahLst/>
              <a:cxnLst/>
              <a:rect l="l" t="t" r="r" b="b"/>
              <a:pathLst>
                <a:path w="1440179" h="929639">
                  <a:moveTo>
                    <a:pt x="0" y="929410"/>
                  </a:moveTo>
                  <a:lnTo>
                    <a:pt x="509474" y="929410"/>
                  </a:lnTo>
                  <a:lnTo>
                    <a:pt x="509474" y="0"/>
                  </a:lnTo>
                  <a:lnTo>
                    <a:pt x="1440131" y="0"/>
                  </a:lnTo>
                  <a:lnTo>
                    <a:pt x="1440131" y="169759"/>
                  </a:lnTo>
                </a:path>
              </a:pathLst>
            </a:custGeom>
            <a:ln w="18854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1347974" y="3218789"/>
              <a:ext cx="1010919" cy="240665"/>
            </a:xfrm>
            <a:custGeom>
              <a:avLst/>
              <a:gdLst/>
              <a:ahLst/>
              <a:cxnLst/>
              <a:rect l="l" t="t" r="r" b="b"/>
              <a:pathLst>
                <a:path w="1010919" h="240664">
                  <a:moveTo>
                    <a:pt x="1010884" y="0"/>
                  </a:moveTo>
                  <a:lnTo>
                    <a:pt x="0" y="0"/>
                  </a:lnTo>
                  <a:lnTo>
                    <a:pt x="0" y="240633"/>
                  </a:lnTo>
                </a:path>
              </a:pathLst>
            </a:custGeom>
            <a:ln w="1886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2358859" y="3037720"/>
              <a:ext cx="1668145" cy="362585"/>
            </a:xfrm>
            <a:custGeom>
              <a:avLst/>
              <a:gdLst/>
              <a:ahLst/>
              <a:cxnLst/>
              <a:rect l="l" t="t" r="r" b="b"/>
              <a:pathLst>
                <a:path w="1668145" h="362585">
                  <a:moveTo>
                    <a:pt x="834015" y="0"/>
                  </a:moveTo>
                  <a:lnTo>
                    <a:pt x="0" y="181068"/>
                  </a:lnTo>
                  <a:lnTo>
                    <a:pt x="834015" y="362139"/>
                  </a:lnTo>
                  <a:lnTo>
                    <a:pt x="1668031" y="181068"/>
                  </a:lnTo>
                  <a:lnTo>
                    <a:pt x="834015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2358859" y="3037720"/>
              <a:ext cx="1668145" cy="362585"/>
            </a:xfrm>
            <a:custGeom>
              <a:avLst/>
              <a:gdLst/>
              <a:ahLst/>
              <a:cxnLst/>
              <a:rect l="l" t="t" r="r" b="b"/>
              <a:pathLst>
                <a:path w="1668145" h="362585">
                  <a:moveTo>
                    <a:pt x="0" y="181069"/>
                  </a:moveTo>
                  <a:lnTo>
                    <a:pt x="834016" y="0"/>
                  </a:lnTo>
                  <a:lnTo>
                    <a:pt x="1668032" y="181069"/>
                  </a:lnTo>
                  <a:lnTo>
                    <a:pt x="834016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746591" y="2741240"/>
            <a:ext cx="411256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di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12299" y="3432074"/>
            <a:ext cx="627529" cy="547407"/>
            <a:chOff x="994872" y="3889683"/>
            <a:chExt cx="711200" cy="620395"/>
          </a:xfrm>
        </p:grpSpPr>
        <p:sp>
          <p:nvSpPr>
            <p:cNvPr id="25" name="object 25"/>
            <p:cNvSpPr/>
            <p:nvPr/>
          </p:nvSpPr>
          <p:spPr>
            <a:xfrm>
              <a:off x="1305999" y="3889683"/>
              <a:ext cx="87630" cy="257175"/>
            </a:xfrm>
            <a:custGeom>
              <a:avLst/>
              <a:gdLst/>
              <a:ahLst/>
              <a:cxnLst/>
              <a:rect l="l" t="t" r="r" b="b"/>
              <a:pathLst>
                <a:path w="87630" h="257175">
                  <a:moveTo>
                    <a:pt x="10398" y="171203"/>
                  </a:moveTo>
                  <a:lnTo>
                    <a:pt x="1463" y="176538"/>
                  </a:lnTo>
                  <a:lnTo>
                    <a:pt x="0" y="182327"/>
                  </a:lnTo>
                  <a:lnTo>
                    <a:pt x="44443" y="256952"/>
                  </a:lnTo>
                  <a:lnTo>
                    <a:pt x="55056" y="238326"/>
                  </a:lnTo>
                  <a:lnTo>
                    <a:pt x="34844" y="238326"/>
                  </a:lnTo>
                  <a:lnTo>
                    <a:pt x="34509" y="203444"/>
                  </a:lnTo>
                  <a:lnTo>
                    <a:pt x="16179" y="172667"/>
                  </a:lnTo>
                  <a:lnTo>
                    <a:pt x="10398" y="171203"/>
                  </a:lnTo>
                  <a:close/>
                </a:path>
                <a:path w="87630" h="257175">
                  <a:moveTo>
                    <a:pt x="34509" y="203444"/>
                  </a:moveTo>
                  <a:lnTo>
                    <a:pt x="34844" y="238326"/>
                  </a:lnTo>
                  <a:lnTo>
                    <a:pt x="53682" y="238145"/>
                  </a:lnTo>
                  <a:lnTo>
                    <a:pt x="53638" y="233563"/>
                  </a:lnTo>
                  <a:lnTo>
                    <a:pt x="36081" y="233563"/>
                  </a:lnTo>
                  <a:lnTo>
                    <a:pt x="44083" y="219520"/>
                  </a:lnTo>
                  <a:lnTo>
                    <a:pt x="34509" y="203444"/>
                  </a:lnTo>
                  <a:close/>
                </a:path>
                <a:path w="87630" h="257175">
                  <a:moveTo>
                    <a:pt x="76835" y="170563"/>
                  </a:moveTo>
                  <a:lnTo>
                    <a:pt x="71081" y="172138"/>
                  </a:lnTo>
                  <a:lnTo>
                    <a:pt x="53347" y="203261"/>
                  </a:lnTo>
                  <a:lnTo>
                    <a:pt x="53682" y="238145"/>
                  </a:lnTo>
                  <a:lnTo>
                    <a:pt x="34844" y="238326"/>
                  </a:lnTo>
                  <a:lnTo>
                    <a:pt x="55056" y="238326"/>
                  </a:lnTo>
                  <a:lnTo>
                    <a:pt x="87444" y="181485"/>
                  </a:lnTo>
                  <a:lnTo>
                    <a:pt x="85871" y="175726"/>
                  </a:lnTo>
                  <a:lnTo>
                    <a:pt x="76835" y="170563"/>
                  </a:lnTo>
                  <a:close/>
                </a:path>
                <a:path w="87630" h="257175">
                  <a:moveTo>
                    <a:pt x="44083" y="219520"/>
                  </a:moveTo>
                  <a:lnTo>
                    <a:pt x="36081" y="233563"/>
                  </a:lnTo>
                  <a:lnTo>
                    <a:pt x="52354" y="233406"/>
                  </a:lnTo>
                  <a:lnTo>
                    <a:pt x="44083" y="219520"/>
                  </a:lnTo>
                  <a:close/>
                </a:path>
                <a:path w="87630" h="257175">
                  <a:moveTo>
                    <a:pt x="53347" y="203261"/>
                  </a:moveTo>
                  <a:lnTo>
                    <a:pt x="44083" y="219520"/>
                  </a:lnTo>
                  <a:lnTo>
                    <a:pt x="52354" y="233406"/>
                  </a:lnTo>
                  <a:lnTo>
                    <a:pt x="36081" y="233563"/>
                  </a:lnTo>
                  <a:lnTo>
                    <a:pt x="53638" y="233563"/>
                  </a:lnTo>
                  <a:lnTo>
                    <a:pt x="53347" y="203261"/>
                  </a:lnTo>
                  <a:close/>
                </a:path>
                <a:path w="87630" h="257175">
                  <a:moveTo>
                    <a:pt x="51394" y="0"/>
                  </a:moveTo>
                  <a:lnTo>
                    <a:pt x="32556" y="181"/>
                  </a:lnTo>
                  <a:lnTo>
                    <a:pt x="34509" y="203444"/>
                  </a:lnTo>
                  <a:lnTo>
                    <a:pt x="44083" y="219520"/>
                  </a:lnTo>
                  <a:lnTo>
                    <a:pt x="53347" y="203261"/>
                  </a:lnTo>
                  <a:lnTo>
                    <a:pt x="51394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1004397" y="4146593"/>
              <a:ext cx="692150" cy="353695"/>
            </a:xfrm>
            <a:custGeom>
              <a:avLst/>
              <a:gdLst/>
              <a:ahLst/>
              <a:cxnLst/>
              <a:rect l="l" t="t" r="r" b="b"/>
              <a:pathLst>
                <a:path w="692150" h="353695">
                  <a:moveTo>
                    <a:pt x="515547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515547" y="353526"/>
                  </a:lnTo>
                  <a:lnTo>
                    <a:pt x="562479" y="347211"/>
                  </a:lnTo>
                  <a:lnTo>
                    <a:pt x="604652" y="329392"/>
                  </a:lnTo>
                  <a:lnTo>
                    <a:pt x="640382" y="301753"/>
                  </a:lnTo>
                  <a:lnTo>
                    <a:pt x="667987" y="265979"/>
                  </a:lnTo>
                  <a:lnTo>
                    <a:pt x="685785" y="223754"/>
                  </a:lnTo>
                  <a:lnTo>
                    <a:pt x="692091" y="176763"/>
                  </a:lnTo>
                  <a:lnTo>
                    <a:pt x="685785" y="129772"/>
                  </a:lnTo>
                  <a:lnTo>
                    <a:pt x="667987" y="87547"/>
                  </a:lnTo>
                  <a:lnTo>
                    <a:pt x="640382" y="51772"/>
                  </a:lnTo>
                  <a:lnTo>
                    <a:pt x="604652" y="24133"/>
                  </a:lnTo>
                  <a:lnTo>
                    <a:pt x="562479" y="6314"/>
                  </a:lnTo>
                  <a:lnTo>
                    <a:pt x="515547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1004397" y="4146593"/>
              <a:ext cx="692150" cy="353695"/>
            </a:xfrm>
            <a:custGeom>
              <a:avLst/>
              <a:gdLst/>
              <a:ahLst/>
              <a:cxnLst/>
              <a:rect l="l" t="t" r="r" b="b"/>
              <a:pathLst>
                <a:path w="692150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515547" y="0"/>
                  </a:lnTo>
                  <a:lnTo>
                    <a:pt x="562479" y="6314"/>
                  </a:lnTo>
                  <a:lnTo>
                    <a:pt x="604652" y="24133"/>
                  </a:lnTo>
                  <a:lnTo>
                    <a:pt x="640382" y="51772"/>
                  </a:lnTo>
                  <a:lnTo>
                    <a:pt x="667987" y="87547"/>
                  </a:lnTo>
                  <a:lnTo>
                    <a:pt x="685784" y="129772"/>
                  </a:lnTo>
                  <a:lnTo>
                    <a:pt x="692090" y="176763"/>
                  </a:lnTo>
                  <a:lnTo>
                    <a:pt x="685784" y="223754"/>
                  </a:lnTo>
                  <a:lnTo>
                    <a:pt x="667987" y="265979"/>
                  </a:lnTo>
                  <a:lnTo>
                    <a:pt x="640382" y="301753"/>
                  </a:lnTo>
                  <a:lnTo>
                    <a:pt x="604652" y="329393"/>
                  </a:lnTo>
                  <a:lnTo>
                    <a:pt x="562479" y="347212"/>
                  </a:lnTo>
                  <a:lnTo>
                    <a:pt x="515547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648E0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01054" y="3717496"/>
            <a:ext cx="250451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075889" y="4127427"/>
            <a:ext cx="582706" cy="366432"/>
            <a:chOff x="3333608" y="4677750"/>
            <a:chExt cx="660400" cy="415290"/>
          </a:xfrm>
        </p:grpSpPr>
        <p:sp>
          <p:nvSpPr>
            <p:cNvPr id="30" name="object 30"/>
            <p:cNvSpPr/>
            <p:nvPr/>
          </p:nvSpPr>
          <p:spPr>
            <a:xfrm>
              <a:off x="3343133" y="4687275"/>
              <a:ext cx="641350" cy="396240"/>
            </a:xfrm>
            <a:custGeom>
              <a:avLst/>
              <a:gdLst/>
              <a:ahLst/>
              <a:cxnLst/>
              <a:rect l="l" t="t" r="r" b="b"/>
              <a:pathLst>
                <a:path w="641350" h="396239">
                  <a:moveTo>
                    <a:pt x="640829" y="0"/>
                  </a:moveTo>
                  <a:lnTo>
                    <a:pt x="0" y="0"/>
                  </a:lnTo>
                  <a:lnTo>
                    <a:pt x="0" y="396029"/>
                  </a:lnTo>
                  <a:lnTo>
                    <a:pt x="640829" y="396029"/>
                  </a:lnTo>
                  <a:lnTo>
                    <a:pt x="640829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3343133" y="4687275"/>
              <a:ext cx="641350" cy="396240"/>
            </a:xfrm>
            <a:custGeom>
              <a:avLst/>
              <a:gdLst/>
              <a:ahLst/>
              <a:cxnLst/>
              <a:rect l="l" t="t" r="r" b="b"/>
              <a:pathLst>
                <a:path w="641350" h="396239">
                  <a:moveTo>
                    <a:pt x="0" y="0"/>
                  </a:moveTo>
                  <a:lnTo>
                    <a:pt x="640828" y="0"/>
                  </a:lnTo>
                  <a:lnTo>
                    <a:pt x="640828" y="396029"/>
                  </a:lnTo>
                  <a:lnTo>
                    <a:pt x="0" y="396029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164528" y="4147802"/>
            <a:ext cx="405653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y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a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s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12982" y="4306477"/>
            <a:ext cx="309282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229173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9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0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207413" y="4139146"/>
            <a:ext cx="583826" cy="361949"/>
            <a:chOff x="2349334" y="4691031"/>
            <a:chExt cx="661670" cy="410209"/>
          </a:xfrm>
        </p:grpSpPr>
        <p:sp>
          <p:nvSpPr>
            <p:cNvPr id="35" name="object 35"/>
            <p:cNvSpPr/>
            <p:nvPr/>
          </p:nvSpPr>
          <p:spPr>
            <a:xfrm>
              <a:off x="2358859" y="4700556"/>
              <a:ext cx="642620" cy="391160"/>
            </a:xfrm>
            <a:custGeom>
              <a:avLst/>
              <a:gdLst/>
              <a:ahLst/>
              <a:cxnLst/>
              <a:rect l="l" t="t" r="r" b="b"/>
              <a:pathLst>
                <a:path w="642619" h="391160">
                  <a:moveTo>
                    <a:pt x="642614" y="0"/>
                  </a:moveTo>
                  <a:lnTo>
                    <a:pt x="0" y="0"/>
                  </a:lnTo>
                  <a:lnTo>
                    <a:pt x="0" y="390824"/>
                  </a:lnTo>
                  <a:lnTo>
                    <a:pt x="642614" y="390824"/>
                  </a:lnTo>
                  <a:lnTo>
                    <a:pt x="642614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2358859" y="4700556"/>
              <a:ext cx="642620" cy="391160"/>
            </a:xfrm>
            <a:custGeom>
              <a:avLst/>
              <a:gdLst/>
              <a:ahLst/>
              <a:cxnLst/>
              <a:rect l="l" t="t" r="r" b="b"/>
              <a:pathLst>
                <a:path w="642619" h="391160">
                  <a:moveTo>
                    <a:pt x="0" y="0"/>
                  </a:moveTo>
                  <a:lnTo>
                    <a:pt x="642614" y="0"/>
                  </a:lnTo>
                  <a:lnTo>
                    <a:pt x="642614" y="390824"/>
                  </a:lnTo>
                  <a:lnTo>
                    <a:pt x="0" y="390824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224136" y="4161249"/>
            <a:ext cx="550769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83488">
              <a:spcBef>
                <a:spcPts val="88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24136" y="4317235"/>
            <a:ext cx="550769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32236">
              <a:spcBef>
                <a:spcPts val="88"/>
              </a:spcBef>
              <a:tabLst>
                <a:tab pos="350203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4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396269" y="3646555"/>
            <a:ext cx="1100418" cy="336737"/>
            <a:chOff x="2563372" y="4132762"/>
            <a:chExt cx="1247140" cy="381635"/>
          </a:xfrm>
        </p:grpSpPr>
        <p:sp>
          <p:nvSpPr>
            <p:cNvPr id="40" name="object 40"/>
            <p:cNvSpPr/>
            <p:nvPr/>
          </p:nvSpPr>
          <p:spPr>
            <a:xfrm>
              <a:off x="2572897" y="4142287"/>
              <a:ext cx="1228090" cy="362585"/>
            </a:xfrm>
            <a:custGeom>
              <a:avLst/>
              <a:gdLst/>
              <a:ahLst/>
              <a:cxnLst/>
              <a:rect l="l" t="t" r="r" b="b"/>
              <a:pathLst>
                <a:path w="1228089" h="362585">
                  <a:moveTo>
                    <a:pt x="613905" y="0"/>
                  </a:moveTo>
                  <a:lnTo>
                    <a:pt x="0" y="181068"/>
                  </a:lnTo>
                  <a:lnTo>
                    <a:pt x="613905" y="362139"/>
                  </a:lnTo>
                  <a:lnTo>
                    <a:pt x="1227811" y="181068"/>
                  </a:lnTo>
                  <a:lnTo>
                    <a:pt x="613905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2572897" y="4142287"/>
              <a:ext cx="1228090" cy="362585"/>
            </a:xfrm>
            <a:custGeom>
              <a:avLst/>
              <a:gdLst/>
              <a:ahLst/>
              <a:cxnLst/>
              <a:rect l="l" t="t" r="r" b="b"/>
              <a:pathLst>
                <a:path w="1228089" h="362585">
                  <a:moveTo>
                    <a:pt x="0" y="181069"/>
                  </a:moveTo>
                  <a:lnTo>
                    <a:pt x="613906" y="0"/>
                  </a:lnTo>
                  <a:lnTo>
                    <a:pt x="1227812" y="181069"/>
                  </a:lnTo>
                  <a:lnTo>
                    <a:pt x="613906" y="362139"/>
                  </a:lnTo>
                  <a:lnTo>
                    <a:pt x="0" y="181069"/>
                  </a:lnTo>
                  <a:close/>
                </a:path>
              </a:pathLst>
            </a:custGeom>
            <a:ln w="18859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768597" y="3717496"/>
            <a:ext cx="35690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106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er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204930" y="2509937"/>
            <a:ext cx="2792506" cy="2568388"/>
            <a:chOff x="2346521" y="2844595"/>
            <a:chExt cx="3164840" cy="2910840"/>
          </a:xfrm>
        </p:grpSpPr>
        <p:sp>
          <p:nvSpPr>
            <p:cNvPr id="44" name="object 44"/>
            <p:cNvSpPr/>
            <p:nvPr/>
          </p:nvSpPr>
          <p:spPr>
            <a:xfrm>
              <a:off x="3186804" y="4504427"/>
              <a:ext cx="506730" cy="196215"/>
            </a:xfrm>
            <a:custGeom>
              <a:avLst/>
              <a:gdLst/>
              <a:ahLst/>
              <a:cxnLst/>
              <a:rect l="l" t="t" r="r" b="b"/>
              <a:pathLst>
                <a:path w="506729" h="196214">
                  <a:moveTo>
                    <a:pt x="0" y="0"/>
                  </a:moveTo>
                  <a:lnTo>
                    <a:pt x="476744" y="182849"/>
                  </a:lnTo>
                </a:path>
                <a:path w="506729" h="196214">
                  <a:moveTo>
                    <a:pt x="0" y="0"/>
                  </a:moveTo>
                  <a:lnTo>
                    <a:pt x="506636" y="196130"/>
                  </a:lnTo>
                </a:path>
              </a:pathLst>
            </a:custGeom>
            <a:ln w="1885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5442" y="3957834"/>
              <a:ext cx="87406" cy="18449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633510" y="2844596"/>
              <a:ext cx="2877820" cy="2547620"/>
            </a:xfrm>
            <a:custGeom>
              <a:avLst/>
              <a:gdLst/>
              <a:ahLst/>
              <a:cxnLst/>
              <a:rect l="l" t="t" r="r" b="b"/>
              <a:pathLst>
                <a:path w="2877820" h="2547620">
                  <a:moveTo>
                    <a:pt x="87439" y="2473007"/>
                  </a:moveTo>
                  <a:lnTo>
                    <a:pt x="85991" y="2467216"/>
                  </a:lnTo>
                  <a:lnTo>
                    <a:pt x="77076" y="2461857"/>
                  </a:lnTo>
                  <a:lnTo>
                    <a:pt x="71297" y="2463292"/>
                  </a:lnTo>
                  <a:lnTo>
                    <a:pt x="52857" y="2494013"/>
                  </a:lnTo>
                  <a:lnTo>
                    <a:pt x="56070" y="2246909"/>
                  </a:lnTo>
                  <a:lnTo>
                    <a:pt x="37236" y="2246668"/>
                  </a:lnTo>
                  <a:lnTo>
                    <a:pt x="34023" y="2493772"/>
                  </a:lnTo>
                  <a:lnTo>
                    <a:pt x="16395" y="2462580"/>
                  </a:lnTo>
                  <a:lnTo>
                    <a:pt x="10642" y="2460993"/>
                  </a:lnTo>
                  <a:lnTo>
                    <a:pt x="1587" y="2466124"/>
                  </a:lnTo>
                  <a:lnTo>
                    <a:pt x="0" y="2471877"/>
                  </a:lnTo>
                  <a:lnTo>
                    <a:pt x="42748" y="2547480"/>
                  </a:lnTo>
                  <a:lnTo>
                    <a:pt x="53898" y="2528887"/>
                  </a:lnTo>
                  <a:lnTo>
                    <a:pt x="87439" y="2473007"/>
                  </a:lnTo>
                  <a:close/>
                </a:path>
                <a:path w="2877820" h="2547620">
                  <a:moveTo>
                    <a:pt x="2877235" y="180251"/>
                  </a:moveTo>
                  <a:lnTo>
                    <a:pt x="2875711" y="174472"/>
                  </a:lnTo>
                  <a:lnTo>
                    <a:pt x="2866720" y="169227"/>
                  </a:lnTo>
                  <a:lnTo>
                    <a:pt x="2860954" y="170738"/>
                  </a:lnTo>
                  <a:lnTo>
                    <a:pt x="2842920" y="201688"/>
                  </a:lnTo>
                  <a:lnTo>
                    <a:pt x="2842920" y="0"/>
                  </a:lnTo>
                  <a:lnTo>
                    <a:pt x="2824086" y="0"/>
                  </a:lnTo>
                  <a:lnTo>
                    <a:pt x="2824086" y="201688"/>
                  </a:lnTo>
                  <a:lnTo>
                    <a:pt x="2806052" y="170738"/>
                  </a:lnTo>
                  <a:lnTo>
                    <a:pt x="2800286" y="169227"/>
                  </a:lnTo>
                  <a:lnTo>
                    <a:pt x="2791295" y="174472"/>
                  </a:lnTo>
                  <a:lnTo>
                    <a:pt x="2789783" y="180251"/>
                  </a:lnTo>
                  <a:lnTo>
                    <a:pt x="2833509" y="255295"/>
                  </a:lnTo>
                  <a:lnTo>
                    <a:pt x="2844406" y="236575"/>
                  </a:lnTo>
                  <a:lnTo>
                    <a:pt x="2877235" y="180251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2356046" y="5392033"/>
              <a:ext cx="640715" cy="353695"/>
            </a:xfrm>
            <a:custGeom>
              <a:avLst/>
              <a:gdLst/>
              <a:ahLst/>
              <a:cxnLst/>
              <a:rect l="l" t="t" r="r" b="b"/>
              <a:pathLst>
                <a:path w="640714" h="353695">
                  <a:moveTo>
                    <a:pt x="463884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463884" y="353526"/>
                  </a:lnTo>
                  <a:lnTo>
                    <a:pt x="510816" y="347211"/>
                  </a:lnTo>
                  <a:lnTo>
                    <a:pt x="552988" y="329392"/>
                  </a:lnTo>
                  <a:lnTo>
                    <a:pt x="588718" y="301753"/>
                  </a:lnTo>
                  <a:lnTo>
                    <a:pt x="616323" y="265979"/>
                  </a:lnTo>
                  <a:lnTo>
                    <a:pt x="634120" y="223754"/>
                  </a:lnTo>
                  <a:lnTo>
                    <a:pt x="640426" y="176763"/>
                  </a:lnTo>
                  <a:lnTo>
                    <a:pt x="634120" y="129772"/>
                  </a:lnTo>
                  <a:lnTo>
                    <a:pt x="616323" y="87547"/>
                  </a:lnTo>
                  <a:lnTo>
                    <a:pt x="588718" y="51772"/>
                  </a:lnTo>
                  <a:lnTo>
                    <a:pt x="552988" y="24133"/>
                  </a:lnTo>
                  <a:lnTo>
                    <a:pt x="510816" y="6314"/>
                  </a:lnTo>
                  <a:lnTo>
                    <a:pt x="463884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2356046" y="5392033"/>
              <a:ext cx="640715" cy="353695"/>
            </a:xfrm>
            <a:custGeom>
              <a:avLst/>
              <a:gdLst/>
              <a:ahLst/>
              <a:cxnLst/>
              <a:rect l="l" t="t" r="r" b="b"/>
              <a:pathLst>
                <a:path w="640714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463884" y="0"/>
                  </a:lnTo>
                  <a:lnTo>
                    <a:pt x="510816" y="6314"/>
                  </a:lnTo>
                  <a:lnTo>
                    <a:pt x="552989" y="24133"/>
                  </a:lnTo>
                  <a:lnTo>
                    <a:pt x="588719" y="51772"/>
                  </a:lnTo>
                  <a:lnTo>
                    <a:pt x="616324" y="87547"/>
                  </a:lnTo>
                  <a:lnTo>
                    <a:pt x="634121" y="129772"/>
                  </a:lnTo>
                  <a:lnTo>
                    <a:pt x="640427" y="176763"/>
                  </a:lnTo>
                  <a:lnTo>
                    <a:pt x="634121" y="223754"/>
                  </a:lnTo>
                  <a:lnTo>
                    <a:pt x="616324" y="265979"/>
                  </a:lnTo>
                  <a:lnTo>
                    <a:pt x="588719" y="301753"/>
                  </a:lnTo>
                  <a:lnTo>
                    <a:pt x="552989" y="329393"/>
                  </a:lnTo>
                  <a:lnTo>
                    <a:pt x="510816" y="347212"/>
                  </a:lnTo>
                  <a:lnTo>
                    <a:pt x="463884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B93C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347019" y="4817466"/>
            <a:ext cx="29863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071733" y="4751288"/>
            <a:ext cx="584947" cy="328893"/>
            <a:chOff x="3328897" y="5384793"/>
            <a:chExt cx="662940" cy="372745"/>
          </a:xfrm>
        </p:grpSpPr>
        <p:sp>
          <p:nvSpPr>
            <p:cNvPr id="51" name="object 51"/>
            <p:cNvSpPr/>
            <p:nvPr/>
          </p:nvSpPr>
          <p:spPr>
            <a:xfrm>
              <a:off x="3338422" y="5394318"/>
              <a:ext cx="643890" cy="353695"/>
            </a:xfrm>
            <a:custGeom>
              <a:avLst/>
              <a:gdLst/>
              <a:ahLst/>
              <a:cxnLst/>
              <a:rect l="l" t="t" r="r" b="b"/>
              <a:pathLst>
                <a:path w="643889" h="353695">
                  <a:moveTo>
                    <a:pt x="467326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4"/>
                  </a:lnTo>
                  <a:lnTo>
                    <a:pt x="87438" y="329393"/>
                  </a:lnTo>
                  <a:lnTo>
                    <a:pt x="129610" y="347213"/>
                  </a:lnTo>
                  <a:lnTo>
                    <a:pt x="176542" y="353527"/>
                  </a:lnTo>
                  <a:lnTo>
                    <a:pt x="467326" y="353528"/>
                  </a:lnTo>
                  <a:lnTo>
                    <a:pt x="514258" y="347214"/>
                  </a:lnTo>
                  <a:lnTo>
                    <a:pt x="556431" y="329395"/>
                  </a:lnTo>
                  <a:lnTo>
                    <a:pt x="592161" y="301755"/>
                  </a:lnTo>
                  <a:lnTo>
                    <a:pt x="619766" y="265980"/>
                  </a:lnTo>
                  <a:lnTo>
                    <a:pt x="637563" y="223754"/>
                  </a:lnTo>
                  <a:lnTo>
                    <a:pt x="643870" y="176763"/>
                  </a:lnTo>
                  <a:lnTo>
                    <a:pt x="637564" y="129772"/>
                  </a:lnTo>
                  <a:lnTo>
                    <a:pt x="619767" y="87547"/>
                  </a:lnTo>
                  <a:lnTo>
                    <a:pt x="592162" y="51772"/>
                  </a:lnTo>
                  <a:lnTo>
                    <a:pt x="556432" y="24133"/>
                  </a:lnTo>
                  <a:lnTo>
                    <a:pt x="514259" y="6314"/>
                  </a:lnTo>
                  <a:lnTo>
                    <a:pt x="467326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3338422" y="5394318"/>
              <a:ext cx="643890" cy="353695"/>
            </a:xfrm>
            <a:custGeom>
              <a:avLst/>
              <a:gdLst/>
              <a:ahLst/>
              <a:cxnLst/>
              <a:rect l="l" t="t" r="r" b="b"/>
              <a:pathLst>
                <a:path w="643889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3" y="0"/>
                  </a:lnTo>
                  <a:lnTo>
                    <a:pt x="467327" y="0"/>
                  </a:lnTo>
                  <a:lnTo>
                    <a:pt x="514259" y="6314"/>
                  </a:lnTo>
                  <a:lnTo>
                    <a:pt x="556432" y="24133"/>
                  </a:lnTo>
                  <a:lnTo>
                    <a:pt x="592162" y="51772"/>
                  </a:lnTo>
                  <a:lnTo>
                    <a:pt x="619767" y="87547"/>
                  </a:lnTo>
                  <a:lnTo>
                    <a:pt x="637564" y="129772"/>
                  </a:lnTo>
                  <a:lnTo>
                    <a:pt x="643870" y="176763"/>
                  </a:lnTo>
                  <a:lnTo>
                    <a:pt x="637563" y="223754"/>
                  </a:lnTo>
                  <a:lnTo>
                    <a:pt x="619766" y="265979"/>
                  </a:lnTo>
                  <a:lnTo>
                    <a:pt x="592161" y="301754"/>
                  </a:lnTo>
                  <a:lnTo>
                    <a:pt x="556431" y="329394"/>
                  </a:lnTo>
                  <a:lnTo>
                    <a:pt x="514258" y="347213"/>
                  </a:lnTo>
                  <a:lnTo>
                    <a:pt x="467326" y="353527"/>
                  </a:lnTo>
                  <a:lnTo>
                    <a:pt x="176543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3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608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3239214" y="4820155"/>
            <a:ext cx="250451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326298" y="4485183"/>
            <a:ext cx="77321" cy="274544"/>
          </a:xfrm>
          <a:custGeom>
            <a:avLst/>
            <a:gdLst/>
            <a:ahLst/>
            <a:cxnLst/>
            <a:rect l="l" t="t" r="r" b="b"/>
            <a:pathLst>
              <a:path w="87629" h="311150">
                <a:moveTo>
                  <a:pt x="10617" y="224744"/>
                </a:moveTo>
                <a:lnTo>
                  <a:pt x="1576" y="229900"/>
                </a:lnTo>
                <a:lnTo>
                  <a:pt x="0" y="235659"/>
                </a:lnTo>
                <a:lnTo>
                  <a:pt x="42951" y="311155"/>
                </a:lnTo>
                <a:lnTo>
                  <a:pt x="54056" y="292535"/>
                </a:lnTo>
                <a:lnTo>
                  <a:pt x="52562" y="292535"/>
                </a:lnTo>
                <a:lnTo>
                  <a:pt x="33724" y="292342"/>
                </a:lnTo>
                <a:lnTo>
                  <a:pt x="34082" y="257459"/>
                </a:lnTo>
                <a:lnTo>
                  <a:pt x="16367" y="226324"/>
                </a:lnTo>
                <a:lnTo>
                  <a:pt x="10617" y="224744"/>
                </a:lnTo>
                <a:close/>
              </a:path>
              <a:path w="87629" h="311150">
                <a:moveTo>
                  <a:pt x="34082" y="257459"/>
                </a:moveTo>
                <a:lnTo>
                  <a:pt x="33724" y="292342"/>
                </a:lnTo>
                <a:lnTo>
                  <a:pt x="52562" y="292535"/>
                </a:lnTo>
                <a:lnTo>
                  <a:pt x="52611" y="287770"/>
                </a:lnTo>
                <a:lnTo>
                  <a:pt x="35057" y="287604"/>
                </a:lnTo>
                <a:lnTo>
                  <a:pt x="43336" y="273723"/>
                </a:lnTo>
                <a:lnTo>
                  <a:pt x="34082" y="257459"/>
                </a:lnTo>
                <a:close/>
              </a:path>
              <a:path w="87629" h="311150">
                <a:moveTo>
                  <a:pt x="77052" y="225427"/>
                </a:moveTo>
                <a:lnTo>
                  <a:pt x="71269" y="226888"/>
                </a:lnTo>
                <a:lnTo>
                  <a:pt x="52920" y="257653"/>
                </a:lnTo>
                <a:lnTo>
                  <a:pt x="52562" y="292535"/>
                </a:lnTo>
                <a:lnTo>
                  <a:pt x="54056" y="292535"/>
                </a:lnTo>
                <a:lnTo>
                  <a:pt x="87443" y="236559"/>
                </a:lnTo>
                <a:lnTo>
                  <a:pt x="85985" y="230769"/>
                </a:lnTo>
                <a:lnTo>
                  <a:pt x="77052" y="225427"/>
                </a:lnTo>
                <a:close/>
              </a:path>
              <a:path w="87629" h="311150">
                <a:moveTo>
                  <a:pt x="43336" y="273723"/>
                </a:moveTo>
                <a:lnTo>
                  <a:pt x="35057" y="287604"/>
                </a:lnTo>
                <a:lnTo>
                  <a:pt x="51328" y="287770"/>
                </a:lnTo>
                <a:lnTo>
                  <a:pt x="43336" y="273723"/>
                </a:lnTo>
                <a:close/>
              </a:path>
              <a:path w="87629" h="311150">
                <a:moveTo>
                  <a:pt x="52920" y="257653"/>
                </a:moveTo>
                <a:lnTo>
                  <a:pt x="43336" y="273723"/>
                </a:lnTo>
                <a:lnTo>
                  <a:pt x="51328" y="287770"/>
                </a:lnTo>
                <a:lnTo>
                  <a:pt x="52611" y="287770"/>
                </a:lnTo>
                <a:lnTo>
                  <a:pt x="52920" y="257653"/>
                </a:lnTo>
                <a:close/>
              </a:path>
              <a:path w="87629" h="311150">
                <a:moveTo>
                  <a:pt x="36724" y="0"/>
                </a:moveTo>
                <a:lnTo>
                  <a:pt x="34306" y="235659"/>
                </a:lnTo>
                <a:lnTo>
                  <a:pt x="34192" y="257653"/>
                </a:lnTo>
                <a:lnTo>
                  <a:pt x="43336" y="273723"/>
                </a:lnTo>
                <a:lnTo>
                  <a:pt x="52920" y="257653"/>
                </a:lnTo>
                <a:lnTo>
                  <a:pt x="55562" y="194"/>
                </a:lnTo>
                <a:lnTo>
                  <a:pt x="36724" y="0"/>
                </a:lnTo>
                <a:close/>
              </a:path>
            </a:pathLst>
          </a:custGeom>
          <a:solidFill>
            <a:srgbClr val="5D5555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5" name="object 55"/>
          <p:cNvSpPr txBox="1"/>
          <p:nvPr/>
        </p:nvSpPr>
        <p:spPr>
          <a:xfrm>
            <a:off x="5051249" y="3239114"/>
            <a:ext cx="552450" cy="356443"/>
          </a:xfrm>
          <a:prstGeom prst="rect">
            <a:avLst/>
          </a:prstGeom>
          <a:solidFill>
            <a:srgbClr val="C8EBFA"/>
          </a:solidFill>
          <a:ln w="18855">
            <a:solidFill>
              <a:srgbClr val="0D6993"/>
            </a:solidFill>
          </a:ln>
        </p:spPr>
        <p:txBody>
          <a:bodyPr vert="horz" wrap="square" lIns="0" tIns="28574" rIns="0" bIns="0" rtlCol="0">
            <a:spAutoFit/>
          </a:bodyPr>
          <a:lstStyle/>
          <a:p>
            <a:pPr marL="163054" marR="155770" indent="14568">
              <a:lnSpc>
                <a:spcPts val="1253"/>
              </a:lnSpc>
              <a:spcBef>
                <a:spcPts val="224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low </a:t>
            </a:r>
            <a:r>
              <a:rPr sz="1059" spc="-22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</a:t>
            </a:r>
            <a:r>
              <a:rPr sz="1059" spc="141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9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226746" y="3234136"/>
            <a:ext cx="598954" cy="361949"/>
            <a:chOff x="4637911" y="3665354"/>
            <a:chExt cx="678815" cy="410209"/>
          </a:xfrm>
        </p:grpSpPr>
        <p:sp>
          <p:nvSpPr>
            <p:cNvPr id="57" name="object 57"/>
            <p:cNvSpPr/>
            <p:nvPr/>
          </p:nvSpPr>
          <p:spPr>
            <a:xfrm>
              <a:off x="4647436" y="3674879"/>
              <a:ext cx="659765" cy="391160"/>
            </a:xfrm>
            <a:custGeom>
              <a:avLst/>
              <a:gdLst/>
              <a:ahLst/>
              <a:cxnLst/>
              <a:rect l="l" t="t" r="r" b="b"/>
              <a:pathLst>
                <a:path w="659764" h="391160">
                  <a:moveTo>
                    <a:pt x="659640" y="0"/>
                  </a:moveTo>
                  <a:lnTo>
                    <a:pt x="0" y="0"/>
                  </a:lnTo>
                  <a:lnTo>
                    <a:pt x="0" y="390824"/>
                  </a:lnTo>
                  <a:lnTo>
                    <a:pt x="659640" y="390824"/>
                  </a:lnTo>
                  <a:lnTo>
                    <a:pt x="659640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4647436" y="3674879"/>
              <a:ext cx="659765" cy="391160"/>
            </a:xfrm>
            <a:custGeom>
              <a:avLst/>
              <a:gdLst/>
              <a:ahLst/>
              <a:cxnLst/>
              <a:rect l="l" t="t" r="r" b="b"/>
              <a:pathLst>
                <a:path w="659764" h="391160">
                  <a:moveTo>
                    <a:pt x="0" y="0"/>
                  </a:moveTo>
                  <a:lnTo>
                    <a:pt x="659640" y="0"/>
                  </a:lnTo>
                  <a:lnTo>
                    <a:pt x="659640" y="390824"/>
                  </a:lnTo>
                  <a:lnTo>
                    <a:pt x="0" y="390824"/>
                  </a:lnTo>
                  <a:lnTo>
                    <a:pt x="0" y="0"/>
                  </a:lnTo>
                  <a:close/>
                </a:path>
              </a:pathLst>
            </a:custGeom>
            <a:ln w="18855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399127" y="3254917"/>
            <a:ext cx="254374" cy="329275"/>
          </a:xfrm>
          <a:prstGeom prst="rect">
            <a:avLst/>
          </a:prstGeom>
        </p:spPr>
        <p:txBody>
          <a:bodyPr vert="horz" wrap="square" lIns="0" tIns="21291" rIns="0" bIns="0" rtlCol="0">
            <a:spAutoFit/>
          </a:bodyPr>
          <a:lstStyle/>
          <a:p>
            <a:pPr marL="14008" marR="4483" indent="-3362">
              <a:lnSpc>
                <a:spcPts val="1227"/>
              </a:lnSpc>
              <a:spcBef>
                <a:spcPts val="168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high  </a:t>
            </a: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059" spc="146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5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146669" y="2726751"/>
            <a:ext cx="1623732" cy="336737"/>
            <a:chOff x="4547158" y="3090317"/>
            <a:chExt cx="1840230" cy="381635"/>
          </a:xfrm>
        </p:grpSpPr>
        <p:sp>
          <p:nvSpPr>
            <p:cNvPr id="61" name="object 61"/>
            <p:cNvSpPr/>
            <p:nvPr/>
          </p:nvSpPr>
          <p:spPr>
            <a:xfrm>
              <a:off x="4556683" y="3099842"/>
              <a:ext cx="1821180" cy="362585"/>
            </a:xfrm>
            <a:custGeom>
              <a:avLst/>
              <a:gdLst/>
              <a:ahLst/>
              <a:cxnLst/>
              <a:rect l="l" t="t" r="r" b="b"/>
              <a:pathLst>
                <a:path w="1821179" h="362585">
                  <a:moveTo>
                    <a:pt x="910338" y="0"/>
                  </a:moveTo>
                  <a:lnTo>
                    <a:pt x="0" y="181068"/>
                  </a:lnTo>
                  <a:lnTo>
                    <a:pt x="910338" y="362139"/>
                  </a:lnTo>
                  <a:lnTo>
                    <a:pt x="1820675" y="181068"/>
                  </a:lnTo>
                  <a:lnTo>
                    <a:pt x="910338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4556683" y="3099842"/>
              <a:ext cx="1821180" cy="362585"/>
            </a:xfrm>
            <a:custGeom>
              <a:avLst/>
              <a:gdLst/>
              <a:ahLst/>
              <a:cxnLst/>
              <a:rect l="l" t="t" r="r" b="b"/>
              <a:pathLst>
                <a:path w="1821179" h="362585">
                  <a:moveTo>
                    <a:pt x="0" y="181069"/>
                  </a:moveTo>
                  <a:lnTo>
                    <a:pt x="910337" y="0"/>
                  </a:lnTo>
                  <a:lnTo>
                    <a:pt x="1820675" y="181069"/>
                  </a:lnTo>
                  <a:lnTo>
                    <a:pt x="910337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715999" y="2795028"/>
            <a:ext cx="485775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In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c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o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491494" y="3046285"/>
            <a:ext cx="844362" cy="1783976"/>
            <a:chOff x="4937960" y="3452456"/>
            <a:chExt cx="956944" cy="2021839"/>
          </a:xfrm>
        </p:grpSpPr>
        <p:sp>
          <p:nvSpPr>
            <p:cNvPr id="65" name="object 65"/>
            <p:cNvSpPr/>
            <p:nvPr/>
          </p:nvSpPr>
          <p:spPr>
            <a:xfrm>
              <a:off x="5467022" y="3461981"/>
              <a:ext cx="490220" cy="213360"/>
            </a:xfrm>
            <a:custGeom>
              <a:avLst/>
              <a:gdLst/>
              <a:ahLst/>
              <a:cxnLst/>
              <a:rect l="l" t="t" r="r" b="b"/>
              <a:pathLst>
                <a:path w="490220" h="213360">
                  <a:moveTo>
                    <a:pt x="0" y="0"/>
                  </a:moveTo>
                  <a:lnTo>
                    <a:pt x="418228" y="209014"/>
                  </a:lnTo>
                </a:path>
                <a:path w="490220" h="213360">
                  <a:moveTo>
                    <a:pt x="0" y="0"/>
                  </a:moveTo>
                  <a:lnTo>
                    <a:pt x="489764" y="212897"/>
                  </a:lnTo>
                </a:path>
              </a:pathLst>
            </a:custGeom>
            <a:ln w="18850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4937960" y="4065518"/>
              <a:ext cx="87630" cy="300355"/>
            </a:xfrm>
            <a:custGeom>
              <a:avLst/>
              <a:gdLst/>
              <a:ahLst/>
              <a:cxnLst/>
              <a:rect l="l" t="t" r="r" b="b"/>
              <a:pathLst>
                <a:path w="87629" h="300354">
                  <a:moveTo>
                    <a:pt x="10287" y="214829"/>
                  </a:moveTo>
                  <a:lnTo>
                    <a:pt x="1404" y="220253"/>
                  </a:lnTo>
                  <a:lnTo>
                    <a:pt x="0" y="226057"/>
                  </a:lnTo>
                  <a:lnTo>
                    <a:pt x="45190" y="300231"/>
                  </a:lnTo>
                  <a:lnTo>
                    <a:pt x="55502" y="281703"/>
                  </a:lnTo>
                  <a:lnTo>
                    <a:pt x="35405" y="281703"/>
                  </a:lnTo>
                  <a:lnTo>
                    <a:pt x="34720" y="246825"/>
                  </a:lnTo>
                  <a:lnTo>
                    <a:pt x="16083" y="216235"/>
                  </a:lnTo>
                  <a:lnTo>
                    <a:pt x="10287" y="214829"/>
                  </a:lnTo>
                  <a:close/>
                </a:path>
                <a:path w="87629" h="300354">
                  <a:moveTo>
                    <a:pt x="34720" y="246825"/>
                  </a:moveTo>
                  <a:lnTo>
                    <a:pt x="35405" y="281703"/>
                  </a:lnTo>
                  <a:lnTo>
                    <a:pt x="54239" y="281332"/>
                  </a:lnTo>
                  <a:lnTo>
                    <a:pt x="54152" y="276927"/>
                  </a:lnTo>
                  <a:lnTo>
                    <a:pt x="36595" y="276927"/>
                  </a:lnTo>
                  <a:lnTo>
                    <a:pt x="44455" y="262805"/>
                  </a:lnTo>
                  <a:lnTo>
                    <a:pt x="34720" y="246825"/>
                  </a:lnTo>
                  <a:close/>
                </a:path>
                <a:path w="87629" h="300354">
                  <a:moveTo>
                    <a:pt x="76713" y="213521"/>
                  </a:moveTo>
                  <a:lnTo>
                    <a:pt x="70976" y="215154"/>
                  </a:lnTo>
                  <a:lnTo>
                    <a:pt x="53554" y="246456"/>
                  </a:lnTo>
                  <a:lnTo>
                    <a:pt x="54239" y="281332"/>
                  </a:lnTo>
                  <a:lnTo>
                    <a:pt x="35405" y="281703"/>
                  </a:lnTo>
                  <a:lnTo>
                    <a:pt x="55502" y="281703"/>
                  </a:lnTo>
                  <a:lnTo>
                    <a:pt x="87431" y="224335"/>
                  </a:lnTo>
                  <a:lnTo>
                    <a:pt x="85801" y="218592"/>
                  </a:lnTo>
                  <a:lnTo>
                    <a:pt x="76713" y="213521"/>
                  </a:lnTo>
                  <a:close/>
                </a:path>
                <a:path w="87629" h="300354">
                  <a:moveTo>
                    <a:pt x="44455" y="262805"/>
                  </a:moveTo>
                  <a:lnTo>
                    <a:pt x="36595" y="276927"/>
                  </a:lnTo>
                  <a:lnTo>
                    <a:pt x="52863" y="276607"/>
                  </a:lnTo>
                  <a:lnTo>
                    <a:pt x="44455" y="262805"/>
                  </a:lnTo>
                  <a:close/>
                </a:path>
                <a:path w="87629" h="300354">
                  <a:moveTo>
                    <a:pt x="53554" y="246456"/>
                  </a:moveTo>
                  <a:lnTo>
                    <a:pt x="44455" y="262805"/>
                  </a:lnTo>
                  <a:lnTo>
                    <a:pt x="52863" y="276607"/>
                  </a:lnTo>
                  <a:lnTo>
                    <a:pt x="36595" y="276927"/>
                  </a:lnTo>
                  <a:lnTo>
                    <a:pt x="54152" y="276927"/>
                  </a:lnTo>
                  <a:lnTo>
                    <a:pt x="53554" y="246456"/>
                  </a:lnTo>
                  <a:close/>
                </a:path>
                <a:path w="87629" h="300354">
                  <a:moveTo>
                    <a:pt x="48714" y="0"/>
                  </a:moveTo>
                  <a:lnTo>
                    <a:pt x="29879" y="370"/>
                  </a:lnTo>
                  <a:lnTo>
                    <a:pt x="34720" y="246825"/>
                  </a:lnTo>
                  <a:lnTo>
                    <a:pt x="44455" y="262805"/>
                  </a:lnTo>
                  <a:lnTo>
                    <a:pt x="53554" y="246456"/>
                  </a:lnTo>
                  <a:lnTo>
                    <a:pt x="48714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5038613" y="5068409"/>
              <a:ext cx="731520" cy="396240"/>
            </a:xfrm>
            <a:custGeom>
              <a:avLst/>
              <a:gdLst/>
              <a:ahLst/>
              <a:cxnLst/>
              <a:rect l="l" t="t" r="r" b="b"/>
              <a:pathLst>
                <a:path w="731520" h="396239">
                  <a:moveTo>
                    <a:pt x="0" y="0"/>
                  </a:moveTo>
                  <a:lnTo>
                    <a:pt x="731037" y="0"/>
                  </a:lnTo>
                  <a:lnTo>
                    <a:pt x="731037" y="396029"/>
                  </a:lnTo>
                  <a:lnTo>
                    <a:pt x="0" y="396029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711543" y="4501627"/>
            <a:ext cx="383241" cy="468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9"/>
              </a:lnSpc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8" dirty="0">
                <a:solidFill>
                  <a:srgbClr val="2B2728"/>
                </a:solidFill>
                <a:latin typeface="Calibri"/>
                <a:cs typeface="Calibri"/>
              </a:rPr>
              <a:t>y</a:t>
            </a:r>
            <a:r>
              <a:rPr sz="1059" spc="-4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1059" spc="-9" dirty="0">
                <a:solidFill>
                  <a:srgbClr val="2B2728"/>
                </a:solidFill>
                <a:latin typeface="Calibri"/>
                <a:cs typeface="Calibri"/>
              </a:rPr>
              <a:t>a</a:t>
            </a:r>
            <a:r>
              <a:rPr sz="1059" spc="-22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s</a:t>
            </a:r>
            <a:endParaRPr sz="1059">
              <a:latin typeface="Calibri"/>
              <a:cs typeface="Calibri"/>
            </a:endParaRPr>
          </a:p>
          <a:p>
            <a:pPr marL="78445">
              <a:lnSpc>
                <a:spcPts val="1262"/>
              </a:lnSpc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059" spc="16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3</a:t>
            </a:r>
            <a:endParaRPr sz="1059">
              <a:latin typeface="Calibri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3926522" y="3843689"/>
            <a:ext cx="1210235" cy="336737"/>
            <a:chOff x="4297658" y="4356181"/>
            <a:chExt cx="1371600" cy="381635"/>
          </a:xfrm>
        </p:grpSpPr>
        <p:sp>
          <p:nvSpPr>
            <p:cNvPr id="70" name="object 70"/>
            <p:cNvSpPr/>
            <p:nvPr/>
          </p:nvSpPr>
          <p:spPr>
            <a:xfrm>
              <a:off x="4307183" y="4365706"/>
              <a:ext cx="1352550" cy="362585"/>
            </a:xfrm>
            <a:custGeom>
              <a:avLst/>
              <a:gdLst/>
              <a:ahLst/>
              <a:cxnLst/>
              <a:rect l="l" t="t" r="r" b="b"/>
              <a:pathLst>
                <a:path w="1352550" h="362585">
                  <a:moveTo>
                    <a:pt x="675966" y="0"/>
                  </a:moveTo>
                  <a:lnTo>
                    <a:pt x="0" y="181070"/>
                  </a:lnTo>
                  <a:lnTo>
                    <a:pt x="675966" y="362139"/>
                  </a:lnTo>
                  <a:lnTo>
                    <a:pt x="1351932" y="181070"/>
                  </a:lnTo>
                  <a:lnTo>
                    <a:pt x="675966" y="0"/>
                  </a:lnTo>
                  <a:close/>
                </a:path>
              </a:pathLst>
            </a:custGeom>
            <a:solidFill>
              <a:srgbClr val="FFBCEC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71"/>
            <p:cNvSpPr/>
            <p:nvPr/>
          </p:nvSpPr>
          <p:spPr>
            <a:xfrm>
              <a:off x="4307183" y="4365706"/>
              <a:ext cx="1352550" cy="362585"/>
            </a:xfrm>
            <a:custGeom>
              <a:avLst/>
              <a:gdLst/>
              <a:ahLst/>
              <a:cxnLst/>
              <a:rect l="l" t="t" r="r" b="b"/>
              <a:pathLst>
                <a:path w="1352550" h="362585">
                  <a:moveTo>
                    <a:pt x="0" y="181069"/>
                  </a:moveTo>
                  <a:lnTo>
                    <a:pt x="675966" y="0"/>
                  </a:lnTo>
                  <a:lnTo>
                    <a:pt x="1351932" y="181069"/>
                  </a:lnTo>
                  <a:lnTo>
                    <a:pt x="675966" y="362139"/>
                  </a:lnTo>
                  <a:lnTo>
                    <a:pt x="0" y="181069"/>
                  </a:lnTo>
                  <a:close/>
                </a:path>
              </a:pathLst>
            </a:custGeom>
            <a:ln w="18860">
              <a:solidFill>
                <a:srgbClr val="58003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374177" y="3936263"/>
            <a:ext cx="312644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spc="-62" dirty="0">
                <a:solidFill>
                  <a:srgbClr val="2B2728"/>
                </a:solidFill>
                <a:latin typeface="Calibri"/>
                <a:cs typeface="Calibri"/>
              </a:rPr>
              <a:t>T</a:t>
            </a:r>
            <a:r>
              <a:rPr sz="882" spc="18" dirty="0">
                <a:solidFill>
                  <a:srgbClr val="2B2728"/>
                </a:solidFill>
                <a:latin typeface="Calibri"/>
                <a:cs typeface="Calibri"/>
              </a:rPr>
              <a:t>e</a:t>
            </a:r>
            <a:r>
              <a:rPr sz="882" spc="9" dirty="0">
                <a:solidFill>
                  <a:srgbClr val="2B2728"/>
                </a:solidFill>
                <a:latin typeface="Calibri"/>
                <a:cs typeface="Calibri"/>
              </a:rPr>
              <a:t>r</a:t>
            </a:r>
            <a:r>
              <a:rPr sz="882" spc="22" dirty="0">
                <a:solidFill>
                  <a:srgbClr val="2B2728"/>
                </a:solidFill>
                <a:latin typeface="Calibri"/>
                <a:cs typeface="Calibri"/>
              </a:rPr>
              <a:t>m</a:t>
            </a:r>
            <a:r>
              <a:rPr sz="882" dirty="0">
                <a:solidFill>
                  <a:srgbClr val="2B2728"/>
                </a:solidFill>
                <a:latin typeface="Calibri"/>
                <a:cs typeface="Calibri"/>
              </a:rPr>
              <a:t>?</a:t>
            </a:r>
            <a:endParaRPr sz="882">
              <a:latin typeface="Calibri"/>
              <a:cs typeface="Calibr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3838008" y="3582407"/>
            <a:ext cx="2091018" cy="1921809"/>
            <a:chOff x="4197343" y="4060061"/>
            <a:chExt cx="2369820" cy="2178050"/>
          </a:xfrm>
        </p:grpSpPr>
        <p:sp>
          <p:nvSpPr>
            <p:cNvPr id="74" name="object 74"/>
            <p:cNvSpPr/>
            <p:nvPr/>
          </p:nvSpPr>
          <p:spPr>
            <a:xfrm>
              <a:off x="4983149" y="4727845"/>
              <a:ext cx="421005" cy="340995"/>
            </a:xfrm>
            <a:custGeom>
              <a:avLst/>
              <a:gdLst/>
              <a:ahLst/>
              <a:cxnLst/>
              <a:rect l="l" t="t" r="r" b="b"/>
              <a:pathLst>
                <a:path w="421004" h="340995">
                  <a:moveTo>
                    <a:pt x="0" y="0"/>
                  </a:moveTo>
                  <a:lnTo>
                    <a:pt x="420981" y="340563"/>
                  </a:lnTo>
                </a:path>
              </a:pathLst>
            </a:custGeom>
            <a:ln w="18852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5" name="object 75"/>
            <p:cNvSpPr/>
            <p:nvPr/>
          </p:nvSpPr>
          <p:spPr>
            <a:xfrm>
              <a:off x="5878898" y="4060061"/>
              <a:ext cx="342900" cy="314325"/>
            </a:xfrm>
            <a:custGeom>
              <a:avLst/>
              <a:gdLst/>
              <a:ahLst/>
              <a:cxnLst/>
              <a:rect l="l" t="t" r="r" b="b"/>
              <a:pathLst>
                <a:path w="342900" h="314325">
                  <a:moveTo>
                    <a:pt x="261589" y="277566"/>
                  </a:moveTo>
                  <a:lnTo>
                    <a:pt x="256579" y="280804"/>
                  </a:lnTo>
                  <a:lnTo>
                    <a:pt x="254389" y="290988"/>
                  </a:lnTo>
                  <a:lnTo>
                    <a:pt x="257625" y="296005"/>
                  </a:lnTo>
                  <a:lnTo>
                    <a:pt x="342459" y="314286"/>
                  </a:lnTo>
                  <a:lnTo>
                    <a:pt x="340694" y="308629"/>
                  </a:lnTo>
                  <a:lnTo>
                    <a:pt x="322304" y="308629"/>
                  </a:lnTo>
                  <a:lnTo>
                    <a:pt x="296577" y="285105"/>
                  </a:lnTo>
                  <a:lnTo>
                    <a:pt x="261589" y="277566"/>
                  </a:lnTo>
                  <a:close/>
                </a:path>
                <a:path w="342900" h="314325">
                  <a:moveTo>
                    <a:pt x="296577" y="285105"/>
                  </a:moveTo>
                  <a:lnTo>
                    <a:pt x="322304" y="308629"/>
                  </a:lnTo>
                  <a:lnTo>
                    <a:pt x="326091" y="304476"/>
                  </a:lnTo>
                  <a:lnTo>
                    <a:pt x="319665" y="304476"/>
                  </a:lnTo>
                  <a:lnTo>
                    <a:pt x="314852" y="289043"/>
                  </a:lnTo>
                  <a:lnTo>
                    <a:pt x="296577" y="285105"/>
                  </a:lnTo>
                  <a:close/>
                </a:path>
                <a:path w="342900" h="314325">
                  <a:moveTo>
                    <a:pt x="311313" y="228578"/>
                  </a:moveTo>
                  <a:lnTo>
                    <a:pt x="301382" y="231683"/>
                  </a:lnTo>
                  <a:lnTo>
                    <a:pt x="298613" y="236973"/>
                  </a:lnTo>
                  <a:lnTo>
                    <a:pt x="309281" y="271178"/>
                  </a:lnTo>
                  <a:lnTo>
                    <a:pt x="335006" y="294700"/>
                  </a:lnTo>
                  <a:lnTo>
                    <a:pt x="322304" y="308629"/>
                  </a:lnTo>
                  <a:lnTo>
                    <a:pt x="340694" y="308629"/>
                  </a:lnTo>
                  <a:lnTo>
                    <a:pt x="316595" y="231350"/>
                  </a:lnTo>
                  <a:lnTo>
                    <a:pt x="311313" y="228578"/>
                  </a:lnTo>
                  <a:close/>
                </a:path>
                <a:path w="342900" h="314325">
                  <a:moveTo>
                    <a:pt x="314852" y="289043"/>
                  </a:moveTo>
                  <a:lnTo>
                    <a:pt x="319665" y="304476"/>
                  </a:lnTo>
                  <a:lnTo>
                    <a:pt x="330638" y="292445"/>
                  </a:lnTo>
                  <a:lnTo>
                    <a:pt x="314852" y="289043"/>
                  </a:lnTo>
                  <a:close/>
                </a:path>
                <a:path w="342900" h="314325">
                  <a:moveTo>
                    <a:pt x="309281" y="271178"/>
                  </a:moveTo>
                  <a:lnTo>
                    <a:pt x="314852" y="289043"/>
                  </a:lnTo>
                  <a:lnTo>
                    <a:pt x="330638" y="292445"/>
                  </a:lnTo>
                  <a:lnTo>
                    <a:pt x="319665" y="304476"/>
                  </a:lnTo>
                  <a:lnTo>
                    <a:pt x="326091" y="304476"/>
                  </a:lnTo>
                  <a:lnTo>
                    <a:pt x="335006" y="294700"/>
                  </a:lnTo>
                  <a:lnTo>
                    <a:pt x="309281" y="271178"/>
                  </a:lnTo>
                  <a:close/>
                </a:path>
                <a:path w="342900" h="314325">
                  <a:moveTo>
                    <a:pt x="12703" y="0"/>
                  </a:moveTo>
                  <a:lnTo>
                    <a:pt x="0" y="13928"/>
                  </a:lnTo>
                  <a:lnTo>
                    <a:pt x="296577" y="285105"/>
                  </a:lnTo>
                  <a:lnTo>
                    <a:pt x="314852" y="289043"/>
                  </a:lnTo>
                  <a:lnTo>
                    <a:pt x="309281" y="271178"/>
                  </a:lnTo>
                  <a:lnTo>
                    <a:pt x="12703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6" name="object 76"/>
            <p:cNvSpPr/>
            <p:nvPr/>
          </p:nvSpPr>
          <p:spPr>
            <a:xfrm>
              <a:off x="4572974" y="4727845"/>
              <a:ext cx="410209" cy="347980"/>
            </a:xfrm>
            <a:custGeom>
              <a:avLst/>
              <a:gdLst/>
              <a:ahLst/>
              <a:cxnLst/>
              <a:rect l="l" t="t" r="r" b="b"/>
              <a:pathLst>
                <a:path w="410210" h="347979">
                  <a:moveTo>
                    <a:pt x="410175" y="0"/>
                  </a:moveTo>
                  <a:lnTo>
                    <a:pt x="0" y="347756"/>
                  </a:lnTo>
                </a:path>
              </a:pathLst>
            </a:custGeom>
            <a:ln w="18852">
              <a:solidFill>
                <a:srgbClr val="5D5555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7" name="object 77"/>
            <p:cNvSpPr/>
            <p:nvPr/>
          </p:nvSpPr>
          <p:spPr>
            <a:xfrm>
              <a:off x="4534052" y="5466284"/>
              <a:ext cx="87630" cy="393065"/>
            </a:xfrm>
            <a:custGeom>
              <a:avLst/>
              <a:gdLst/>
              <a:ahLst/>
              <a:cxnLst/>
              <a:rect l="l" t="t" r="r" b="b"/>
              <a:pathLst>
                <a:path w="87629" h="393064">
                  <a:moveTo>
                    <a:pt x="10336" y="307378"/>
                  </a:moveTo>
                  <a:lnTo>
                    <a:pt x="1430" y="312761"/>
                  </a:lnTo>
                  <a:lnTo>
                    <a:pt x="0" y="318559"/>
                  </a:lnTo>
                  <a:lnTo>
                    <a:pt x="44852" y="392937"/>
                  </a:lnTo>
                  <a:lnTo>
                    <a:pt x="55300" y="374365"/>
                  </a:lnTo>
                  <a:lnTo>
                    <a:pt x="35151" y="374365"/>
                  </a:lnTo>
                  <a:lnTo>
                    <a:pt x="34624" y="339485"/>
                  </a:lnTo>
                  <a:lnTo>
                    <a:pt x="16126" y="308809"/>
                  </a:lnTo>
                  <a:lnTo>
                    <a:pt x="10336" y="307378"/>
                  </a:lnTo>
                  <a:close/>
                </a:path>
                <a:path w="87629" h="393064">
                  <a:moveTo>
                    <a:pt x="34624" y="339485"/>
                  </a:moveTo>
                  <a:lnTo>
                    <a:pt x="35151" y="374365"/>
                  </a:lnTo>
                  <a:lnTo>
                    <a:pt x="53987" y="374081"/>
                  </a:lnTo>
                  <a:lnTo>
                    <a:pt x="53919" y="369595"/>
                  </a:lnTo>
                  <a:lnTo>
                    <a:pt x="36362" y="369595"/>
                  </a:lnTo>
                  <a:lnTo>
                    <a:pt x="44286" y="355508"/>
                  </a:lnTo>
                  <a:lnTo>
                    <a:pt x="34624" y="339485"/>
                  </a:lnTo>
                  <a:close/>
                </a:path>
                <a:path w="87629" h="393064">
                  <a:moveTo>
                    <a:pt x="76768" y="306372"/>
                  </a:moveTo>
                  <a:lnTo>
                    <a:pt x="71024" y="307978"/>
                  </a:lnTo>
                  <a:lnTo>
                    <a:pt x="53461" y="339200"/>
                  </a:lnTo>
                  <a:lnTo>
                    <a:pt x="53987" y="374081"/>
                  </a:lnTo>
                  <a:lnTo>
                    <a:pt x="35151" y="374365"/>
                  </a:lnTo>
                  <a:lnTo>
                    <a:pt x="55300" y="374365"/>
                  </a:lnTo>
                  <a:lnTo>
                    <a:pt x="87438" y="317235"/>
                  </a:lnTo>
                  <a:lnTo>
                    <a:pt x="85834" y="311485"/>
                  </a:lnTo>
                  <a:lnTo>
                    <a:pt x="76768" y="306372"/>
                  </a:lnTo>
                  <a:close/>
                </a:path>
                <a:path w="87629" h="393064">
                  <a:moveTo>
                    <a:pt x="44286" y="355508"/>
                  </a:moveTo>
                  <a:lnTo>
                    <a:pt x="36362" y="369595"/>
                  </a:lnTo>
                  <a:lnTo>
                    <a:pt x="52632" y="369349"/>
                  </a:lnTo>
                  <a:lnTo>
                    <a:pt x="44286" y="355508"/>
                  </a:lnTo>
                  <a:close/>
                </a:path>
                <a:path w="87629" h="393064">
                  <a:moveTo>
                    <a:pt x="53461" y="339200"/>
                  </a:moveTo>
                  <a:lnTo>
                    <a:pt x="44286" y="355508"/>
                  </a:lnTo>
                  <a:lnTo>
                    <a:pt x="52632" y="369349"/>
                  </a:lnTo>
                  <a:lnTo>
                    <a:pt x="36362" y="369595"/>
                  </a:lnTo>
                  <a:lnTo>
                    <a:pt x="53919" y="369595"/>
                  </a:lnTo>
                  <a:lnTo>
                    <a:pt x="53461" y="339200"/>
                  </a:lnTo>
                  <a:close/>
                </a:path>
                <a:path w="87629" h="393064">
                  <a:moveTo>
                    <a:pt x="48340" y="0"/>
                  </a:moveTo>
                  <a:lnTo>
                    <a:pt x="29504" y="285"/>
                  </a:lnTo>
                  <a:lnTo>
                    <a:pt x="34624" y="339485"/>
                  </a:lnTo>
                  <a:lnTo>
                    <a:pt x="44286" y="355508"/>
                  </a:lnTo>
                  <a:lnTo>
                    <a:pt x="53461" y="339200"/>
                  </a:lnTo>
                  <a:lnTo>
                    <a:pt x="48340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8" name="object 78"/>
            <p:cNvSpPr/>
            <p:nvPr/>
          </p:nvSpPr>
          <p:spPr>
            <a:xfrm>
              <a:off x="4206868" y="5859179"/>
              <a:ext cx="744220" cy="353695"/>
            </a:xfrm>
            <a:custGeom>
              <a:avLst/>
              <a:gdLst/>
              <a:ahLst/>
              <a:cxnLst/>
              <a:rect l="l" t="t" r="r" b="b"/>
              <a:pathLst>
                <a:path w="744220" h="353695">
                  <a:moveTo>
                    <a:pt x="567527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7" y="24133"/>
                  </a:lnTo>
                  <a:lnTo>
                    <a:pt x="51707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7" y="301754"/>
                  </a:lnTo>
                  <a:lnTo>
                    <a:pt x="87437" y="329393"/>
                  </a:lnTo>
                  <a:lnTo>
                    <a:pt x="129610" y="347213"/>
                  </a:lnTo>
                  <a:lnTo>
                    <a:pt x="176542" y="353527"/>
                  </a:lnTo>
                  <a:lnTo>
                    <a:pt x="567527" y="353527"/>
                  </a:lnTo>
                  <a:lnTo>
                    <a:pt x="614459" y="347213"/>
                  </a:lnTo>
                  <a:lnTo>
                    <a:pt x="656631" y="329393"/>
                  </a:lnTo>
                  <a:lnTo>
                    <a:pt x="692361" y="301754"/>
                  </a:lnTo>
                  <a:lnTo>
                    <a:pt x="719966" y="265979"/>
                  </a:lnTo>
                  <a:lnTo>
                    <a:pt x="737763" y="223754"/>
                  </a:lnTo>
                  <a:lnTo>
                    <a:pt x="744070" y="176763"/>
                  </a:lnTo>
                  <a:lnTo>
                    <a:pt x="737763" y="129772"/>
                  </a:lnTo>
                  <a:lnTo>
                    <a:pt x="719966" y="87547"/>
                  </a:lnTo>
                  <a:lnTo>
                    <a:pt x="692361" y="51772"/>
                  </a:lnTo>
                  <a:lnTo>
                    <a:pt x="656631" y="24133"/>
                  </a:lnTo>
                  <a:lnTo>
                    <a:pt x="614459" y="6314"/>
                  </a:lnTo>
                  <a:lnTo>
                    <a:pt x="567527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9" name="object 79"/>
            <p:cNvSpPr/>
            <p:nvPr/>
          </p:nvSpPr>
          <p:spPr>
            <a:xfrm>
              <a:off x="4206868" y="5859179"/>
              <a:ext cx="744220" cy="353695"/>
            </a:xfrm>
            <a:custGeom>
              <a:avLst/>
              <a:gdLst/>
              <a:ahLst/>
              <a:cxnLst/>
              <a:rect l="l" t="t" r="r" b="b"/>
              <a:pathLst>
                <a:path w="744220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567528" y="0"/>
                  </a:lnTo>
                  <a:lnTo>
                    <a:pt x="614460" y="6314"/>
                  </a:lnTo>
                  <a:lnTo>
                    <a:pt x="656632" y="24133"/>
                  </a:lnTo>
                  <a:lnTo>
                    <a:pt x="692362" y="51772"/>
                  </a:lnTo>
                  <a:lnTo>
                    <a:pt x="719967" y="87547"/>
                  </a:lnTo>
                  <a:lnTo>
                    <a:pt x="737764" y="129772"/>
                  </a:lnTo>
                  <a:lnTo>
                    <a:pt x="744071" y="176763"/>
                  </a:lnTo>
                  <a:lnTo>
                    <a:pt x="737764" y="223754"/>
                  </a:lnTo>
                  <a:lnTo>
                    <a:pt x="719967" y="265979"/>
                  </a:lnTo>
                  <a:lnTo>
                    <a:pt x="692362" y="301753"/>
                  </a:lnTo>
                  <a:lnTo>
                    <a:pt x="656632" y="329393"/>
                  </a:lnTo>
                  <a:lnTo>
                    <a:pt x="614460" y="347212"/>
                  </a:lnTo>
                  <a:lnTo>
                    <a:pt x="567528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7">
              <a:solidFill>
                <a:srgbClr val="B93C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0" name="object 80"/>
            <p:cNvSpPr/>
            <p:nvPr/>
          </p:nvSpPr>
          <p:spPr>
            <a:xfrm>
              <a:off x="5051796" y="5874762"/>
              <a:ext cx="718185" cy="353695"/>
            </a:xfrm>
            <a:custGeom>
              <a:avLst/>
              <a:gdLst/>
              <a:ahLst/>
              <a:cxnLst/>
              <a:rect l="l" t="t" r="r" b="b"/>
              <a:pathLst>
                <a:path w="718185" h="353695">
                  <a:moveTo>
                    <a:pt x="541312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80"/>
                  </a:lnTo>
                  <a:lnTo>
                    <a:pt x="51708" y="301754"/>
                  </a:lnTo>
                  <a:lnTo>
                    <a:pt x="87438" y="329394"/>
                  </a:lnTo>
                  <a:lnTo>
                    <a:pt x="129611" y="347213"/>
                  </a:lnTo>
                  <a:lnTo>
                    <a:pt x="176542" y="353527"/>
                  </a:lnTo>
                  <a:lnTo>
                    <a:pt x="541310" y="353527"/>
                  </a:lnTo>
                  <a:lnTo>
                    <a:pt x="588243" y="347213"/>
                  </a:lnTo>
                  <a:lnTo>
                    <a:pt x="630416" y="329393"/>
                  </a:lnTo>
                  <a:lnTo>
                    <a:pt x="666146" y="301754"/>
                  </a:lnTo>
                  <a:lnTo>
                    <a:pt x="693751" y="265979"/>
                  </a:lnTo>
                  <a:lnTo>
                    <a:pt x="711548" y="223754"/>
                  </a:lnTo>
                  <a:lnTo>
                    <a:pt x="717854" y="176763"/>
                  </a:lnTo>
                  <a:lnTo>
                    <a:pt x="711548" y="129772"/>
                  </a:lnTo>
                  <a:lnTo>
                    <a:pt x="693751" y="87547"/>
                  </a:lnTo>
                  <a:lnTo>
                    <a:pt x="666146" y="51772"/>
                  </a:lnTo>
                  <a:lnTo>
                    <a:pt x="630416" y="24133"/>
                  </a:lnTo>
                  <a:lnTo>
                    <a:pt x="588244" y="6314"/>
                  </a:lnTo>
                  <a:lnTo>
                    <a:pt x="541312" y="0"/>
                  </a:lnTo>
                  <a:close/>
                </a:path>
              </a:pathLst>
            </a:custGeom>
            <a:solidFill>
              <a:srgbClr val="85BD0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1" name="object 81"/>
            <p:cNvSpPr/>
            <p:nvPr/>
          </p:nvSpPr>
          <p:spPr>
            <a:xfrm>
              <a:off x="5051796" y="5874762"/>
              <a:ext cx="718185" cy="353695"/>
            </a:xfrm>
            <a:custGeom>
              <a:avLst/>
              <a:gdLst/>
              <a:ahLst/>
              <a:cxnLst/>
              <a:rect l="l" t="t" r="r" b="b"/>
              <a:pathLst>
                <a:path w="718185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1" y="6314"/>
                  </a:lnTo>
                  <a:lnTo>
                    <a:pt x="176543" y="0"/>
                  </a:lnTo>
                  <a:lnTo>
                    <a:pt x="541312" y="0"/>
                  </a:lnTo>
                  <a:lnTo>
                    <a:pt x="588244" y="6314"/>
                  </a:lnTo>
                  <a:lnTo>
                    <a:pt x="630416" y="24133"/>
                  </a:lnTo>
                  <a:lnTo>
                    <a:pt x="666147" y="51772"/>
                  </a:lnTo>
                  <a:lnTo>
                    <a:pt x="693752" y="87547"/>
                  </a:lnTo>
                  <a:lnTo>
                    <a:pt x="711549" y="129772"/>
                  </a:lnTo>
                  <a:lnTo>
                    <a:pt x="717855" y="176763"/>
                  </a:lnTo>
                  <a:lnTo>
                    <a:pt x="711548" y="223754"/>
                  </a:lnTo>
                  <a:lnTo>
                    <a:pt x="693751" y="265979"/>
                  </a:lnTo>
                  <a:lnTo>
                    <a:pt x="666146" y="301754"/>
                  </a:lnTo>
                  <a:lnTo>
                    <a:pt x="630416" y="329394"/>
                  </a:lnTo>
                  <a:lnTo>
                    <a:pt x="588243" y="347213"/>
                  </a:lnTo>
                  <a:lnTo>
                    <a:pt x="541311" y="353527"/>
                  </a:lnTo>
                  <a:lnTo>
                    <a:pt x="176543" y="353526"/>
                  </a:lnTo>
                  <a:lnTo>
                    <a:pt x="129611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3"/>
                  </a:lnTo>
                  <a:lnTo>
                    <a:pt x="0" y="176763"/>
                  </a:lnTo>
                  <a:close/>
                </a:path>
              </a:pathLst>
            </a:custGeom>
            <a:ln w="18857">
              <a:solidFill>
                <a:srgbClr val="608A0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2" name="object 82"/>
            <p:cNvSpPr/>
            <p:nvPr/>
          </p:nvSpPr>
          <p:spPr>
            <a:xfrm>
              <a:off x="5365799" y="5464286"/>
              <a:ext cx="87630" cy="410845"/>
            </a:xfrm>
            <a:custGeom>
              <a:avLst/>
              <a:gdLst/>
              <a:ahLst/>
              <a:cxnLst/>
              <a:rect l="l" t="t" r="r" b="b"/>
              <a:pathLst>
                <a:path w="87629" h="410845">
                  <a:moveTo>
                    <a:pt x="10326" y="324991"/>
                  </a:moveTo>
                  <a:lnTo>
                    <a:pt x="1424" y="330385"/>
                  </a:lnTo>
                  <a:lnTo>
                    <a:pt x="0" y="336182"/>
                  </a:lnTo>
                  <a:lnTo>
                    <a:pt x="44923" y="410519"/>
                  </a:lnTo>
                  <a:lnTo>
                    <a:pt x="55342" y="391956"/>
                  </a:lnTo>
                  <a:lnTo>
                    <a:pt x="35205" y="391956"/>
                  </a:lnTo>
                  <a:lnTo>
                    <a:pt x="34645" y="357076"/>
                  </a:lnTo>
                  <a:lnTo>
                    <a:pt x="16117" y="326419"/>
                  </a:lnTo>
                  <a:lnTo>
                    <a:pt x="10326" y="324991"/>
                  </a:lnTo>
                  <a:close/>
                </a:path>
                <a:path w="87629" h="410845">
                  <a:moveTo>
                    <a:pt x="34645" y="357076"/>
                  </a:moveTo>
                  <a:lnTo>
                    <a:pt x="35205" y="391956"/>
                  </a:lnTo>
                  <a:lnTo>
                    <a:pt x="54041" y="391652"/>
                  </a:lnTo>
                  <a:lnTo>
                    <a:pt x="53969" y="387184"/>
                  </a:lnTo>
                  <a:lnTo>
                    <a:pt x="36412" y="387184"/>
                  </a:lnTo>
                  <a:lnTo>
                    <a:pt x="44323" y="373090"/>
                  </a:lnTo>
                  <a:lnTo>
                    <a:pt x="34645" y="357076"/>
                  </a:lnTo>
                  <a:close/>
                </a:path>
                <a:path w="87629" h="410845">
                  <a:moveTo>
                    <a:pt x="76756" y="323922"/>
                  </a:moveTo>
                  <a:lnTo>
                    <a:pt x="71014" y="325535"/>
                  </a:lnTo>
                  <a:lnTo>
                    <a:pt x="53480" y="356774"/>
                  </a:lnTo>
                  <a:lnTo>
                    <a:pt x="54041" y="391652"/>
                  </a:lnTo>
                  <a:lnTo>
                    <a:pt x="35205" y="391956"/>
                  </a:lnTo>
                  <a:lnTo>
                    <a:pt x="55342" y="391956"/>
                  </a:lnTo>
                  <a:lnTo>
                    <a:pt x="87436" y="334775"/>
                  </a:lnTo>
                  <a:lnTo>
                    <a:pt x="85826" y="329026"/>
                  </a:lnTo>
                  <a:lnTo>
                    <a:pt x="76756" y="323922"/>
                  </a:lnTo>
                  <a:close/>
                </a:path>
                <a:path w="87629" h="410845">
                  <a:moveTo>
                    <a:pt x="44323" y="373090"/>
                  </a:moveTo>
                  <a:lnTo>
                    <a:pt x="36412" y="387184"/>
                  </a:lnTo>
                  <a:lnTo>
                    <a:pt x="52682" y="386922"/>
                  </a:lnTo>
                  <a:lnTo>
                    <a:pt x="44323" y="373090"/>
                  </a:lnTo>
                  <a:close/>
                </a:path>
                <a:path w="87629" h="410845">
                  <a:moveTo>
                    <a:pt x="53480" y="356774"/>
                  </a:moveTo>
                  <a:lnTo>
                    <a:pt x="44323" y="373090"/>
                  </a:lnTo>
                  <a:lnTo>
                    <a:pt x="52682" y="386922"/>
                  </a:lnTo>
                  <a:lnTo>
                    <a:pt x="36412" y="387184"/>
                  </a:lnTo>
                  <a:lnTo>
                    <a:pt x="53969" y="387184"/>
                  </a:lnTo>
                  <a:lnTo>
                    <a:pt x="53480" y="356774"/>
                  </a:lnTo>
                  <a:close/>
                </a:path>
                <a:path w="87629" h="410845">
                  <a:moveTo>
                    <a:pt x="47749" y="0"/>
                  </a:moveTo>
                  <a:lnTo>
                    <a:pt x="28914" y="303"/>
                  </a:lnTo>
                  <a:lnTo>
                    <a:pt x="34645" y="357076"/>
                  </a:lnTo>
                  <a:lnTo>
                    <a:pt x="44323" y="373090"/>
                  </a:lnTo>
                  <a:lnTo>
                    <a:pt x="53480" y="356774"/>
                  </a:lnTo>
                  <a:lnTo>
                    <a:pt x="47749" y="0"/>
                  </a:lnTo>
                  <a:close/>
                </a:path>
              </a:pathLst>
            </a:custGeom>
            <a:solidFill>
              <a:srgbClr val="5D5555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3" name="object 83"/>
            <p:cNvSpPr/>
            <p:nvPr/>
          </p:nvSpPr>
          <p:spPr>
            <a:xfrm>
              <a:off x="5885251" y="4374319"/>
              <a:ext cx="672465" cy="353695"/>
            </a:xfrm>
            <a:custGeom>
              <a:avLst/>
              <a:gdLst/>
              <a:ahLst/>
              <a:cxnLst/>
              <a:rect l="l" t="t" r="r" b="b"/>
              <a:pathLst>
                <a:path w="672465" h="353695">
                  <a:moveTo>
                    <a:pt x="495606" y="0"/>
                  </a:moveTo>
                  <a:lnTo>
                    <a:pt x="176542" y="0"/>
                  </a:lnTo>
                  <a:lnTo>
                    <a:pt x="129610" y="6314"/>
                  </a:lnTo>
                  <a:lnTo>
                    <a:pt x="87438" y="24133"/>
                  </a:lnTo>
                  <a:lnTo>
                    <a:pt x="51708" y="51772"/>
                  </a:lnTo>
                  <a:lnTo>
                    <a:pt x="24103" y="87547"/>
                  </a:lnTo>
                  <a:lnTo>
                    <a:pt x="6306" y="129772"/>
                  </a:lnTo>
                  <a:lnTo>
                    <a:pt x="0" y="176763"/>
                  </a:lnTo>
                  <a:lnTo>
                    <a:pt x="6306" y="223754"/>
                  </a:lnTo>
                  <a:lnTo>
                    <a:pt x="24103" y="265979"/>
                  </a:lnTo>
                  <a:lnTo>
                    <a:pt x="51708" y="301753"/>
                  </a:lnTo>
                  <a:lnTo>
                    <a:pt x="87438" y="329392"/>
                  </a:lnTo>
                  <a:lnTo>
                    <a:pt x="129610" y="347211"/>
                  </a:lnTo>
                  <a:lnTo>
                    <a:pt x="176542" y="353526"/>
                  </a:lnTo>
                  <a:lnTo>
                    <a:pt x="495606" y="353526"/>
                  </a:lnTo>
                  <a:lnTo>
                    <a:pt x="542538" y="347211"/>
                  </a:lnTo>
                  <a:lnTo>
                    <a:pt x="584710" y="329392"/>
                  </a:lnTo>
                  <a:lnTo>
                    <a:pt x="620440" y="301753"/>
                  </a:lnTo>
                  <a:lnTo>
                    <a:pt x="648045" y="265979"/>
                  </a:lnTo>
                  <a:lnTo>
                    <a:pt x="665842" y="223754"/>
                  </a:lnTo>
                  <a:lnTo>
                    <a:pt x="672148" y="176763"/>
                  </a:lnTo>
                  <a:lnTo>
                    <a:pt x="665842" y="129772"/>
                  </a:lnTo>
                  <a:lnTo>
                    <a:pt x="648045" y="87547"/>
                  </a:lnTo>
                  <a:lnTo>
                    <a:pt x="620440" y="51772"/>
                  </a:lnTo>
                  <a:lnTo>
                    <a:pt x="584710" y="24133"/>
                  </a:lnTo>
                  <a:lnTo>
                    <a:pt x="542538" y="6314"/>
                  </a:lnTo>
                  <a:lnTo>
                    <a:pt x="495606" y="0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4" name="object 84"/>
            <p:cNvSpPr/>
            <p:nvPr/>
          </p:nvSpPr>
          <p:spPr>
            <a:xfrm>
              <a:off x="5885251" y="4374319"/>
              <a:ext cx="672465" cy="353695"/>
            </a:xfrm>
            <a:custGeom>
              <a:avLst/>
              <a:gdLst/>
              <a:ahLst/>
              <a:cxnLst/>
              <a:rect l="l" t="t" r="r" b="b"/>
              <a:pathLst>
                <a:path w="672465" h="353695">
                  <a:moveTo>
                    <a:pt x="0" y="176763"/>
                  </a:moveTo>
                  <a:lnTo>
                    <a:pt x="6306" y="129772"/>
                  </a:lnTo>
                  <a:lnTo>
                    <a:pt x="24103" y="87547"/>
                  </a:lnTo>
                  <a:lnTo>
                    <a:pt x="51708" y="51772"/>
                  </a:lnTo>
                  <a:lnTo>
                    <a:pt x="87438" y="24133"/>
                  </a:lnTo>
                  <a:lnTo>
                    <a:pt x="129610" y="6314"/>
                  </a:lnTo>
                  <a:lnTo>
                    <a:pt x="176542" y="0"/>
                  </a:lnTo>
                  <a:lnTo>
                    <a:pt x="495606" y="0"/>
                  </a:lnTo>
                  <a:lnTo>
                    <a:pt x="542538" y="6314"/>
                  </a:lnTo>
                  <a:lnTo>
                    <a:pt x="584711" y="24133"/>
                  </a:lnTo>
                  <a:lnTo>
                    <a:pt x="620441" y="51772"/>
                  </a:lnTo>
                  <a:lnTo>
                    <a:pt x="648046" y="87547"/>
                  </a:lnTo>
                  <a:lnTo>
                    <a:pt x="665843" y="129772"/>
                  </a:lnTo>
                  <a:lnTo>
                    <a:pt x="672149" y="176763"/>
                  </a:lnTo>
                  <a:lnTo>
                    <a:pt x="665843" y="223754"/>
                  </a:lnTo>
                  <a:lnTo>
                    <a:pt x="648046" y="265979"/>
                  </a:lnTo>
                  <a:lnTo>
                    <a:pt x="620441" y="301753"/>
                  </a:lnTo>
                  <a:lnTo>
                    <a:pt x="584711" y="329393"/>
                  </a:lnTo>
                  <a:lnTo>
                    <a:pt x="542538" y="347212"/>
                  </a:lnTo>
                  <a:lnTo>
                    <a:pt x="495606" y="353526"/>
                  </a:lnTo>
                  <a:lnTo>
                    <a:pt x="176542" y="353526"/>
                  </a:lnTo>
                  <a:lnTo>
                    <a:pt x="129610" y="347212"/>
                  </a:lnTo>
                  <a:lnTo>
                    <a:pt x="87438" y="329393"/>
                  </a:lnTo>
                  <a:lnTo>
                    <a:pt x="51708" y="301753"/>
                  </a:lnTo>
                  <a:lnTo>
                    <a:pt x="24103" y="265979"/>
                  </a:lnTo>
                  <a:lnTo>
                    <a:pt x="6306" y="223754"/>
                  </a:lnTo>
                  <a:lnTo>
                    <a:pt x="0" y="176763"/>
                  </a:lnTo>
                  <a:close/>
                </a:path>
              </a:pathLst>
            </a:custGeom>
            <a:ln w="18856">
              <a:solidFill>
                <a:srgbClr val="C03F02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5475018" y="3919202"/>
            <a:ext cx="29863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169448" y="4171628"/>
            <a:ext cx="361949" cy="307041"/>
          </a:xfrm>
          <a:custGeom>
            <a:avLst/>
            <a:gdLst/>
            <a:ahLst/>
            <a:cxnLst/>
            <a:rect l="l" t="t" r="r" b="b"/>
            <a:pathLst>
              <a:path w="410210" h="347979">
                <a:moveTo>
                  <a:pt x="410175" y="0"/>
                </a:moveTo>
                <a:lnTo>
                  <a:pt x="0" y="347756"/>
                </a:lnTo>
              </a:path>
            </a:pathLst>
          </a:custGeom>
          <a:ln w="18852">
            <a:solidFill>
              <a:srgbClr val="5D5555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87" name="object 87"/>
          <p:cNvSpPr txBox="1"/>
          <p:nvPr/>
        </p:nvSpPr>
        <p:spPr>
          <a:xfrm>
            <a:off x="3829149" y="4476718"/>
            <a:ext cx="672913" cy="332105"/>
          </a:xfrm>
          <a:prstGeom prst="rect">
            <a:avLst/>
          </a:prstGeom>
          <a:solidFill>
            <a:srgbClr val="C8EBFA"/>
          </a:solidFill>
          <a:ln w="18856">
            <a:solidFill>
              <a:srgbClr val="0D6993"/>
            </a:solidFill>
          </a:ln>
        </p:spPr>
        <p:txBody>
          <a:bodyPr vert="horz" wrap="square" lIns="0" tIns="24093" rIns="0" bIns="0" rtlCol="0">
            <a:spAutoFit/>
          </a:bodyPr>
          <a:lstStyle/>
          <a:p>
            <a:pPr marL="144564">
              <a:lnSpc>
                <a:spcPts val="1249"/>
              </a:lnSpc>
              <a:spcBef>
                <a:spcPts val="190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3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  <a:p>
            <a:pPr marL="207880">
              <a:lnSpc>
                <a:spcPts val="1249"/>
              </a:lnSpc>
              <a:tabLst>
                <a:tab pos="396149" algn="l"/>
              </a:tabLst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0	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2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26292" y="1706669"/>
            <a:ext cx="1869701" cy="739445"/>
          </a:xfrm>
          <a:prstGeom prst="rect">
            <a:avLst/>
          </a:prstGeom>
          <a:solidFill>
            <a:srgbClr val="B0007E"/>
          </a:solidFill>
          <a:ln w="18856">
            <a:solidFill>
              <a:srgbClr val="80005B"/>
            </a:solidFill>
          </a:ln>
        </p:spPr>
        <p:txBody>
          <a:bodyPr vert="horz" wrap="square" lIns="0" tIns="28015" rIns="0" bIns="0" rtlCol="0">
            <a:spAutoFit/>
          </a:bodyPr>
          <a:lstStyle/>
          <a:p>
            <a:pPr marL="119349" marR="110384" indent="-1121" algn="ctr">
              <a:lnSpc>
                <a:spcPct val="97200"/>
              </a:lnSpc>
              <a:spcBef>
                <a:spcPts val="221"/>
              </a:spcBef>
            </a:pPr>
            <a:r>
              <a:rPr sz="1588" spc="-13" dirty="0">
                <a:solidFill>
                  <a:srgbClr val="FFFFFF"/>
                </a:solidFill>
                <a:latin typeface="Calibri"/>
                <a:cs typeface="Calibri"/>
              </a:rPr>
              <a:t>Already </a:t>
            </a: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split on </a:t>
            </a:r>
            <a:r>
              <a:rPr sz="1588" spc="-4" dirty="0">
                <a:solidFill>
                  <a:srgbClr val="FFFFFF"/>
                </a:solidFill>
                <a:latin typeface="Calibri"/>
                <a:cs typeface="Calibri"/>
              </a:rPr>
              <a:t>all </a:t>
            </a:r>
            <a:r>
              <a:rPr sz="158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possible</a:t>
            </a:r>
            <a:r>
              <a:rPr sz="1588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sz="1588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1588" spc="-38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88" spc="-9" dirty="0">
                <a:solidFill>
                  <a:srgbClr val="FFFFFF"/>
                </a:solidFill>
                <a:latin typeface="Calibri"/>
                <a:cs typeface="Calibri"/>
              </a:rPr>
              <a:t>Nothing</a:t>
            </a:r>
            <a:r>
              <a:rPr sz="1588" spc="-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588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4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2459916" y="2271208"/>
            <a:ext cx="2584637" cy="2356037"/>
            <a:chOff x="2635504" y="2574035"/>
            <a:chExt cx="2929255" cy="2670175"/>
          </a:xfrm>
        </p:grpSpPr>
        <p:pic>
          <p:nvPicPr>
            <p:cNvPr id="90" name="object 9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5504" y="2574035"/>
              <a:ext cx="2929127" cy="2670048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2665954" y="2586931"/>
              <a:ext cx="2738755" cy="2481580"/>
            </a:xfrm>
            <a:custGeom>
              <a:avLst/>
              <a:gdLst/>
              <a:ahLst/>
              <a:cxnLst/>
              <a:rect l="l" t="t" r="r" b="b"/>
              <a:pathLst>
                <a:path w="2738754" h="2481579">
                  <a:moveTo>
                    <a:pt x="2629639" y="2411835"/>
                  </a:moveTo>
                  <a:lnTo>
                    <a:pt x="2601214" y="2443316"/>
                  </a:lnTo>
                  <a:lnTo>
                    <a:pt x="2738177" y="2481478"/>
                  </a:lnTo>
                  <a:lnTo>
                    <a:pt x="2716579" y="2426067"/>
                  </a:lnTo>
                  <a:lnTo>
                    <a:pt x="2645361" y="2426067"/>
                  </a:lnTo>
                  <a:lnTo>
                    <a:pt x="2629639" y="2411835"/>
                  </a:lnTo>
                  <a:close/>
                </a:path>
                <a:path w="2738754" h="2481579">
                  <a:moveTo>
                    <a:pt x="2658064" y="2380354"/>
                  </a:moveTo>
                  <a:lnTo>
                    <a:pt x="2629639" y="2411835"/>
                  </a:lnTo>
                  <a:lnTo>
                    <a:pt x="2645361" y="2426067"/>
                  </a:lnTo>
                  <a:lnTo>
                    <a:pt x="2673786" y="2394586"/>
                  </a:lnTo>
                  <a:lnTo>
                    <a:pt x="2658064" y="2380354"/>
                  </a:lnTo>
                  <a:close/>
                </a:path>
                <a:path w="2738754" h="2481579">
                  <a:moveTo>
                    <a:pt x="2686490" y="2348872"/>
                  </a:moveTo>
                  <a:lnTo>
                    <a:pt x="2658064" y="2380354"/>
                  </a:lnTo>
                  <a:lnTo>
                    <a:pt x="2673786" y="2394586"/>
                  </a:lnTo>
                  <a:lnTo>
                    <a:pt x="2645361" y="2426067"/>
                  </a:lnTo>
                  <a:lnTo>
                    <a:pt x="2716579" y="2426067"/>
                  </a:lnTo>
                  <a:lnTo>
                    <a:pt x="2686490" y="2348872"/>
                  </a:lnTo>
                  <a:close/>
                </a:path>
                <a:path w="2738754" h="2481579">
                  <a:moveTo>
                    <a:pt x="28425" y="0"/>
                  </a:moveTo>
                  <a:lnTo>
                    <a:pt x="0" y="31480"/>
                  </a:lnTo>
                  <a:lnTo>
                    <a:pt x="2629639" y="2411835"/>
                  </a:lnTo>
                  <a:lnTo>
                    <a:pt x="2658064" y="2380354"/>
                  </a:lnTo>
                  <a:lnTo>
                    <a:pt x="28425" y="0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92" name="object 92"/>
          <p:cNvGrpSpPr/>
          <p:nvPr/>
        </p:nvGrpSpPr>
        <p:grpSpPr>
          <a:xfrm>
            <a:off x="4501178" y="4395843"/>
            <a:ext cx="796178" cy="503144"/>
            <a:chOff x="4948935" y="4981955"/>
            <a:chExt cx="902335" cy="570230"/>
          </a:xfrm>
        </p:grpSpPr>
        <p:pic>
          <p:nvPicPr>
            <p:cNvPr id="93" name="object 9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48935" y="4981955"/>
              <a:ext cx="902208" cy="569976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5035035" y="5068409"/>
              <a:ext cx="731520" cy="396240"/>
            </a:xfrm>
            <a:custGeom>
              <a:avLst/>
              <a:gdLst/>
              <a:ahLst/>
              <a:cxnLst/>
              <a:rect l="l" t="t" r="r" b="b"/>
              <a:pathLst>
                <a:path w="731520" h="396239">
                  <a:moveTo>
                    <a:pt x="731037" y="0"/>
                  </a:moveTo>
                  <a:lnTo>
                    <a:pt x="0" y="0"/>
                  </a:lnTo>
                  <a:lnTo>
                    <a:pt x="0" y="396027"/>
                  </a:lnTo>
                  <a:lnTo>
                    <a:pt x="731037" y="396027"/>
                  </a:lnTo>
                  <a:lnTo>
                    <a:pt x="731037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5" name="object 95"/>
            <p:cNvSpPr/>
            <p:nvPr/>
          </p:nvSpPr>
          <p:spPr>
            <a:xfrm>
              <a:off x="5035035" y="5068409"/>
              <a:ext cx="731520" cy="396240"/>
            </a:xfrm>
            <a:custGeom>
              <a:avLst/>
              <a:gdLst/>
              <a:ahLst/>
              <a:cxnLst/>
              <a:rect l="l" t="t" r="r" b="b"/>
              <a:pathLst>
                <a:path w="731520" h="396239">
                  <a:moveTo>
                    <a:pt x="0" y="0"/>
                  </a:moveTo>
                  <a:lnTo>
                    <a:pt x="731037" y="0"/>
                  </a:lnTo>
                  <a:lnTo>
                    <a:pt x="731037" y="396029"/>
                  </a:lnTo>
                  <a:lnTo>
                    <a:pt x="0" y="396029"/>
                  </a:lnTo>
                  <a:lnTo>
                    <a:pt x="0" y="0"/>
                  </a:lnTo>
                  <a:close/>
                </a:path>
              </a:pathLst>
            </a:custGeom>
            <a:ln w="18856">
              <a:solidFill>
                <a:srgbClr val="0D6993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4588625" y="4483978"/>
            <a:ext cx="625288" cy="33890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9349">
              <a:lnSpc>
                <a:spcPts val="1262"/>
              </a:lnSpc>
              <a:spcBef>
                <a:spcPts val="88"/>
              </a:spcBef>
            </a:pPr>
            <a:r>
              <a:rPr sz="1059" dirty="0">
                <a:solidFill>
                  <a:srgbClr val="2B2728"/>
                </a:solidFill>
                <a:latin typeface="Calibri"/>
                <a:cs typeface="Calibri"/>
              </a:rPr>
              <a:t>5</a:t>
            </a:r>
            <a:r>
              <a:rPr sz="1059" spc="-40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059" spc="-13" dirty="0">
                <a:solidFill>
                  <a:srgbClr val="2B2728"/>
                </a:solidFill>
                <a:latin typeface="Calibri"/>
                <a:cs typeface="Calibri"/>
              </a:rPr>
              <a:t>years</a:t>
            </a:r>
            <a:endParaRPr sz="1059">
              <a:latin typeface="Calibri"/>
              <a:cs typeface="Calibri"/>
            </a:endParaRPr>
          </a:p>
          <a:p>
            <a:pPr marL="197793">
              <a:lnSpc>
                <a:spcPts val="1262"/>
              </a:lnSpc>
            </a:pPr>
            <a:r>
              <a:rPr sz="1059" dirty="0">
                <a:solidFill>
                  <a:srgbClr val="648E04"/>
                </a:solidFill>
                <a:latin typeface="Calibri"/>
                <a:cs typeface="Calibri"/>
              </a:rPr>
              <a:t>4</a:t>
            </a:r>
            <a:r>
              <a:rPr sz="1059" spc="168" dirty="0">
                <a:solidFill>
                  <a:srgbClr val="648E04"/>
                </a:solidFill>
                <a:latin typeface="Calibri"/>
                <a:cs typeface="Calibri"/>
              </a:rPr>
              <a:t> </a:t>
            </a:r>
            <a:r>
              <a:rPr sz="1059" dirty="0">
                <a:solidFill>
                  <a:srgbClr val="FC5507"/>
                </a:solidFill>
                <a:latin typeface="Calibri"/>
                <a:cs typeface="Calibri"/>
              </a:rPr>
              <a:t>3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4025822" y="5235388"/>
            <a:ext cx="298637" cy="168086"/>
          </a:xfrm>
          <a:prstGeom prst="rect">
            <a:avLst/>
          </a:prstGeom>
        </p:spPr>
        <p:txBody>
          <a:bodyPr vert="horz" wrap="square" lIns="0" tIns="5043" rIns="0" bIns="0" rtlCol="0">
            <a:spAutoFit/>
          </a:bodyPr>
          <a:lstStyle/>
          <a:p>
            <a:pPr marL="11206">
              <a:spcBef>
                <a:spcPts val="40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059" spc="-9" dirty="0">
                <a:solidFill>
                  <a:srgbClr val="FFFFFF"/>
                </a:solidFill>
                <a:latin typeface="Calibri"/>
                <a:cs typeface="Calibri"/>
              </a:rPr>
              <a:t>isk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783653" y="5248836"/>
            <a:ext cx="250451" cy="168086"/>
          </a:xfrm>
          <a:prstGeom prst="rect">
            <a:avLst/>
          </a:prstGeom>
        </p:spPr>
        <p:txBody>
          <a:bodyPr vert="horz" wrap="square" lIns="0" tIns="5043" rIns="0" bIns="0" rtlCol="0">
            <a:spAutoFit/>
          </a:bodyPr>
          <a:lstStyle/>
          <a:p>
            <a:pPr marL="11206">
              <a:spcBef>
                <a:spcPts val="40"/>
              </a:spcBef>
            </a:pPr>
            <a:r>
              <a:rPr sz="1059" spc="-4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059" spc="-18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059" spc="-31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05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99" name="object 99"/>
          <p:cNvSpPr txBox="1">
            <a:spLocks noGrp="1"/>
          </p:cNvSpPr>
          <p:nvPr>
            <p:ph type="sldNum" sz="quarter" idx="7"/>
          </p:nvPr>
        </p:nvSpPr>
        <p:spPr>
          <a:xfrm>
            <a:off x="657594" y="6213856"/>
            <a:ext cx="229869" cy="212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12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45"/>
              </a:spcBef>
            </a:pPr>
            <a:fld id="{81D60167-4931-47E6-BA6A-407CBD079E47}" type="slidenum">
              <a:rPr lang="en-PK" smtClean="0"/>
              <a:pPr marL="38100">
                <a:spcBef>
                  <a:spcPts val="45"/>
                </a:spcBef>
              </a:pPr>
              <a:t>44</a:t>
            </a:fld>
            <a:endParaRPr dirty="0"/>
          </a:p>
        </p:txBody>
      </p:sp>
      <p:sp>
        <p:nvSpPr>
          <p:cNvPr id="100" name="object 100"/>
          <p:cNvSpPr txBox="1">
            <a:spLocks noGrp="1"/>
          </p:cNvSpPr>
          <p:nvPr>
            <p:ph type="ftr" sz="quarter" idx="5"/>
          </p:nvPr>
        </p:nvSpPr>
        <p:spPr>
          <a:xfrm>
            <a:off x="7890782" y="6265418"/>
            <a:ext cx="1186179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r>
              <a:rPr lang="en-US" spc="-10"/>
              <a:t>Presented by    Dr. AKHTAR JAMIL </a:t>
            </a:r>
            <a:endParaRPr spc="-9" dirty="0"/>
          </a:p>
        </p:txBody>
      </p:sp>
      <p:sp>
        <p:nvSpPr>
          <p:cNvPr id="101" name="object 101"/>
          <p:cNvSpPr txBox="1">
            <a:spLocks noGrp="1"/>
          </p:cNvSpPr>
          <p:nvPr>
            <p:ph type="dt" sz="half" idx="6"/>
          </p:nvPr>
        </p:nvSpPr>
        <p:spPr>
          <a:xfrm>
            <a:off x="4489074" y="6283706"/>
            <a:ext cx="107950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PK"/>
            </a:defPPr>
            <a:lvl1pPr marL="0" algn="l" defTabSz="914400" rtl="0" eaLnBrk="1" latinLnBrk="0" hangingPunct="1">
              <a:defRPr sz="9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spcBef>
                <a:spcPts val="49"/>
              </a:spcBef>
            </a:pPr>
            <a:fld id="{42E1784C-0D4B-4DF2-B8EC-4E767134FFCD}" type="datetime1">
              <a:rPr lang="en-US" spc="-9" smtClean="0"/>
              <a:t>3/24/2022</a:t>
            </a:fld>
            <a:endParaRPr spc="-9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4891" y="4066016"/>
            <a:ext cx="7520828" cy="879101"/>
            <a:chOff x="895809" y="4608151"/>
            <a:chExt cx="8523605" cy="996315"/>
          </a:xfrm>
        </p:grpSpPr>
        <p:sp>
          <p:nvSpPr>
            <p:cNvPr id="3" name="object 3"/>
            <p:cNvSpPr/>
            <p:nvPr/>
          </p:nvSpPr>
          <p:spPr>
            <a:xfrm>
              <a:off x="905334" y="4617676"/>
              <a:ext cx="4849495" cy="628650"/>
            </a:xfrm>
            <a:custGeom>
              <a:avLst/>
              <a:gdLst/>
              <a:ahLst/>
              <a:cxnLst/>
              <a:rect l="l" t="t" r="r" b="b"/>
              <a:pathLst>
                <a:path w="4849495" h="628650">
                  <a:moveTo>
                    <a:pt x="0" y="0"/>
                  </a:moveTo>
                  <a:lnTo>
                    <a:pt x="4849256" y="0"/>
                  </a:lnTo>
                  <a:lnTo>
                    <a:pt x="4849256" y="628394"/>
                  </a:lnTo>
                  <a:lnTo>
                    <a:pt x="0" y="628394"/>
                  </a:lnTo>
                  <a:lnTo>
                    <a:pt x="0" y="0"/>
                  </a:lnTo>
                  <a:close/>
                </a:path>
              </a:pathLst>
            </a:custGeom>
            <a:ln w="18861">
              <a:solidFill>
                <a:srgbClr val="FC5507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7784" y="4832603"/>
              <a:ext cx="1548384" cy="6065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754589" y="4917145"/>
              <a:ext cx="1400810" cy="473075"/>
            </a:xfrm>
            <a:custGeom>
              <a:avLst/>
              <a:gdLst/>
              <a:ahLst/>
              <a:cxnLst/>
              <a:rect l="l" t="t" r="r" b="b"/>
              <a:pathLst>
                <a:path w="1400809" h="473075">
                  <a:moveTo>
                    <a:pt x="85069" y="26963"/>
                  </a:moveTo>
                  <a:lnTo>
                    <a:pt x="76508" y="53925"/>
                  </a:lnTo>
                  <a:lnTo>
                    <a:pt x="1392060" y="472662"/>
                  </a:lnTo>
                  <a:lnTo>
                    <a:pt x="1400620" y="445698"/>
                  </a:lnTo>
                  <a:lnTo>
                    <a:pt x="85069" y="26963"/>
                  </a:lnTo>
                  <a:close/>
                </a:path>
                <a:path w="1400809" h="473075">
                  <a:moveTo>
                    <a:pt x="93630" y="0"/>
                  </a:moveTo>
                  <a:lnTo>
                    <a:pt x="0" y="14729"/>
                  </a:lnTo>
                  <a:lnTo>
                    <a:pt x="67947" y="80888"/>
                  </a:lnTo>
                  <a:lnTo>
                    <a:pt x="76508" y="53925"/>
                  </a:lnTo>
                  <a:lnTo>
                    <a:pt x="63042" y="49639"/>
                  </a:lnTo>
                  <a:lnTo>
                    <a:pt x="71603" y="22677"/>
                  </a:lnTo>
                  <a:lnTo>
                    <a:pt x="86430" y="22677"/>
                  </a:lnTo>
                  <a:lnTo>
                    <a:pt x="93630" y="0"/>
                  </a:lnTo>
                  <a:close/>
                </a:path>
                <a:path w="1400809" h="473075">
                  <a:moveTo>
                    <a:pt x="71603" y="22677"/>
                  </a:moveTo>
                  <a:lnTo>
                    <a:pt x="63042" y="49639"/>
                  </a:lnTo>
                  <a:lnTo>
                    <a:pt x="76508" y="53925"/>
                  </a:lnTo>
                  <a:lnTo>
                    <a:pt x="85069" y="26963"/>
                  </a:lnTo>
                  <a:lnTo>
                    <a:pt x="71603" y="22677"/>
                  </a:lnTo>
                  <a:close/>
                </a:path>
                <a:path w="1400809" h="473075">
                  <a:moveTo>
                    <a:pt x="86430" y="22677"/>
                  </a:moveTo>
                  <a:lnTo>
                    <a:pt x="71603" y="22677"/>
                  </a:lnTo>
                  <a:lnTo>
                    <a:pt x="85069" y="26963"/>
                  </a:lnTo>
                  <a:lnTo>
                    <a:pt x="86430" y="22677"/>
                  </a:lnTo>
                  <a:close/>
                </a:path>
              </a:pathLst>
            </a:custGeom>
            <a:solidFill>
              <a:srgbClr val="FC5507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7150929" y="5261307"/>
              <a:ext cx="2268220" cy="342900"/>
            </a:xfrm>
            <a:custGeom>
              <a:avLst/>
              <a:gdLst/>
              <a:ahLst/>
              <a:cxnLst/>
              <a:rect l="l" t="t" r="r" b="b"/>
              <a:pathLst>
                <a:path w="2268220" h="342900">
                  <a:moveTo>
                    <a:pt x="2268220" y="0"/>
                  </a:moveTo>
                  <a:lnTo>
                    <a:pt x="0" y="0"/>
                  </a:lnTo>
                  <a:lnTo>
                    <a:pt x="0" y="342828"/>
                  </a:lnTo>
                  <a:lnTo>
                    <a:pt x="2268220" y="342828"/>
                  </a:lnTo>
                  <a:lnTo>
                    <a:pt x="22682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92748" y="4656017"/>
            <a:ext cx="816909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Recursion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35570" y="3450139"/>
            <a:ext cx="5540188" cy="676835"/>
            <a:chOff x="907912" y="3910157"/>
            <a:chExt cx="6278880" cy="767080"/>
          </a:xfrm>
        </p:grpSpPr>
        <p:sp>
          <p:nvSpPr>
            <p:cNvPr id="9" name="object 9"/>
            <p:cNvSpPr/>
            <p:nvPr/>
          </p:nvSpPr>
          <p:spPr>
            <a:xfrm>
              <a:off x="917437" y="3919682"/>
              <a:ext cx="4849495" cy="593725"/>
            </a:xfrm>
            <a:custGeom>
              <a:avLst/>
              <a:gdLst/>
              <a:ahLst/>
              <a:cxnLst/>
              <a:rect l="l" t="t" r="r" b="b"/>
              <a:pathLst>
                <a:path w="4849495" h="593725">
                  <a:moveTo>
                    <a:pt x="0" y="0"/>
                  </a:moveTo>
                  <a:lnTo>
                    <a:pt x="4849256" y="0"/>
                  </a:lnTo>
                  <a:lnTo>
                    <a:pt x="4849256" y="593199"/>
                  </a:lnTo>
                  <a:lnTo>
                    <a:pt x="0" y="593199"/>
                  </a:lnTo>
                  <a:lnTo>
                    <a:pt x="0" y="0"/>
                  </a:lnTo>
                  <a:close/>
                </a:path>
              </a:pathLst>
            </a:custGeom>
            <a:ln w="18861">
              <a:solidFill>
                <a:srgbClr val="118CC4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9976" y="4116324"/>
              <a:ext cx="1536192" cy="5608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66694" y="4199034"/>
              <a:ext cx="1388745" cy="431165"/>
            </a:xfrm>
            <a:custGeom>
              <a:avLst/>
              <a:gdLst/>
              <a:ahLst/>
              <a:cxnLst/>
              <a:rect l="l" t="t" r="r" b="b"/>
              <a:pathLst>
                <a:path w="1388745" h="431164">
                  <a:moveTo>
                    <a:pt x="85366" y="27184"/>
                  </a:moveTo>
                  <a:lnTo>
                    <a:pt x="77533" y="54368"/>
                  </a:lnTo>
                  <a:lnTo>
                    <a:pt x="1380319" y="430682"/>
                  </a:lnTo>
                  <a:lnTo>
                    <a:pt x="1388153" y="403498"/>
                  </a:lnTo>
                  <a:lnTo>
                    <a:pt x="85366" y="27184"/>
                  </a:lnTo>
                  <a:close/>
                </a:path>
                <a:path w="1388745" h="431164">
                  <a:moveTo>
                    <a:pt x="93198" y="0"/>
                  </a:moveTo>
                  <a:lnTo>
                    <a:pt x="0" y="17249"/>
                  </a:lnTo>
                  <a:lnTo>
                    <a:pt x="69701" y="81553"/>
                  </a:lnTo>
                  <a:lnTo>
                    <a:pt x="77533" y="54368"/>
                  </a:lnTo>
                  <a:lnTo>
                    <a:pt x="63957" y="50446"/>
                  </a:lnTo>
                  <a:lnTo>
                    <a:pt x="71790" y="23262"/>
                  </a:lnTo>
                  <a:lnTo>
                    <a:pt x="86496" y="23262"/>
                  </a:lnTo>
                  <a:lnTo>
                    <a:pt x="93198" y="0"/>
                  </a:lnTo>
                  <a:close/>
                </a:path>
                <a:path w="1388745" h="431164">
                  <a:moveTo>
                    <a:pt x="71790" y="23262"/>
                  </a:moveTo>
                  <a:lnTo>
                    <a:pt x="63957" y="50446"/>
                  </a:lnTo>
                  <a:lnTo>
                    <a:pt x="77533" y="54368"/>
                  </a:lnTo>
                  <a:lnTo>
                    <a:pt x="85366" y="27184"/>
                  </a:lnTo>
                  <a:lnTo>
                    <a:pt x="71790" y="23262"/>
                  </a:lnTo>
                  <a:close/>
                </a:path>
                <a:path w="1388745" h="431164">
                  <a:moveTo>
                    <a:pt x="86496" y="23262"/>
                  </a:moveTo>
                  <a:lnTo>
                    <a:pt x="71790" y="23262"/>
                  </a:lnTo>
                  <a:lnTo>
                    <a:pt x="85366" y="27184"/>
                  </a:lnTo>
                  <a:lnTo>
                    <a:pt x="86496" y="23262"/>
                  </a:lnTo>
                  <a:close/>
                </a:path>
              </a:pathLst>
            </a:custGeom>
            <a:solidFill>
              <a:srgbClr val="118CC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451217" y="3923775"/>
            <a:ext cx="1932454" cy="522957"/>
          </a:xfrm>
          <a:prstGeom prst="rect">
            <a:avLst/>
          </a:prstGeom>
          <a:solidFill>
            <a:srgbClr val="118CC4"/>
          </a:solidFill>
          <a:ln w="18860">
            <a:solidFill>
              <a:srgbClr val="09658F"/>
            </a:solidFill>
          </a:ln>
        </p:spPr>
        <p:txBody>
          <a:bodyPr vert="horz" wrap="square" lIns="0" tIns="35299" rIns="0" bIns="0" rtlCol="0">
            <a:spAutoFit/>
          </a:bodyPr>
          <a:lstStyle/>
          <a:p>
            <a:pPr marL="59394" marR="262232">
              <a:lnSpc>
                <a:spcPts val="1862"/>
              </a:lnSpc>
              <a:spcBef>
                <a:spcPts val="278"/>
              </a:spcBef>
            </a:pPr>
            <a:r>
              <a:rPr sz="1588" spc="-13" dirty="0">
                <a:solidFill>
                  <a:srgbClr val="FFFFFF"/>
                </a:solidFill>
                <a:latin typeface="Calibri"/>
                <a:cs typeface="Calibri"/>
              </a:rPr>
              <a:t>Stopping</a:t>
            </a:r>
            <a:r>
              <a:rPr sz="1588" spc="-5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FFFFFF"/>
                </a:solidFill>
                <a:latin typeface="Calibri"/>
                <a:cs typeface="Calibri"/>
              </a:rPr>
              <a:t>conditions </a:t>
            </a:r>
            <a:r>
              <a:rPr sz="1588" spc="-34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588" spc="-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588" spc="-2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922225" y="1473553"/>
            <a:ext cx="4393826" cy="460017"/>
          </a:xfrm>
          <a:prstGeom prst="rect">
            <a:avLst/>
          </a:prstGeom>
        </p:spPr>
        <p:txBody>
          <a:bodyPr vert="horz" wrap="square" lIns="0" tIns="11766" rIns="0" bIns="0" rtlCol="0" anchor="ctr">
            <a:spAutoFit/>
          </a:bodyPr>
          <a:lstStyle/>
          <a:p>
            <a:pPr marL="11206">
              <a:spcBef>
                <a:spcPts val="93"/>
              </a:spcBef>
            </a:pPr>
            <a:r>
              <a:rPr spc="-22" dirty="0"/>
              <a:t>Greedy</a:t>
            </a:r>
            <a:r>
              <a:rPr spc="-40" dirty="0"/>
              <a:t> </a:t>
            </a:r>
            <a:r>
              <a:rPr spc="-13" dirty="0"/>
              <a:t>decision</a:t>
            </a:r>
            <a:r>
              <a:rPr spc="-35" dirty="0"/>
              <a:t> </a:t>
            </a:r>
            <a:r>
              <a:rPr spc="-22" dirty="0"/>
              <a:t>tree</a:t>
            </a:r>
            <a:r>
              <a:rPr spc="-40" dirty="0"/>
              <a:t> </a:t>
            </a:r>
            <a:r>
              <a:rPr spc="-13" dirty="0"/>
              <a:t>learning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81929" y="2262742"/>
            <a:ext cx="3227854" cy="2295919"/>
          </a:xfrm>
          <a:prstGeom prst="rect">
            <a:avLst/>
          </a:prstGeom>
        </p:spPr>
        <p:txBody>
          <a:bodyPr vert="horz" wrap="square" lIns="0" tIns="150719" rIns="0" bIns="0" rtlCol="0">
            <a:spAutoFit/>
          </a:bodyPr>
          <a:lstStyle/>
          <a:p>
            <a:pPr marL="235336" indent="-224690">
              <a:spcBef>
                <a:spcPts val="1187"/>
              </a:spcBef>
              <a:buClr>
                <a:srgbClr val="5D5555"/>
              </a:buClr>
              <a:buFont typeface="Arial MT"/>
              <a:buChar char="•"/>
              <a:tabLst>
                <a:tab pos="235336" algn="l"/>
                <a:tab pos="235896" algn="l"/>
              </a:tabLst>
            </a:pPr>
            <a:r>
              <a:rPr sz="1588" spc="-13" dirty="0">
                <a:solidFill>
                  <a:srgbClr val="B0007E"/>
                </a:solidFill>
                <a:latin typeface="Calibri"/>
                <a:cs typeface="Calibri"/>
              </a:rPr>
              <a:t>Step</a:t>
            </a:r>
            <a:r>
              <a:rPr sz="1588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B0007E"/>
                </a:solidFill>
                <a:latin typeface="Calibri"/>
                <a:cs typeface="Calibri"/>
              </a:rPr>
              <a:t>1:</a:t>
            </a:r>
            <a:r>
              <a:rPr sz="1588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Start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with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4" dirty="0">
                <a:solidFill>
                  <a:srgbClr val="2B2728"/>
                </a:solidFill>
                <a:latin typeface="Calibri"/>
                <a:cs typeface="Calibri"/>
              </a:rPr>
              <a:t>an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empty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tree</a:t>
            </a:r>
            <a:endParaRPr sz="1588">
              <a:latin typeface="Calibri"/>
              <a:cs typeface="Calibri"/>
            </a:endParaRPr>
          </a:p>
          <a:p>
            <a:pPr marL="235336" indent="-224690">
              <a:spcBef>
                <a:spcPts val="1103"/>
              </a:spcBef>
              <a:buClr>
                <a:srgbClr val="5D5555"/>
              </a:buClr>
              <a:buFont typeface="Arial MT"/>
              <a:buChar char="•"/>
              <a:tabLst>
                <a:tab pos="235336" algn="l"/>
                <a:tab pos="235896" algn="l"/>
              </a:tabLst>
            </a:pPr>
            <a:r>
              <a:rPr sz="1588" spc="-13" dirty="0">
                <a:solidFill>
                  <a:srgbClr val="B0007E"/>
                </a:solidFill>
                <a:latin typeface="Calibri"/>
                <a:cs typeface="Calibri"/>
              </a:rPr>
              <a:t>Step</a:t>
            </a:r>
            <a:r>
              <a:rPr sz="1588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B0007E"/>
                </a:solidFill>
                <a:latin typeface="Calibri"/>
                <a:cs typeface="Calibri"/>
              </a:rPr>
              <a:t>2:</a:t>
            </a:r>
            <a:r>
              <a:rPr sz="1588" spc="-18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Select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2B2728"/>
                </a:solidFill>
                <a:latin typeface="Calibri"/>
                <a:cs typeface="Calibri"/>
              </a:rPr>
              <a:t>a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feature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to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data</a:t>
            </a:r>
            <a:endParaRPr sz="1588">
              <a:latin typeface="Calibri"/>
              <a:cs typeface="Calibri"/>
            </a:endParaRPr>
          </a:p>
          <a:p>
            <a:pPr marL="235336" indent="-224690">
              <a:spcBef>
                <a:spcPts val="1015"/>
              </a:spcBef>
              <a:buClr>
                <a:srgbClr val="5D5555"/>
              </a:buClr>
              <a:buFont typeface="Arial MT"/>
              <a:buChar char="•"/>
              <a:tabLst>
                <a:tab pos="235336" algn="l"/>
                <a:tab pos="235896" algn="l"/>
              </a:tabLst>
            </a:pP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For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each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of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the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tree:</a:t>
            </a:r>
            <a:endParaRPr sz="1588">
              <a:latin typeface="Calibri"/>
              <a:cs typeface="Calibri"/>
            </a:endParaRPr>
          </a:p>
          <a:p>
            <a:pPr marL="534549" marR="310980" lvl="1" indent="-224690">
              <a:lnSpc>
                <a:spcPts val="1844"/>
              </a:lnSpc>
              <a:spcBef>
                <a:spcPts val="410"/>
              </a:spcBef>
              <a:buClr>
                <a:srgbClr val="5D5555"/>
              </a:buClr>
              <a:buFont typeface="Arial MT"/>
              <a:buChar char="•"/>
              <a:tabLst>
                <a:tab pos="534549" algn="l"/>
                <a:tab pos="535109" algn="l"/>
              </a:tabLst>
            </a:pPr>
            <a:r>
              <a:rPr sz="1588" spc="-13" dirty="0">
                <a:solidFill>
                  <a:srgbClr val="B0007E"/>
                </a:solidFill>
                <a:latin typeface="Calibri"/>
                <a:cs typeface="Calibri"/>
              </a:rPr>
              <a:t>Step</a:t>
            </a:r>
            <a:r>
              <a:rPr sz="1588" spc="-31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B0007E"/>
                </a:solidFill>
                <a:latin typeface="Calibri"/>
                <a:cs typeface="Calibri"/>
              </a:rPr>
              <a:t>3:</a:t>
            </a:r>
            <a:r>
              <a:rPr sz="1588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4" dirty="0">
                <a:solidFill>
                  <a:srgbClr val="2B2728"/>
                </a:solidFill>
                <a:latin typeface="Calibri"/>
                <a:cs typeface="Calibri"/>
              </a:rPr>
              <a:t>If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nothing</a:t>
            </a:r>
            <a:r>
              <a:rPr sz="1588" spc="-31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more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to</a:t>
            </a:r>
            <a:r>
              <a:rPr sz="1588" spc="-31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do, </a:t>
            </a:r>
            <a:r>
              <a:rPr sz="1588" spc="-34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make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predictions</a:t>
            </a:r>
            <a:endParaRPr sz="1588">
              <a:latin typeface="Calibri"/>
              <a:cs typeface="Calibri"/>
            </a:endParaRPr>
          </a:p>
          <a:p>
            <a:pPr marL="534549" marR="4483" lvl="1" indent="-224690">
              <a:lnSpc>
                <a:spcPts val="1862"/>
              </a:lnSpc>
              <a:spcBef>
                <a:spcPts val="1147"/>
              </a:spcBef>
              <a:buClr>
                <a:srgbClr val="5D5555"/>
              </a:buClr>
              <a:buFont typeface="Arial MT"/>
              <a:buChar char="•"/>
              <a:tabLst>
                <a:tab pos="534549" algn="l"/>
                <a:tab pos="535109" algn="l"/>
              </a:tabLst>
            </a:pPr>
            <a:r>
              <a:rPr sz="1588" spc="-13" dirty="0">
                <a:solidFill>
                  <a:srgbClr val="B0007E"/>
                </a:solidFill>
                <a:latin typeface="Calibri"/>
                <a:cs typeface="Calibri"/>
              </a:rPr>
              <a:t>Step</a:t>
            </a:r>
            <a:r>
              <a:rPr sz="1588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B0007E"/>
                </a:solidFill>
                <a:latin typeface="Calibri"/>
                <a:cs typeface="Calibri"/>
              </a:rPr>
              <a:t>4:</a:t>
            </a:r>
            <a:r>
              <a:rPr sz="1588" spc="-22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Otherwise,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go</a:t>
            </a:r>
            <a:r>
              <a:rPr sz="1588" spc="-31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to</a:t>
            </a:r>
            <a:r>
              <a:rPr sz="1588" spc="-26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B0007E"/>
                </a:solidFill>
                <a:latin typeface="Calibri"/>
                <a:cs typeface="Calibri"/>
              </a:rPr>
              <a:t>Step</a:t>
            </a:r>
            <a:r>
              <a:rPr sz="1588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B0007E"/>
                </a:solidFill>
                <a:latin typeface="Calibri"/>
                <a:cs typeface="Calibri"/>
              </a:rPr>
              <a:t>2</a:t>
            </a:r>
            <a:r>
              <a:rPr sz="1588" spc="-26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1588" dirty="0">
                <a:solidFill>
                  <a:srgbClr val="2B2728"/>
                </a:solidFill>
                <a:latin typeface="Calibri"/>
                <a:cs typeface="Calibri"/>
              </a:rPr>
              <a:t>&amp; </a:t>
            </a:r>
            <a:r>
              <a:rPr sz="1588" spc="-349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continue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(recurse)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on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this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split</a:t>
            </a:r>
            <a:endParaRPr sz="1588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24973" y="2799540"/>
            <a:ext cx="7383556" cy="972110"/>
            <a:chOff x="895903" y="3172811"/>
            <a:chExt cx="8368030" cy="1101725"/>
          </a:xfrm>
        </p:grpSpPr>
        <p:sp>
          <p:nvSpPr>
            <p:cNvPr id="16" name="object 16"/>
            <p:cNvSpPr/>
            <p:nvPr/>
          </p:nvSpPr>
          <p:spPr>
            <a:xfrm>
              <a:off x="905334" y="3182242"/>
              <a:ext cx="4849495" cy="339725"/>
            </a:xfrm>
            <a:custGeom>
              <a:avLst/>
              <a:gdLst/>
              <a:ahLst/>
              <a:cxnLst/>
              <a:rect l="l" t="t" r="r" b="b"/>
              <a:pathLst>
                <a:path w="4849495" h="339725">
                  <a:moveTo>
                    <a:pt x="0" y="0"/>
                  </a:moveTo>
                  <a:lnTo>
                    <a:pt x="4849257" y="0"/>
                  </a:lnTo>
                  <a:lnTo>
                    <a:pt x="4849257" y="339168"/>
                  </a:lnTo>
                  <a:lnTo>
                    <a:pt x="0" y="339168"/>
                  </a:lnTo>
                  <a:lnTo>
                    <a:pt x="0" y="0"/>
                  </a:lnTo>
                  <a:close/>
                </a:path>
              </a:pathLst>
            </a:custGeom>
            <a:ln w="18861">
              <a:solidFill>
                <a:srgbClr val="B0007E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7784" y="3253740"/>
              <a:ext cx="1548384" cy="64922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754592" y="3339743"/>
              <a:ext cx="1401445" cy="513715"/>
            </a:xfrm>
            <a:custGeom>
              <a:avLst/>
              <a:gdLst/>
              <a:ahLst/>
              <a:cxnLst/>
              <a:rect l="l" t="t" r="r" b="b"/>
              <a:pathLst>
                <a:path w="1401445" h="513714">
                  <a:moveTo>
                    <a:pt x="84690" y="26711"/>
                  </a:moveTo>
                  <a:lnTo>
                    <a:pt x="75374" y="53422"/>
                  </a:lnTo>
                  <a:lnTo>
                    <a:pt x="1391679" y="513651"/>
                  </a:lnTo>
                  <a:lnTo>
                    <a:pt x="1400996" y="486940"/>
                  </a:lnTo>
                  <a:lnTo>
                    <a:pt x="84690" y="26711"/>
                  </a:lnTo>
                  <a:close/>
                </a:path>
                <a:path w="1401445" h="513714">
                  <a:moveTo>
                    <a:pt x="94006" y="0"/>
                  </a:moveTo>
                  <a:lnTo>
                    <a:pt x="0" y="12084"/>
                  </a:lnTo>
                  <a:lnTo>
                    <a:pt x="66059" y="80133"/>
                  </a:lnTo>
                  <a:lnTo>
                    <a:pt x="75374" y="53422"/>
                  </a:lnTo>
                  <a:lnTo>
                    <a:pt x="62035" y="48759"/>
                  </a:lnTo>
                  <a:lnTo>
                    <a:pt x="71351" y="22047"/>
                  </a:lnTo>
                  <a:lnTo>
                    <a:pt x="86317" y="22047"/>
                  </a:lnTo>
                  <a:lnTo>
                    <a:pt x="94006" y="0"/>
                  </a:lnTo>
                  <a:close/>
                </a:path>
                <a:path w="1401445" h="513714">
                  <a:moveTo>
                    <a:pt x="71351" y="22047"/>
                  </a:moveTo>
                  <a:lnTo>
                    <a:pt x="62035" y="48759"/>
                  </a:lnTo>
                  <a:lnTo>
                    <a:pt x="75374" y="53422"/>
                  </a:lnTo>
                  <a:lnTo>
                    <a:pt x="84690" y="26711"/>
                  </a:lnTo>
                  <a:lnTo>
                    <a:pt x="71351" y="22047"/>
                  </a:lnTo>
                  <a:close/>
                </a:path>
                <a:path w="1401445" h="513714">
                  <a:moveTo>
                    <a:pt x="86317" y="22047"/>
                  </a:moveTo>
                  <a:lnTo>
                    <a:pt x="71351" y="22047"/>
                  </a:lnTo>
                  <a:lnTo>
                    <a:pt x="84690" y="26711"/>
                  </a:lnTo>
                  <a:lnTo>
                    <a:pt x="86317" y="22047"/>
                  </a:lnTo>
                  <a:close/>
                </a:path>
              </a:pathLst>
            </a:custGeom>
            <a:solidFill>
              <a:srgbClr val="B0007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7150929" y="3382573"/>
              <a:ext cx="2113280" cy="891540"/>
            </a:xfrm>
            <a:custGeom>
              <a:avLst/>
              <a:gdLst/>
              <a:ahLst/>
              <a:cxnLst/>
              <a:rect l="l" t="t" r="r" b="b"/>
              <a:pathLst>
                <a:path w="2113279" h="891539">
                  <a:moveTo>
                    <a:pt x="2112839" y="0"/>
                  </a:moveTo>
                  <a:lnTo>
                    <a:pt x="0" y="0"/>
                  </a:lnTo>
                  <a:lnTo>
                    <a:pt x="0" y="891354"/>
                  </a:lnTo>
                  <a:lnTo>
                    <a:pt x="2112839" y="891354"/>
                  </a:lnTo>
                  <a:lnTo>
                    <a:pt x="21128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92748" y="2996650"/>
            <a:ext cx="1510553" cy="729261"/>
          </a:xfrm>
          <a:prstGeom prst="rect">
            <a:avLst/>
          </a:prstGeom>
        </p:spPr>
        <p:txBody>
          <a:bodyPr vert="horz" wrap="square" lIns="0" tIns="17929" rIns="0" bIns="0" rtlCol="0">
            <a:spAutoFit/>
          </a:bodyPr>
          <a:lstStyle/>
          <a:p>
            <a:pPr marL="11206" marR="4483" algn="just">
              <a:lnSpc>
                <a:spcPct val="97200"/>
              </a:lnSpc>
              <a:spcBef>
                <a:spcPts val="141"/>
              </a:spcBef>
            </a:pP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Pick </a:t>
            </a:r>
            <a:r>
              <a:rPr sz="1588" spc="-22" dirty="0">
                <a:solidFill>
                  <a:srgbClr val="2B2728"/>
                </a:solidFill>
                <a:latin typeface="Calibri"/>
                <a:cs typeface="Calibri"/>
              </a:rPr>
              <a:t>feature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split </a:t>
            </a:r>
            <a:r>
              <a:rPr sz="1588" spc="-4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9" dirty="0">
                <a:solidFill>
                  <a:srgbClr val="2B2728"/>
                </a:solidFill>
                <a:latin typeface="Calibri"/>
                <a:cs typeface="Calibri"/>
              </a:rPr>
              <a:t>leading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to </a:t>
            </a:r>
            <a:r>
              <a:rPr sz="1588" spc="-18" dirty="0">
                <a:solidFill>
                  <a:srgbClr val="2B2728"/>
                </a:solidFill>
                <a:latin typeface="Calibri"/>
                <a:cs typeface="Calibri"/>
              </a:rPr>
              <a:t>lowest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 classification</a:t>
            </a:r>
            <a:r>
              <a:rPr sz="1588" spc="-57" dirty="0">
                <a:solidFill>
                  <a:srgbClr val="2B2728"/>
                </a:solidFill>
                <a:latin typeface="Calibri"/>
                <a:cs typeface="Calibri"/>
              </a:rPr>
              <a:t> </a:t>
            </a:r>
            <a:r>
              <a:rPr sz="1588" spc="-13" dirty="0">
                <a:solidFill>
                  <a:srgbClr val="2B2728"/>
                </a:solidFill>
                <a:latin typeface="Calibri"/>
                <a:cs typeface="Calibri"/>
              </a:rPr>
              <a:t>error</a:t>
            </a:r>
            <a:endParaRPr sz="1588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5916706" y="5832663"/>
            <a:ext cx="1882588" cy="168086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33619">
              <a:spcBef>
                <a:spcPts val="40"/>
              </a:spcBef>
            </a:pPr>
            <a:r>
              <a:rPr dirty="0"/>
              <a:t>42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2891118" y="5852488"/>
            <a:ext cx="2554941" cy="128436"/>
          </a:xfrm>
          <a:prstGeom prst="rect">
            <a:avLst/>
          </a:prstGeom>
        </p:spPr>
        <p:txBody>
          <a:bodyPr vert="horz" wrap="square" lIns="0" tIns="6163" rIns="0" bIns="0" rtlCol="0" anchor="ctr">
            <a:spAutoFit/>
          </a:bodyPr>
          <a:lstStyle/>
          <a:p>
            <a:pPr marL="11206">
              <a:spcBef>
                <a:spcPts val="49"/>
              </a:spcBef>
            </a:pPr>
            <a:r>
              <a:rPr lang="en-US" spc="-9"/>
              <a:t>Presented by    Dr. AKHTAR JAMIL </a:t>
            </a:r>
            <a:endParaRPr spc="-9" dirty="0"/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xfrm>
            <a:off x="537882" y="5852488"/>
            <a:ext cx="1882588" cy="128436"/>
          </a:xfrm>
          <a:prstGeom prst="rect">
            <a:avLst/>
          </a:prstGeom>
        </p:spPr>
        <p:txBody>
          <a:bodyPr vert="horz" wrap="square" lIns="0" tIns="6163" rIns="0" bIns="0" rtlCol="0" anchor="ctr">
            <a:spAutoFit/>
          </a:bodyPr>
          <a:lstStyle/>
          <a:p>
            <a:pPr marL="11206">
              <a:spcBef>
                <a:spcPts val="49"/>
              </a:spcBef>
            </a:pPr>
            <a:fld id="{EDCD254B-F517-4E0C-9E24-44493DFE3C67}" type="datetime1">
              <a:rPr lang="en-US" spc="-9" smtClean="0"/>
              <a:t>3/24/2022</a:t>
            </a:fld>
            <a:endParaRPr spc="-9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2123" y="1470199"/>
            <a:ext cx="2863663" cy="46001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>
              <a:spcBef>
                <a:spcPts val="93"/>
              </a:spcBef>
            </a:pPr>
            <a:r>
              <a:rPr sz="2912" spc="-4" dirty="0">
                <a:latin typeface="Calibri"/>
                <a:cs typeface="Calibri"/>
              </a:rPr>
              <a:t>Is</a:t>
            </a:r>
            <a:r>
              <a:rPr sz="2912" spc="-35" dirty="0">
                <a:latin typeface="Calibri"/>
                <a:cs typeface="Calibri"/>
              </a:rPr>
              <a:t> </a:t>
            </a:r>
            <a:r>
              <a:rPr sz="2912" spc="-9" dirty="0">
                <a:latin typeface="Calibri"/>
                <a:cs typeface="Calibri"/>
              </a:rPr>
              <a:t>this</a:t>
            </a:r>
            <a:r>
              <a:rPr sz="2912" spc="-31" dirty="0">
                <a:latin typeface="Calibri"/>
                <a:cs typeface="Calibri"/>
              </a:rPr>
              <a:t> </a:t>
            </a:r>
            <a:r>
              <a:rPr sz="2912" dirty="0">
                <a:latin typeface="Calibri"/>
                <a:cs typeface="Calibri"/>
              </a:rPr>
              <a:t>a</a:t>
            </a:r>
            <a:r>
              <a:rPr sz="2912" spc="-35" dirty="0">
                <a:latin typeface="Calibri"/>
                <a:cs typeface="Calibri"/>
              </a:rPr>
              <a:t> </a:t>
            </a:r>
            <a:r>
              <a:rPr sz="2912" spc="-18" dirty="0">
                <a:latin typeface="Calibri"/>
                <a:cs typeface="Calibri"/>
              </a:rPr>
              <a:t>good</a:t>
            </a:r>
            <a:r>
              <a:rPr sz="2912" spc="-40" dirty="0">
                <a:latin typeface="Calibri"/>
                <a:cs typeface="Calibri"/>
              </a:rPr>
              <a:t> </a:t>
            </a:r>
            <a:r>
              <a:rPr sz="2912" spc="-13" dirty="0">
                <a:latin typeface="Calibri"/>
                <a:cs typeface="Calibri"/>
              </a:rPr>
              <a:t>idea?</a:t>
            </a:r>
            <a:endParaRPr sz="2912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75044" y="2227455"/>
            <a:ext cx="4923865" cy="2880472"/>
            <a:chOff x="612650" y="2524449"/>
            <a:chExt cx="5580380" cy="3264535"/>
          </a:xfrm>
        </p:grpSpPr>
        <p:sp>
          <p:nvSpPr>
            <p:cNvPr id="4" name="object 4"/>
            <p:cNvSpPr/>
            <p:nvPr/>
          </p:nvSpPr>
          <p:spPr>
            <a:xfrm>
              <a:off x="631506" y="2543305"/>
              <a:ext cx="5542915" cy="3227070"/>
            </a:xfrm>
            <a:custGeom>
              <a:avLst/>
              <a:gdLst/>
              <a:ahLst/>
              <a:cxnLst/>
              <a:rect l="l" t="t" r="r" b="b"/>
              <a:pathLst>
                <a:path w="5542915" h="3227070">
                  <a:moveTo>
                    <a:pt x="3393346" y="0"/>
                  </a:moveTo>
                  <a:lnTo>
                    <a:pt x="3345239" y="918"/>
                  </a:lnTo>
                  <a:lnTo>
                    <a:pt x="3297621" y="5092"/>
                  </a:lnTo>
                  <a:lnTo>
                    <a:pt x="3250756" y="12451"/>
                  </a:lnTo>
                  <a:lnTo>
                    <a:pt x="3204908" y="22925"/>
                  </a:lnTo>
                  <a:lnTo>
                    <a:pt x="3160344" y="36442"/>
                  </a:lnTo>
                  <a:lnTo>
                    <a:pt x="3117327" y="52934"/>
                  </a:lnTo>
                  <a:lnTo>
                    <a:pt x="3076122" y="72329"/>
                  </a:lnTo>
                  <a:lnTo>
                    <a:pt x="3036994" y="94558"/>
                  </a:lnTo>
                  <a:lnTo>
                    <a:pt x="3000208" y="119550"/>
                  </a:lnTo>
                  <a:lnTo>
                    <a:pt x="2966029" y="147235"/>
                  </a:lnTo>
                  <a:lnTo>
                    <a:pt x="2934722" y="177542"/>
                  </a:lnTo>
                  <a:lnTo>
                    <a:pt x="2906551" y="210402"/>
                  </a:lnTo>
                  <a:lnTo>
                    <a:pt x="2881782" y="245744"/>
                  </a:lnTo>
                  <a:lnTo>
                    <a:pt x="2845324" y="219242"/>
                  </a:lnTo>
                  <a:lnTo>
                    <a:pt x="2806600" y="194933"/>
                  </a:lnTo>
                  <a:lnTo>
                    <a:pt x="2765767" y="172907"/>
                  </a:lnTo>
                  <a:lnTo>
                    <a:pt x="2722981" y="153255"/>
                  </a:lnTo>
                  <a:lnTo>
                    <a:pt x="2677063" y="135574"/>
                  </a:lnTo>
                  <a:lnTo>
                    <a:pt x="2630327" y="120839"/>
                  </a:lnTo>
                  <a:lnTo>
                    <a:pt x="2582951" y="109007"/>
                  </a:lnTo>
                  <a:lnTo>
                    <a:pt x="2535115" y="100034"/>
                  </a:lnTo>
                  <a:lnTo>
                    <a:pt x="2486997" y="93876"/>
                  </a:lnTo>
                  <a:lnTo>
                    <a:pt x="2438775" y="90490"/>
                  </a:lnTo>
                  <a:lnTo>
                    <a:pt x="2390628" y="89834"/>
                  </a:lnTo>
                  <a:lnTo>
                    <a:pt x="2342735" y="91862"/>
                  </a:lnTo>
                  <a:lnTo>
                    <a:pt x="2295274" y="96532"/>
                  </a:lnTo>
                  <a:lnTo>
                    <a:pt x="2248425" y="103801"/>
                  </a:lnTo>
                  <a:lnTo>
                    <a:pt x="2202365" y="113624"/>
                  </a:lnTo>
                  <a:lnTo>
                    <a:pt x="2157274" y="125960"/>
                  </a:lnTo>
                  <a:lnTo>
                    <a:pt x="2113330" y="140763"/>
                  </a:lnTo>
                  <a:lnTo>
                    <a:pt x="2070712" y="157991"/>
                  </a:lnTo>
                  <a:lnTo>
                    <a:pt x="2029599" y="177600"/>
                  </a:lnTo>
                  <a:lnTo>
                    <a:pt x="1990169" y="199547"/>
                  </a:lnTo>
                  <a:lnTo>
                    <a:pt x="1952600" y="223788"/>
                  </a:lnTo>
                  <a:lnTo>
                    <a:pt x="1917072" y="250280"/>
                  </a:lnTo>
                  <a:lnTo>
                    <a:pt x="1883764" y="278980"/>
                  </a:lnTo>
                  <a:lnTo>
                    <a:pt x="1852853" y="309844"/>
                  </a:lnTo>
                  <a:lnTo>
                    <a:pt x="1824519" y="342828"/>
                  </a:lnTo>
                  <a:lnTo>
                    <a:pt x="1798940" y="377890"/>
                  </a:lnTo>
                  <a:lnTo>
                    <a:pt x="1752702" y="357882"/>
                  </a:lnTo>
                  <a:lnTo>
                    <a:pt x="1705216" y="340211"/>
                  </a:lnTo>
                  <a:lnTo>
                    <a:pt x="1656622" y="324899"/>
                  </a:lnTo>
                  <a:lnTo>
                    <a:pt x="1607062" y="311969"/>
                  </a:lnTo>
                  <a:lnTo>
                    <a:pt x="1556676" y="301444"/>
                  </a:lnTo>
                  <a:lnTo>
                    <a:pt x="1505605" y="293344"/>
                  </a:lnTo>
                  <a:lnTo>
                    <a:pt x="1453989" y="287694"/>
                  </a:lnTo>
                  <a:lnTo>
                    <a:pt x="1401970" y="284515"/>
                  </a:lnTo>
                  <a:lnTo>
                    <a:pt x="1349688" y="283829"/>
                  </a:lnTo>
                  <a:lnTo>
                    <a:pt x="1297283" y="285658"/>
                  </a:lnTo>
                  <a:lnTo>
                    <a:pt x="1244896" y="290026"/>
                  </a:lnTo>
                  <a:lnTo>
                    <a:pt x="1190903" y="297212"/>
                  </a:lnTo>
                  <a:lnTo>
                    <a:pt x="1138256" y="306924"/>
                  </a:lnTo>
                  <a:lnTo>
                    <a:pt x="1087041" y="319070"/>
                  </a:lnTo>
                  <a:lnTo>
                    <a:pt x="1037346" y="333561"/>
                  </a:lnTo>
                  <a:lnTo>
                    <a:pt x="989258" y="350305"/>
                  </a:lnTo>
                  <a:lnTo>
                    <a:pt x="942862" y="369213"/>
                  </a:lnTo>
                  <a:lnTo>
                    <a:pt x="898247" y="390195"/>
                  </a:lnTo>
                  <a:lnTo>
                    <a:pt x="855498" y="413158"/>
                  </a:lnTo>
                  <a:lnTo>
                    <a:pt x="814702" y="438014"/>
                  </a:lnTo>
                  <a:lnTo>
                    <a:pt x="775946" y="464671"/>
                  </a:lnTo>
                  <a:lnTo>
                    <a:pt x="739318" y="493039"/>
                  </a:lnTo>
                  <a:lnTo>
                    <a:pt x="704903" y="523028"/>
                  </a:lnTo>
                  <a:lnTo>
                    <a:pt x="672789" y="554547"/>
                  </a:lnTo>
                  <a:lnTo>
                    <a:pt x="643062" y="587506"/>
                  </a:lnTo>
                  <a:lnTo>
                    <a:pt x="615809" y="621814"/>
                  </a:lnTo>
                  <a:lnTo>
                    <a:pt x="591117" y="657381"/>
                  </a:lnTo>
                  <a:lnTo>
                    <a:pt x="569073" y="694116"/>
                  </a:lnTo>
                  <a:lnTo>
                    <a:pt x="549762" y="731928"/>
                  </a:lnTo>
                  <a:lnTo>
                    <a:pt x="533274" y="770728"/>
                  </a:lnTo>
                  <a:lnTo>
                    <a:pt x="519693" y="810425"/>
                  </a:lnTo>
                  <a:lnTo>
                    <a:pt x="509106" y="850928"/>
                  </a:lnTo>
                  <a:lnTo>
                    <a:pt x="501601" y="892147"/>
                  </a:lnTo>
                  <a:lnTo>
                    <a:pt x="497265" y="933992"/>
                  </a:lnTo>
                  <a:lnTo>
                    <a:pt x="496183" y="976371"/>
                  </a:lnTo>
                  <a:lnTo>
                    <a:pt x="498444" y="1019195"/>
                  </a:lnTo>
                  <a:lnTo>
                    <a:pt x="504132" y="1062373"/>
                  </a:lnTo>
                  <a:lnTo>
                    <a:pt x="499470" y="1072419"/>
                  </a:lnTo>
                  <a:lnTo>
                    <a:pt x="447159" y="1078730"/>
                  </a:lnTo>
                  <a:lnTo>
                    <a:pt x="396292" y="1088863"/>
                  </a:lnTo>
                  <a:lnTo>
                    <a:pt x="347159" y="1102669"/>
                  </a:lnTo>
                  <a:lnTo>
                    <a:pt x="300051" y="1119998"/>
                  </a:lnTo>
                  <a:lnTo>
                    <a:pt x="255256" y="1140702"/>
                  </a:lnTo>
                  <a:lnTo>
                    <a:pt x="213066" y="1164632"/>
                  </a:lnTo>
                  <a:lnTo>
                    <a:pt x="173771" y="1191639"/>
                  </a:lnTo>
                  <a:lnTo>
                    <a:pt x="137660" y="1221574"/>
                  </a:lnTo>
                  <a:lnTo>
                    <a:pt x="105023" y="1254288"/>
                  </a:lnTo>
                  <a:lnTo>
                    <a:pt x="76151" y="1289633"/>
                  </a:lnTo>
                  <a:lnTo>
                    <a:pt x="51255" y="1327546"/>
                  </a:lnTo>
                  <a:lnTo>
                    <a:pt x="31352" y="1366459"/>
                  </a:lnTo>
                  <a:lnTo>
                    <a:pt x="16358" y="1406115"/>
                  </a:lnTo>
                  <a:lnTo>
                    <a:pt x="6190" y="1446262"/>
                  </a:lnTo>
                  <a:lnTo>
                    <a:pt x="765" y="1486643"/>
                  </a:lnTo>
                  <a:lnTo>
                    <a:pt x="0" y="1527006"/>
                  </a:lnTo>
                  <a:lnTo>
                    <a:pt x="3810" y="1567095"/>
                  </a:lnTo>
                  <a:lnTo>
                    <a:pt x="12112" y="1606656"/>
                  </a:lnTo>
                  <a:lnTo>
                    <a:pt x="24824" y="1645434"/>
                  </a:lnTo>
                  <a:lnTo>
                    <a:pt x="41861" y="1683175"/>
                  </a:lnTo>
                  <a:lnTo>
                    <a:pt x="63140" y="1719625"/>
                  </a:lnTo>
                  <a:lnTo>
                    <a:pt x="88577" y="1754528"/>
                  </a:lnTo>
                  <a:lnTo>
                    <a:pt x="118091" y="1787631"/>
                  </a:lnTo>
                  <a:lnTo>
                    <a:pt x="151595" y="1818678"/>
                  </a:lnTo>
                  <a:lnTo>
                    <a:pt x="189009" y="1847416"/>
                  </a:lnTo>
                  <a:lnTo>
                    <a:pt x="230247" y="1873590"/>
                  </a:lnTo>
                  <a:lnTo>
                    <a:pt x="275227" y="1896945"/>
                  </a:lnTo>
                  <a:lnTo>
                    <a:pt x="235858" y="1934097"/>
                  </a:lnTo>
                  <a:lnTo>
                    <a:pt x="202153" y="1974064"/>
                  </a:lnTo>
                  <a:lnTo>
                    <a:pt x="174278" y="2016444"/>
                  </a:lnTo>
                  <a:lnTo>
                    <a:pt x="152402" y="2060831"/>
                  </a:lnTo>
                  <a:lnTo>
                    <a:pt x="136692" y="2106823"/>
                  </a:lnTo>
                  <a:lnTo>
                    <a:pt x="127317" y="2154015"/>
                  </a:lnTo>
                  <a:lnTo>
                    <a:pt x="124444" y="2202003"/>
                  </a:lnTo>
                  <a:lnTo>
                    <a:pt x="128242" y="2250384"/>
                  </a:lnTo>
                  <a:lnTo>
                    <a:pt x="137054" y="2292411"/>
                  </a:lnTo>
                  <a:lnTo>
                    <a:pt x="150622" y="2332843"/>
                  </a:lnTo>
                  <a:lnTo>
                    <a:pt x="168686" y="2371520"/>
                  </a:lnTo>
                  <a:lnTo>
                    <a:pt x="190987" y="2408278"/>
                  </a:lnTo>
                  <a:lnTo>
                    <a:pt x="217265" y="2442955"/>
                  </a:lnTo>
                  <a:lnTo>
                    <a:pt x="247260" y="2475390"/>
                  </a:lnTo>
                  <a:lnTo>
                    <a:pt x="280712" y="2505419"/>
                  </a:lnTo>
                  <a:lnTo>
                    <a:pt x="317362" y="2532880"/>
                  </a:lnTo>
                  <a:lnTo>
                    <a:pt x="356949" y="2557612"/>
                  </a:lnTo>
                  <a:lnTo>
                    <a:pt x="399213" y="2579451"/>
                  </a:lnTo>
                  <a:lnTo>
                    <a:pt x="443896" y="2598236"/>
                  </a:lnTo>
                  <a:lnTo>
                    <a:pt x="490737" y="2613803"/>
                  </a:lnTo>
                  <a:lnTo>
                    <a:pt x="539476" y="2625992"/>
                  </a:lnTo>
                  <a:lnTo>
                    <a:pt x="589854" y="2634639"/>
                  </a:lnTo>
                  <a:lnTo>
                    <a:pt x="641610" y="2639582"/>
                  </a:lnTo>
                  <a:lnTo>
                    <a:pt x="694485" y="2640659"/>
                  </a:lnTo>
                  <a:lnTo>
                    <a:pt x="748220" y="2637708"/>
                  </a:lnTo>
                  <a:lnTo>
                    <a:pt x="758676" y="2651882"/>
                  </a:lnTo>
                  <a:lnTo>
                    <a:pt x="786004" y="2686071"/>
                  </a:lnTo>
                  <a:lnTo>
                    <a:pt x="815160" y="2718766"/>
                  </a:lnTo>
                  <a:lnTo>
                    <a:pt x="846056" y="2749950"/>
                  </a:lnTo>
                  <a:lnTo>
                    <a:pt x="878609" y="2779606"/>
                  </a:lnTo>
                  <a:lnTo>
                    <a:pt x="912732" y="2807717"/>
                  </a:lnTo>
                  <a:lnTo>
                    <a:pt x="948340" y="2834266"/>
                  </a:lnTo>
                  <a:lnTo>
                    <a:pt x="985349" y="2859237"/>
                  </a:lnTo>
                  <a:lnTo>
                    <a:pt x="1023672" y="2882612"/>
                  </a:lnTo>
                  <a:lnTo>
                    <a:pt x="1063225" y="2904375"/>
                  </a:lnTo>
                  <a:lnTo>
                    <a:pt x="1103922" y="2924508"/>
                  </a:lnTo>
                  <a:lnTo>
                    <a:pt x="1145678" y="2942995"/>
                  </a:lnTo>
                  <a:lnTo>
                    <a:pt x="1188408" y="2959818"/>
                  </a:lnTo>
                  <a:lnTo>
                    <a:pt x="1232026" y="2974962"/>
                  </a:lnTo>
                  <a:lnTo>
                    <a:pt x="1276447" y="2988409"/>
                  </a:lnTo>
                  <a:lnTo>
                    <a:pt x="1321586" y="3000141"/>
                  </a:lnTo>
                  <a:lnTo>
                    <a:pt x="1367357" y="3010143"/>
                  </a:lnTo>
                  <a:lnTo>
                    <a:pt x="1413675" y="3018397"/>
                  </a:lnTo>
                  <a:lnTo>
                    <a:pt x="1460456" y="3024886"/>
                  </a:lnTo>
                  <a:lnTo>
                    <a:pt x="1507612" y="3029594"/>
                  </a:lnTo>
                  <a:lnTo>
                    <a:pt x="1555061" y="3032504"/>
                  </a:lnTo>
                  <a:lnTo>
                    <a:pt x="1602715" y="3033598"/>
                  </a:lnTo>
                  <a:lnTo>
                    <a:pt x="1650490" y="3032859"/>
                  </a:lnTo>
                  <a:lnTo>
                    <a:pt x="1698300" y="3030272"/>
                  </a:lnTo>
                  <a:lnTo>
                    <a:pt x="1746060" y="3025818"/>
                  </a:lnTo>
                  <a:lnTo>
                    <a:pt x="1793686" y="3019482"/>
                  </a:lnTo>
                  <a:lnTo>
                    <a:pt x="1841090" y="3011245"/>
                  </a:lnTo>
                  <a:lnTo>
                    <a:pt x="1888189" y="3001092"/>
                  </a:lnTo>
                  <a:lnTo>
                    <a:pt x="1934898" y="2989005"/>
                  </a:lnTo>
                  <a:lnTo>
                    <a:pt x="1981129" y="2974967"/>
                  </a:lnTo>
                  <a:lnTo>
                    <a:pt x="2026799" y="2958962"/>
                  </a:lnTo>
                  <a:lnTo>
                    <a:pt x="2071823" y="2940972"/>
                  </a:lnTo>
                  <a:lnTo>
                    <a:pt x="2116114" y="2920981"/>
                  </a:lnTo>
                  <a:lnTo>
                    <a:pt x="2147790" y="2956211"/>
                  </a:lnTo>
                  <a:lnTo>
                    <a:pt x="2182032" y="2989640"/>
                  </a:lnTo>
                  <a:lnTo>
                    <a:pt x="2218713" y="3021194"/>
                  </a:lnTo>
                  <a:lnTo>
                    <a:pt x="2257704" y="3050797"/>
                  </a:lnTo>
                  <a:lnTo>
                    <a:pt x="2298878" y="3078374"/>
                  </a:lnTo>
                  <a:lnTo>
                    <a:pt x="2342109" y="3103851"/>
                  </a:lnTo>
                  <a:lnTo>
                    <a:pt x="2387269" y="3127152"/>
                  </a:lnTo>
                  <a:lnTo>
                    <a:pt x="2434230" y="3148202"/>
                  </a:lnTo>
                  <a:lnTo>
                    <a:pt x="2482866" y="3166927"/>
                  </a:lnTo>
                  <a:lnTo>
                    <a:pt x="2533048" y="3183251"/>
                  </a:lnTo>
                  <a:lnTo>
                    <a:pt x="2584651" y="3197100"/>
                  </a:lnTo>
                  <a:lnTo>
                    <a:pt x="2635550" y="3208043"/>
                  </a:lnTo>
                  <a:lnTo>
                    <a:pt x="2686548" y="3216436"/>
                  </a:lnTo>
                  <a:lnTo>
                    <a:pt x="2737531" y="3222328"/>
                  </a:lnTo>
                  <a:lnTo>
                    <a:pt x="2788387" y="3225765"/>
                  </a:lnTo>
                  <a:lnTo>
                    <a:pt x="2839002" y="3226797"/>
                  </a:lnTo>
                  <a:lnTo>
                    <a:pt x="2889265" y="3225470"/>
                  </a:lnTo>
                  <a:lnTo>
                    <a:pt x="2939061" y="3221834"/>
                  </a:lnTo>
                  <a:lnTo>
                    <a:pt x="2988280" y="3215936"/>
                  </a:lnTo>
                  <a:lnTo>
                    <a:pt x="3036806" y="3207825"/>
                  </a:lnTo>
                  <a:lnTo>
                    <a:pt x="3084528" y="3197547"/>
                  </a:lnTo>
                  <a:lnTo>
                    <a:pt x="3131333" y="3185152"/>
                  </a:lnTo>
                  <a:lnTo>
                    <a:pt x="3177108" y="3170687"/>
                  </a:lnTo>
                  <a:lnTo>
                    <a:pt x="3221740" y="3154200"/>
                  </a:lnTo>
                  <a:lnTo>
                    <a:pt x="3265116" y="3135739"/>
                  </a:lnTo>
                  <a:lnTo>
                    <a:pt x="3307124" y="3115353"/>
                  </a:lnTo>
                  <a:lnTo>
                    <a:pt x="3347650" y="3093089"/>
                  </a:lnTo>
                  <a:lnTo>
                    <a:pt x="3386583" y="3068996"/>
                  </a:lnTo>
                  <a:lnTo>
                    <a:pt x="3423808" y="3043121"/>
                  </a:lnTo>
                  <a:lnTo>
                    <a:pt x="3459213" y="3015512"/>
                  </a:lnTo>
                  <a:lnTo>
                    <a:pt x="3492685" y="2986218"/>
                  </a:lnTo>
                  <a:lnTo>
                    <a:pt x="3524112" y="2955286"/>
                  </a:lnTo>
                  <a:lnTo>
                    <a:pt x="3553380" y="2922764"/>
                  </a:lnTo>
                  <a:lnTo>
                    <a:pt x="3580378" y="2888702"/>
                  </a:lnTo>
                  <a:lnTo>
                    <a:pt x="3604991" y="2853145"/>
                  </a:lnTo>
                  <a:lnTo>
                    <a:pt x="3627107" y="2816144"/>
                  </a:lnTo>
                  <a:lnTo>
                    <a:pt x="3646613" y="2777744"/>
                  </a:lnTo>
                  <a:lnTo>
                    <a:pt x="3663397" y="2737996"/>
                  </a:lnTo>
                  <a:lnTo>
                    <a:pt x="3707709" y="2758267"/>
                  </a:lnTo>
                  <a:lnTo>
                    <a:pt x="3753515" y="2776008"/>
                  </a:lnTo>
                  <a:lnTo>
                    <a:pt x="3800641" y="2791180"/>
                  </a:lnTo>
                  <a:lnTo>
                    <a:pt x="3848913" y="2803742"/>
                  </a:lnTo>
                  <a:lnTo>
                    <a:pt x="3898157" y="2813655"/>
                  </a:lnTo>
                  <a:lnTo>
                    <a:pt x="3948201" y="2820878"/>
                  </a:lnTo>
                  <a:lnTo>
                    <a:pt x="3998870" y="2825372"/>
                  </a:lnTo>
                  <a:lnTo>
                    <a:pt x="4049991" y="2827096"/>
                  </a:lnTo>
                  <a:lnTo>
                    <a:pt x="4102942" y="2825958"/>
                  </a:lnTo>
                  <a:lnTo>
                    <a:pt x="4154917" y="2821931"/>
                  </a:lnTo>
                  <a:lnTo>
                    <a:pt x="4205790" y="2815112"/>
                  </a:lnTo>
                  <a:lnTo>
                    <a:pt x="4255435" y="2805601"/>
                  </a:lnTo>
                  <a:lnTo>
                    <a:pt x="4303725" y="2793496"/>
                  </a:lnTo>
                  <a:lnTo>
                    <a:pt x="4350535" y="2778896"/>
                  </a:lnTo>
                  <a:lnTo>
                    <a:pt x="4395736" y="2761900"/>
                  </a:lnTo>
                  <a:lnTo>
                    <a:pt x="4439204" y="2742605"/>
                  </a:lnTo>
                  <a:lnTo>
                    <a:pt x="4480811" y="2721112"/>
                  </a:lnTo>
                  <a:lnTo>
                    <a:pt x="4520432" y="2697517"/>
                  </a:lnTo>
                  <a:lnTo>
                    <a:pt x="4557939" y="2671920"/>
                  </a:lnTo>
                  <a:lnTo>
                    <a:pt x="4593206" y="2644420"/>
                  </a:lnTo>
                  <a:lnTo>
                    <a:pt x="4626108" y="2615114"/>
                  </a:lnTo>
                  <a:lnTo>
                    <a:pt x="4656517" y="2584103"/>
                  </a:lnTo>
                  <a:lnTo>
                    <a:pt x="4684306" y="2551483"/>
                  </a:lnTo>
                  <a:lnTo>
                    <a:pt x="4709350" y="2517354"/>
                  </a:lnTo>
                  <a:lnTo>
                    <a:pt x="4731523" y="2481814"/>
                  </a:lnTo>
                  <a:lnTo>
                    <a:pt x="4750697" y="2444963"/>
                  </a:lnTo>
                  <a:lnTo>
                    <a:pt x="4766746" y="2406897"/>
                  </a:lnTo>
                  <a:lnTo>
                    <a:pt x="4779544" y="2367717"/>
                  </a:lnTo>
                  <a:lnTo>
                    <a:pt x="4788964" y="2327521"/>
                  </a:lnTo>
                  <a:lnTo>
                    <a:pt x="4794881" y="2286407"/>
                  </a:lnTo>
                  <a:lnTo>
                    <a:pt x="4797166" y="2244474"/>
                  </a:lnTo>
                  <a:lnTo>
                    <a:pt x="4846101" y="2237788"/>
                  </a:lnTo>
                  <a:lnTo>
                    <a:pt x="4894336" y="2228922"/>
                  </a:lnTo>
                  <a:lnTo>
                    <a:pt x="4941761" y="2217915"/>
                  </a:lnTo>
                  <a:lnTo>
                    <a:pt x="4988264" y="2204802"/>
                  </a:lnTo>
                  <a:lnTo>
                    <a:pt x="5033735" y="2189622"/>
                  </a:lnTo>
                  <a:lnTo>
                    <a:pt x="5078062" y="2172411"/>
                  </a:lnTo>
                  <a:lnTo>
                    <a:pt x="5121135" y="2153205"/>
                  </a:lnTo>
                  <a:lnTo>
                    <a:pt x="5162841" y="2132044"/>
                  </a:lnTo>
                  <a:lnTo>
                    <a:pt x="5203071" y="2108962"/>
                  </a:lnTo>
                  <a:lnTo>
                    <a:pt x="5245571" y="2081371"/>
                  </a:lnTo>
                  <a:lnTo>
                    <a:pt x="5285311" y="2052112"/>
                  </a:lnTo>
                  <a:lnTo>
                    <a:pt x="5322274" y="2021299"/>
                  </a:lnTo>
                  <a:lnTo>
                    <a:pt x="5356441" y="1989045"/>
                  </a:lnTo>
                  <a:lnTo>
                    <a:pt x="5387792" y="1955464"/>
                  </a:lnTo>
                  <a:lnTo>
                    <a:pt x="5416310" y="1920667"/>
                  </a:lnTo>
                  <a:lnTo>
                    <a:pt x="5441975" y="1884769"/>
                  </a:lnTo>
                  <a:lnTo>
                    <a:pt x="5464769" y="1847881"/>
                  </a:lnTo>
                  <a:lnTo>
                    <a:pt x="5484673" y="1810118"/>
                  </a:lnTo>
                  <a:lnTo>
                    <a:pt x="5501668" y="1771593"/>
                  </a:lnTo>
                  <a:lnTo>
                    <a:pt x="5515736" y="1732418"/>
                  </a:lnTo>
                  <a:lnTo>
                    <a:pt x="5526858" y="1692706"/>
                  </a:lnTo>
                  <a:lnTo>
                    <a:pt x="5535015" y="1652571"/>
                  </a:lnTo>
                  <a:lnTo>
                    <a:pt x="5540188" y="1612126"/>
                  </a:lnTo>
                  <a:lnTo>
                    <a:pt x="5542360" y="1571483"/>
                  </a:lnTo>
                  <a:lnTo>
                    <a:pt x="5541510" y="1530756"/>
                  </a:lnTo>
                  <a:lnTo>
                    <a:pt x="5537621" y="1490059"/>
                  </a:lnTo>
                  <a:lnTo>
                    <a:pt x="5530674" y="1449503"/>
                  </a:lnTo>
                  <a:lnTo>
                    <a:pt x="5520650" y="1409201"/>
                  </a:lnTo>
                  <a:lnTo>
                    <a:pt x="5507530" y="1369269"/>
                  </a:lnTo>
                  <a:lnTo>
                    <a:pt x="5491296" y="1329817"/>
                  </a:lnTo>
                  <a:lnTo>
                    <a:pt x="5471928" y="1290959"/>
                  </a:lnTo>
                  <a:lnTo>
                    <a:pt x="5449409" y="1252809"/>
                  </a:lnTo>
                  <a:lnTo>
                    <a:pt x="5423719" y="1215479"/>
                  </a:lnTo>
                  <a:lnTo>
                    <a:pt x="5394840" y="1179082"/>
                  </a:lnTo>
                  <a:lnTo>
                    <a:pt x="5362753" y="1143732"/>
                  </a:lnTo>
                  <a:lnTo>
                    <a:pt x="5371746" y="1126232"/>
                  </a:lnTo>
                  <a:lnTo>
                    <a:pt x="5387402" y="1090549"/>
                  </a:lnTo>
                  <a:lnTo>
                    <a:pt x="5406096" y="1031026"/>
                  </a:lnTo>
                  <a:lnTo>
                    <a:pt x="5413978" y="989676"/>
                  </a:lnTo>
                  <a:lnTo>
                    <a:pt x="5417801" y="948500"/>
                  </a:lnTo>
                  <a:lnTo>
                    <a:pt x="5417672" y="907644"/>
                  </a:lnTo>
                  <a:lnTo>
                    <a:pt x="5413699" y="867258"/>
                  </a:lnTo>
                  <a:lnTo>
                    <a:pt x="5405987" y="827489"/>
                  </a:lnTo>
                  <a:lnTo>
                    <a:pt x="5394644" y="788485"/>
                  </a:lnTo>
                  <a:lnTo>
                    <a:pt x="5379775" y="750396"/>
                  </a:lnTo>
                  <a:lnTo>
                    <a:pt x="5361488" y="713368"/>
                  </a:lnTo>
                  <a:lnTo>
                    <a:pt x="5339890" y="677550"/>
                  </a:lnTo>
                  <a:lnTo>
                    <a:pt x="5315087" y="643091"/>
                  </a:lnTo>
                  <a:lnTo>
                    <a:pt x="5287185" y="610138"/>
                  </a:lnTo>
                  <a:lnTo>
                    <a:pt x="5256292" y="578840"/>
                  </a:lnTo>
                  <a:lnTo>
                    <a:pt x="5222513" y="549345"/>
                  </a:lnTo>
                  <a:lnTo>
                    <a:pt x="5185957" y="521801"/>
                  </a:lnTo>
                  <a:lnTo>
                    <a:pt x="5146729" y="496356"/>
                  </a:lnTo>
                  <a:lnTo>
                    <a:pt x="5104935" y="473159"/>
                  </a:lnTo>
                  <a:lnTo>
                    <a:pt x="5060684" y="452358"/>
                  </a:lnTo>
                  <a:lnTo>
                    <a:pt x="5014081" y="434100"/>
                  </a:lnTo>
                  <a:lnTo>
                    <a:pt x="4965233" y="418535"/>
                  </a:lnTo>
                  <a:lnTo>
                    <a:pt x="4914246" y="405810"/>
                  </a:lnTo>
                  <a:lnTo>
                    <a:pt x="4900329" y="358299"/>
                  </a:lnTo>
                  <a:lnTo>
                    <a:pt x="4880675" y="312387"/>
                  </a:lnTo>
                  <a:lnTo>
                    <a:pt x="4855508" y="268378"/>
                  </a:lnTo>
                  <a:lnTo>
                    <a:pt x="4825051" y="226579"/>
                  </a:lnTo>
                  <a:lnTo>
                    <a:pt x="4789526" y="187294"/>
                  </a:lnTo>
                  <a:lnTo>
                    <a:pt x="4749157" y="150831"/>
                  </a:lnTo>
                  <a:lnTo>
                    <a:pt x="4704166" y="117493"/>
                  </a:lnTo>
                  <a:lnTo>
                    <a:pt x="4663895" y="92627"/>
                  </a:lnTo>
                  <a:lnTo>
                    <a:pt x="4621892" y="70767"/>
                  </a:lnTo>
                  <a:lnTo>
                    <a:pt x="4578384" y="51900"/>
                  </a:lnTo>
                  <a:lnTo>
                    <a:pt x="4533594" y="36011"/>
                  </a:lnTo>
                  <a:lnTo>
                    <a:pt x="4487750" y="23085"/>
                  </a:lnTo>
                  <a:lnTo>
                    <a:pt x="4441077" y="13107"/>
                  </a:lnTo>
                  <a:lnTo>
                    <a:pt x="4393800" y="6062"/>
                  </a:lnTo>
                  <a:lnTo>
                    <a:pt x="4346146" y="1936"/>
                  </a:lnTo>
                  <a:lnTo>
                    <a:pt x="4298340" y="714"/>
                  </a:lnTo>
                  <a:lnTo>
                    <a:pt x="4250608" y="2381"/>
                  </a:lnTo>
                  <a:lnTo>
                    <a:pt x="4203175" y="6923"/>
                  </a:lnTo>
                  <a:lnTo>
                    <a:pt x="4156268" y="14325"/>
                  </a:lnTo>
                  <a:lnTo>
                    <a:pt x="4110112" y="24572"/>
                  </a:lnTo>
                  <a:lnTo>
                    <a:pt x="4064933" y="37650"/>
                  </a:lnTo>
                  <a:lnTo>
                    <a:pt x="4020957" y="53543"/>
                  </a:lnTo>
                  <a:lnTo>
                    <a:pt x="3978409" y="72236"/>
                  </a:lnTo>
                  <a:lnTo>
                    <a:pt x="3937515" y="93717"/>
                  </a:lnTo>
                  <a:lnTo>
                    <a:pt x="3898500" y="117968"/>
                  </a:lnTo>
                  <a:lnTo>
                    <a:pt x="3861592" y="144976"/>
                  </a:lnTo>
                  <a:lnTo>
                    <a:pt x="3827015" y="174727"/>
                  </a:lnTo>
                  <a:lnTo>
                    <a:pt x="3794163" y="143601"/>
                  </a:lnTo>
                  <a:lnTo>
                    <a:pt x="3757983" y="115074"/>
                  </a:lnTo>
                  <a:lnTo>
                    <a:pt x="3718720" y="89305"/>
                  </a:lnTo>
                  <a:lnTo>
                    <a:pt x="3676621" y="66457"/>
                  </a:lnTo>
                  <a:lnTo>
                    <a:pt x="3631931" y="46691"/>
                  </a:lnTo>
                  <a:lnTo>
                    <a:pt x="3585356" y="30280"/>
                  </a:lnTo>
                  <a:lnTo>
                    <a:pt x="3537946" y="17476"/>
                  </a:lnTo>
                  <a:lnTo>
                    <a:pt x="3489964" y="8208"/>
                  </a:lnTo>
                  <a:lnTo>
                    <a:pt x="3441675" y="2406"/>
                  </a:lnTo>
                  <a:lnTo>
                    <a:pt x="3393346" y="0"/>
                  </a:lnTo>
                  <a:close/>
                </a:path>
              </a:pathLst>
            </a:custGeom>
            <a:solidFill>
              <a:srgbClr val="FFBCEC">
                <a:alpha val="3215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631506" y="2543305"/>
              <a:ext cx="5542915" cy="3227070"/>
            </a:xfrm>
            <a:custGeom>
              <a:avLst/>
              <a:gdLst/>
              <a:ahLst/>
              <a:cxnLst/>
              <a:rect l="l" t="t" r="r" b="b"/>
              <a:pathLst>
                <a:path w="5542915" h="3227070">
                  <a:moveTo>
                    <a:pt x="504132" y="1062372"/>
                  </a:moveTo>
                  <a:lnTo>
                    <a:pt x="498444" y="1019195"/>
                  </a:lnTo>
                  <a:lnTo>
                    <a:pt x="496183" y="976371"/>
                  </a:lnTo>
                  <a:lnTo>
                    <a:pt x="497265" y="933991"/>
                  </a:lnTo>
                  <a:lnTo>
                    <a:pt x="501601" y="892147"/>
                  </a:lnTo>
                  <a:lnTo>
                    <a:pt x="509106" y="850928"/>
                  </a:lnTo>
                  <a:lnTo>
                    <a:pt x="519693" y="810425"/>
                  </a:lnTo>
                  <a:lnTo>
                    <a:pt x="533274" y="770728"/>
                  </a:lnTo>
                  <a:lnTo>
                    <a:pt x="549763" y="731928"/>
                  </a:lnTo>
                  <a:lnTo>
                    <a:pt x="569073" y="694115"/>
                  </a:lnTo>
                  <a:lnTo>
                    <a:pt x="591117" y="657380"/>
                  </a:lnTo>
                  <a:lnTo>
                    <a:pt x="615809" y="621814"/>
                  </a:lnTo>
                  <a:lnTo>
                    <a:pt x="643062" y="587506"/>
                  </a:lnTo>
                  <a:lnTo>
                    <a:pt x="672789" y="554547"/>
                  </a:lnTo>
                  <a:lnTo>
                    <a:pt x="704903" y="523028"/>
                  </a:lnTo>
                  <a:lnTo>
                    <a:pt x="739318" y="493039"/>
                  </a:lnTo>
                  <a:lnTo>
                    <a:pt x="775947" y="464671"/>
                  </a:lnTo>
                  <a:lnTo>
                    <a:pt x="814702" y="438014"/>
                  </a:lnTo>
                  <a:lnTo>
                    <a:pt x="855498" y="413158"/>
                  </a:lnTo>
                  <a:lnTo>
                    <a:pt x="898247" y="390194"/>
                  </a:lnTo>
                  <a:lnTo>
                    <a:pt x="942863" y="369213"/>
                  </a:lnTo>
                  <a:lnTo>
                    <a:pt x="989258" y="350305"/>
                  </a:lnTo>
                  <a:lnTo>
                    <a:pt x="1037347" y="333561"/>
                  </a:lnTo>
                  <a:lnTo>
                    <a:pt x="1087042" y="319070"/>
                  </a:lnTo>
                  <a:lnTo>
                    <a:pt x="1138256" y="306924"/>
                  </a:lnTo>
                  <a:lnTo>
                    <a:pt x="1190904" y="297212"/>
                  </a:lnTo>
                  <a:lnTo>
                    <a:pt x="1244897" y="290026"/>
                  </a:lnTo>
                  <a:lnTo>
                    <a:pt x="1297283" y="285658"/>
                  </a:lnTo>
                  <a:lnTo>
                    <a:pt x="1349688" y="283828"/>
                  </a:lnTo>
                  <a:lnTo>
                    <a:pt x="1401970" y="284514"/>
                  </a:lnTo>
                  <a:lnTo>
                    <a:pt x="1453989" y="287694"/>
                  </a:lnTo>
                  <a:lnTo>
                    <a:pt x="1505605" y="293344"/>
                  </a:lnTo>
                  <a:lnTo>
                    <a:pt x="1556676" y="301443"/>
                  </a:lnTo>
                  <a:lnTo>
                    <a:pt x="1607062" y="311969"/>
                  </a:lnTo>
                  <a:lnTo>
                    <a:pt x="1656622" y="324899"/>
                  </a:lnTo>
                  <a:lnTo>
                    <a:pt x="1705215" y="340211"/>
                  </a:lnTo>
                  <a:lnTo>
                    <a:pt x="1752702" y="357882"/>
                  </a:lnTo>
                  <a:lnTo>
                    <a:pt x="1798940" y="377890"/>
                  </a:lnTo>
                  <a:lnTo>
                    <a:pt x="1824519" y="342829"/>
                  </a:lnTo>
                  <a:lnTo>
                    <a:pt x="1852853" y="309844"/>
                  </a:lnTo>
                  <a:lnTo>
                    <a:pt x="1883764" y="278980"/>
                  </a:lnTo>
                  <a:lnTo>
                    <a:pt x="1917072" y="250281"/>
                  </a:lnTo>
                  <a:lnTo>
                    <a:pt x="1952600" y="223788"/>
                  </a:lnTo>
                  <a:lnTo>
                    <a:pt x="1990169" y="199547"/>
                  </a:lnTo>
                  <a:lnTo>
                    <a:pt x="2029599" y="177600"/>
                  </a:lnTo>
                  <a:lnTo>
                    <a:pt x="2070712" y="157991"/>
                  </a:lnTo>
                  <a:lnTo>
                    <a:pt x="2113330" y="140763"/>
                  </a:lnTo>
                  <a:lnTo>
                    <a:pt x="2157274" y="125959"/>
                  </a:lnTo>
                  <a:lnTo>
                    <a:pt x="2202365" y="113624"/>
                  </a:lnTo>
                  <a:lnTo>
                    <a:pt x="2248425" y="103801"/>
                  </a:lnTo>
                  <a:lnTo>
                    <a:pt x="2295274" y="96532"/>
                  </a:lnTo>
                  <a:lnTo>
                    <a:pt x="2342735" y="91862"/>
                  </a:lnTo>
                  <a:lnTo>
                    <a:pt x="2390628" y="89833"/>
                  </a:lnTo>
                  <a:lnTo>
                    <a:pt x="2438775" y="90490"/>
                  </a:lnTo>
                  <a:lnTo>
                    <a:pt x="2486997" y="93876"/>
                  </a:lnTo>
                  <a:lnTo>
                    <a:pt x="2535116" y="100034"/>
                  </a:lnTo>
                  <a:lnTo>
                    <a:pt x="2582952" y="109007"/>
                  </a:lnTo>
                  <a:lnTo>
                    <a:pt x="2630328" y="120840"/>
                  </a:lnTo>
                  <a:lnTo>
                    <a:pt x="2677064" y="135574"/>
                  </a:lnTo>
                  <a:lnTo>
                    <a:pt x="2722981" y="153255"/>
                  </a:lnTo>
                  <a:lnTo>
                    <a:pt x="2765767" y="172907"/>
                  </a:lnTo>
                  <a:lnTo>
                    <a:pt x="2806600" y="194934"/>
                  </a:lnTo>
                  <a:lnTo>
                    <a:pt x="2845323" y="219243"/>
                  </a:lnTo>
                  <a:lnTo>
                    <a:pt x="2881781" y="245744"/>
                  </a:lnTo>
                  <a:lnTo>
                    <a:pt x="2906551" y="210402"/>
                  </a:lnTo>
                  <a:lnTo>
                    <a:pt x="2934722" y="177542"/>
                  </a:lnTo>
                  <a:lnTo>
                    <a:pt x="2966029" y="147235"/>
                  </a:lnTo>
                  <a:lnTo>
                    <a:pt x="3000208" y="119550"/>
                  </a:lnTo>
                  <a:lnTo>
                    <a:pt x="3036994" y="94558"/>
                  </a:lnTo>
                  <a:lnTo>
                    <a:pt x="3076121" y="72329"/>
                  </a:lnTo>
                  <a:lnTo>
                    <a:pt x="3117326" y="52934"/>
                  </a:lnTo>
                  <a:lnTo>
                    <a:pt x="3160344" y="36442"/>
                  </a:lnTo>
                  <a:lnTo>
                    <a:pt x="3204908" y="22925"/>
                  </a:lnTo>
                  <a:lnTo>
                    <a:pt x="3250756" y="12451"/>
                  </a:lnTo>
                  <a:lnTo>
                    <a:pt x="3297621" y="5092"/>
                  </a:lnTo>
                  <a:lnTo>
                    <a:pt x="3345239" y="918"/>
                  </a:lnTo>
                  <a:lnTo>
                    <a:pt x="3393346" y="0"/>
                  </a:lnTo>
                  <a:lnTo>
                    <a:pt x="3441675" y="2406"/>
                  </a:lnTo>
                  <a:lnTo>
                    <a:pt x="3489964" y="8208"/>
                  </a:lnTo>
                  <a:lnTo>
                    <a:pt x="3537946" y="17476"/>
                  </a:lnTo>
                  <a:lnTo>
                    <a:pt x="3585357" y="30280"/>
                  </a:lnTo>
                  <a:lnTo>
                    <a:pt x="3631932" y="46690"/>
                  </a:lnTo>
                  <a:lnTo>
                    <a:pt x="3676621" y="66457"/>
                  </a:lnTo>
                  <a:lnTo>
                    <a:pt x="3718720" y="89305"/>
                  </a:lnTo>
                  <a:lnTo>
                    <a:pt x="3757983" y="115074"/>
                  </a:lnTo>
                  <a:lnTo>
                    <a:pt x="3794163" y="143601"/>
                  </a:lnTo>
                  <a:lnTo>
                    <a:pt x="3827015" y="174726"/>
                  </a:lnTo>
                  <a:lnTo>
                    <a:pt x="3861592" y="144976"/>
                  </a:lnTo>
                  <a:lnTo>
                    <a:pt x="3898500" y="117968"/>
                  </a:lnTo>
                  <a:lnTo>
                    <a:pt x="3937514" y="93716"/>
                  </a:lnTo>
                  <a:lnTo>
                    <a:pt x="3978408" y="72236"/>
                  </a:lnTo>
                  <a:lnTo>
                    <a:pt x="4020956" y="53543"/>
                  </a:lnTo>
                  <a:lnTo>
                    <a:pt x="4064933" y="37650"/>
                  </a:lnTo>
                  <a:lnTo>
                    <a:pt x="4110112" y="24572"/>
                  </a:lnTo>
                  <a:lnTo>
                    <a:pt x="4156268" y="14325"/>
                  </a:lnTo>
                  <a:lnTo>
                    <a:pt x="4203175" y="6924"/>
                  </a:lnTo>
                  <a:lnTo>
                    <a:pt x="4250608" y="2382"/>
                  </a:lnTo>
                  <a:lnTo>
                    <a:pt x="4298340" y="714"/>
                  </a:lnTo>
                  <a:lnTo>
                    <a:pt x="4346146" y="1936"/>
                  </a:lnTo>
                  <a:lnTo>
                    <a:pt x="4393800" y="6062"/>
                  </a:lnTo>
                  <a:lnTo>
                    <a:pt x="4441076" y="13107"/>
                  </a:lnTo>
                  <a:lnTo>
                    <a:pt x="4487750" y="23085"/>
                  </a:lnTo>
                  <a:lnTo>
                    <a:pt x="4533594" y="36011"/>
                  </a:lnTo>
                  <a:lnTo>
                    <a:pt x="4578383" y="51900"/>
                  </a:lnTo>
                  <a:lnTo>
                    <a:pt x="4621892" y="70767"/>
                  </a:lnTo>
                  <a:lnTo>
                    <a:pt x="4663895" y="92627"/>
                  </a:lnTo>
                  <a:lnTo>
                    <a:pt x="4704165" y="117493"/>
                  </a:lnTo>
                  <a:lnTo>
                    <a:pt x="4749157" y="150831"/>
                  </a:lnTo>
                  <a:lnTo>
                    <a:pt x="4789526" y="187294"/>
                  </a:lnTo>
                  <a:lnTo>
                    <a:pt x="4825051" y="226579"/>
                  </a:lnTo>
                  <a:lnTo>
                    <a:pt x="4855508" y="268378"/>
                  </a:lnTo>
                  <a:lnTo>
                    <a:pt x="4880675" y="312387"/>
                  </a:lnTo>
                  <a:lnTo>
                    <a:pt x="4900329" y="358299"/>
                  </a:lnTo>
                  <a:lnTo>
                    <a:pt x="4914247" y="405810"/>
                  </a:lnTo>
                  <a:lnTo>
                    <a:pt x="4965233" y="418535"/>
                  </a:lnTo>
                  <a:lnTo>
                    <a:pt x="5014081" y="434100"/>
                  </a:lnTo>
                  <a:lnTo>
                    <a:pt x="5060684" y="452358"/>
                  </a:lnTo>
                  <a:lnTo>
                    <a:pt x="5104935" y="473159"/>
                  </a:lnTo>
                  <a:lnTo>
                    <a:pt x="5146729" y="496356"/>
                  </a:lnTo>
                  <a:lnTo>
                    <a:pt x="5185957" y="521801"/>
                  </a:lnTo>
                  <a:lnTo>
                    <a:pt x="5222513" y="549345"/>
                  </a:lnTo>
                  <a:lnTo>
                    <a:pt x="5256292" y="578840"/>
                  </a:lnTo>
                  <a:lnTo>
                    <a:pt x="5287185" y="610138"/>
                  </a:lnTo>
                  <a:lnTo>
                    <a:pt x="5315087" y="643090"/>
                  </a:lnTo>
                  <a:lnTo>
                    <a:pt x="5339890" y="677550"/>
                  </a:lnTo>
                  <a:lnTo>
                    <a:pt x="5361488" y="713367"/>
                  </a:lnTo>
                  <a:lnTo>
                    <a:pt x="5379775" y="750395"/>
                  </a:lnTo>
                  <a:lnTo>
                    <a:pt x="5394644" y="788485"/>
                  </a:lnTo>
                  <a:lnTo>
                    <a:pt x="5405987" y="827488"/>
                  </a:lnTo>
                  <a:lnTo>
                    <a:pt x="5413699" y="867257"/>
                  </a:lnTo>
                  <a:lnTo>
                    <a:pt x="5417672" y="907644"/>
                  </a:lnTo>
                  <a:lnTo>
                    <a:pt x="5417801" y="948499"/>
                  </a:lnTo>
                  <a:lnTo>
                    <a:pt x="5413978" y="989676"/>
                  </a:lnTo>
                  <a:lnTo>
                    <a:pt x="5406097" y="1031025"/>
                  </a:lnTo>
                  <a:lnTo>
                    <a:pt x="5394050" y="1072400"/>
                  </a:lnTo>
                  <a:lnTo>
                    <a:pt x="5379965" y="1108499"/>
                  </a:lnTo>
                  <a:lnTo>
                    <a:pt x="5362753" y="1143732"/>
                  </a:lnTo>
                  <a:lnTo>
                    <a:pt x="5394840" y="1179082"/>
                  </a:lnTo>
                  <a:lnTo>
                    <a:pt x="5423719" y="1215479"/>
                  </a:lnTo>
                  <a:lnTo>
                    <a:pt x="5449409" y="1252809"/>
                  </a:lnTo>
                  <a:lnTo>
                    <a:pt x="5471928" y="1290959"/>
                  </a:lnTo>
                  <a:lnTo>
                    <a:pt x="5491296" y="1329817"/>
                  </a:lnTo>
                  <a:lnTo>
                    <a:pt x="5507530" y="1369269"/>
                  </a:lnTo>
                  <a:lnTo>
                    <a:pt x="5520650" y="1409201"/>
                  </a:lnTo>
                  <a:lnTo>
                    <a:pt x="5530674" y="1449502"/>
                  </a:lnTo>
                  <a:lnTo>
                    <a:pt x="5537621" y="1490059"/>
                  </a:lnTo>
                  <a:lnTo>
                    <a:pt x="5541510" y="1530756"/>
                  </a:lnTo>
                  <a:lnTo>
                    <a:pt x="5542360" y="1571483"/>
                  </a:lnTo>
                  <a:lnTo>
                    <a:pt x="5540188" y="1612126"/>
                  </a:lnTo>
                  <a:lnTo>
                    <a:pt x="5535014" y="1652571"/>
                  </a:lnTo>
                  <a:lnTo>
                    <a:pt x="5526857" y="1692706"/>
                  </a:lnTo>
                  <a:lnTo>
                    <a:pt x="5515735" y="1732418"/>
                  </a:lnTo>
                  <a:lnTo>
                    <a:pt x="5501667" y="1771593"/>
                  </a:lnTo>
                  <a:lnTo>
                    <a:pt x="5484672" y="1810118"/>
                  </a:lnTo>
                  <a:lnTo>
                    <a:pt x="5464768" y="1847881"/>
                  </a:lnTo>
                  <a:lnTo>
                    <a:pt x="5441974" y="1884769"/>
                  </a:lnTo>
                  <a:lnTo>
                    <a:pt x="5416309" y="1920667"/>
                  </a:lnTo>
                  <a:lnTo>
                    <a:pt x="5387792" y="1955464"/>
                  </a:lnTo>
                  <a:lnTo>
                    <a:pt x="5356440" y="1989045"/>
                  </a:lnTo>
                  <a:lnTo>
                    <a:pt x="5322274" y="2021299"/>
                  </a:lnTo>
                  <a:lnTo>
                    <a:pt x="5285311" y="2052112"/>
                  </a:lnTo>
                  <a:lnTo>
                    <a:pt x="5245570" y="2081371"/>
                  </a:lnTo>
                  <a:lnTo>
                    <a:pt x="5203071" y="2108962"/>
                  </a:lnTo>
                  <a:lnTo>
                    <a:pt x="5162841" y="2132044"/>
                  </a:lnTo>
                  <a:lnTo>
                    <a:pt x="5121135" y="2153206"/>
                  </a:lnTo>
                  <a:lnTo>
                    <a:pt x="5078062" y="2172411"/>
                  </a:lnTo>
                  <a:lnTo>
                    <a:pt x="5033735" y="2189622"/>
                  </a:lnTo>
                  <a:lnTo>
                    <a:pt x="4988265" y="2204802"/>
                  </a:lnTo>
                  <a:lnTo>
                    <a:pt x="4941761" y="2217915"/>
                  </a:lnTo>
                  <a:lnTo>
                    <a:pt x="4894336" y="2228922"/>
                  </a:lnTo>
                  <a:lnTo>
                    <a:pt x="4846101" y="2237787"/>
                  </a:lnTo>
                  <a:lnTo>
                    <a:pt x="4797166" y="2244473"/>
                  </a:lnTo>
                  <a:lnTo>
                    <a:pt x="4794880" y="2286407"/>
                  </a:lnTo>
                  <a:lnTo>
                    <a:pt x="4788964" y="2327521"/>
                  </a:lnTo>
                  <a:lnTo>
                    <a:pt x="4779544" y="2367717"/>
                  </a:lnTo>
                  <a:lnTo>
                    <a:pt x="4766746" y="2406897"/>
                  </a:lnTo>
                  <a:lnTo>
                    <a:pt x="4750696" y="2444962"/>
                  </a:lnTo>
                  <a:lnTo>
                    <a:pt x="4731522" y="2481814"/>
                  </a:lnTo>
                  <a:lnTo>
                    <a:pt x="4709350" y="2517353"/>
                  </a:lnTo>
                  <a:lnTo>
                    <a:pt x="4684306" y="2551482"/>
                  </a:lnTo>
                  <a:lnTo>
                    <a:pt x="4656516" y="2584102"/>
                  </a:lnTo>
                  <a:lnTo>
                    <a:pt x="4626108" y="2615114"/>
                  </a:lnTo>
                  <a:lnTo>
                    <a:pt x="4593206" y="2644419"/>
                  </a:lnTo>
                  <a:lnTo>
                    <a:pt x="4557939" y="2671920"/>
                  </a:lnTo>
                  <a:lnTo>
                    <a:pt x="4520432" y="2697516"/>
                  </a:lnTo>
                  <a:lnTo>
                    <a:pt x="4480811" y="2721111"/>
                  </a:lnTo>
                  <a:lnTo>
                    <a:pt x="4439204" y="2742605"/>
                  </a:lnTo>
                  <a:lnTo>
                    <a:pt x="4395736" y="2761899"/>
                  </a:lnTo>
                  <a:lnTo>
                    <a:pt x="4350534" y="2778896"/>
                  </a:lnTo>
                  <a:lnTo>
                    <a:pt x="4303725" y="2793496"/>
                  </a:lnTo>
                  <a:lnTo>
                    <a:pt x="4255435" y="2805600"/>
                  </a:lnTo>
                  <a:lnTo>
                    <a:pt x="4205790" y="2815111"/>
                  </a:lnTo>
                  <a:lnTo>
                    <a:pt x="4154916" y="2821930"/>
                  </a:lnTo>
                  <a:lnTo>
                    <a:pt x="4102941" y="2825958"/>
                  </a:lnTo>
                  <a:lnTo>
                    <a:pt x="4049991" y="2827096"/>
                  </a:lnTo>
                  <a:lnTo>
                    <a:pt x="3998870" y="2825372"/>
                  </a:lnTo>
                  <a:lnTo>
                    <a:pt x="3948201" y="2820878"/>
                  </a:lnTo>
                  <a:lnTo>
                    <a:pt x="3898158" y="2813655"/>
                  </a:lnTo>
                  <a:lnTo>
                    <a:pt x="3848913" y="2803742"/>
                  </a:lnTo>
                  <a:lnTo>
                    <a:pt x="3800641" y="2791180"/>
                  </a:lnTo>
                  <a:lnTo>
                    <a:pt x="3753516" y="2776008"/>
                  </a:lnTo>
                  <a:lnTo>
                    <a:pt x="3707710" y="2758267"/>
                  </a:lnTo>
                  <a:lnTo>
                    <a:pt x="3663397" y="2737996"/>
                  </a:lnTo>
                  <a:lnTo>
                    <a:pt x="3646613" y="2777744"/>
                  </a:lnTo>
                  <a:lnTo>
                    <a:pt x="3627107" y="2816144"/>
                  </a:lnTo>
                  <a:lnTo>
                    <a:pt x="3604991" y="2853145"/>
                  </a:lnTo>
                  <a:lnTo>
                    <a:pt x="3580378" y="2888702"/>
                  </a:lnTo>
                  <a:lnTo>
                    <a:pt x="3553381" y="2922764"/>
                  </a:lnTo>
                  <a:lnTo>
                    <a:pt x="3524112" y="2955286"/>
                  </a:lnTo>
                  <a:lnTo>
                    <a:pt x="3492685" y="2986218"/>
                  </a:lnTo>
                  <a:lnTo>
                    <a:pt x="3459213" y="3015512"/>
                  </a:lnTo>
                  <a:lnTo>
                    <a:pt x="3423808" y="3043121"/>
                  </a:lnTo>
                  <a:lnTo>
                    <a:pt x="3386583" y="3068996"/>
                  </a:lnTo>
                  <a:lnTo>
                    <a:pt x="3347650" y="3093089"/>
                  </a:lnTo>
                  <a:lnTo>
                    <a:pt x="3307124" y="3115353"/>
                  </a:lnTo>
                  <a:lnTo>
                    <a:pt x="3265116" y="3135739"/>
                  </a:lnTo>
                  <a:lnTo>
                    <a:pt x="3221740" y="3154200"/>
                  </a:lnTo>
                  <a:lnTo>
                    <a:pt x="3177108" y="3170686"/>
                  </a:lnTo>
                  <a:lnTo>
                    <a:pt x="3131333" y="3185152"/>
                  </a:lnTo>
                  <a:lnTo>
                    <a:pt x="3084528" y="3197547"/>
                  </a:lnTo>
                  <a:lnTo>
                    <a:pt x="3036806" y="3207825"/>
                  </a:lnTo>
                  <a:lnTo>
                    <a:pt x="2988279" y="3215936"/>
                  </a:lnTo>
                  <a:lnTo>
                    <a:pt x="2939061" y="3221834"/>
                  </a:lnTo>
                  <a:lnTo>
                    <a:pt x="2889265" y="3225470"/>
                  </a:lnTo>
                  <a:lnTo>
                    <a:pt x="2839002" y="3226797"/>
                  </a:lnTo>
                  <a:lnTo>
                    <a:pt x="2788386" y="3225765"/>
                  </a:lnTo>
                  <a:lnTo>
                    <a:pt x="2737531" y="3222328"/>
                  </a:lnTo>
                  <a:lnTo>
                    <a:pt x="2686548" y="3216436"/>
                  </a:lnTo>
                  <a:lnTo>
                    <a:pt x="2635550" y="3208043"/>
                  </a:lnTo>
                  <a:lnTo>
                    <a:pt x="2584651" y="3197099"/>
                  </a:lnTo>
                  <a:lnTo>
                    <a:pt x="2533048" y="3183251"/>
                  </a:lnTo>
                  <a:lnTo>
                    <a:pt x="2482866" y="3166927"/>
                  </a:lnTo>
                  <a:lnTo>
                    <a:pt x="2434230" y="3148202"/>
                  </a:lnTo>
                  <a:lnTo>
                    <a:pt x="2387269" y="3127152"/>
                  </a:lnTo>
                  <a:lnTo>
                    <a:pt x="2342109" y="3103851"/>
                  </a:lnTo>
                  <a:lnTo>
                    <a:pt x="2298878" y="3078374"/>
                  </a:lnTo>
                  <a:lnTo>
                    <a:pt x="2257704" y="3050796"/>
                  </a:lnTo>
                  <a:lnTo>
                    <a:pt x="2218713" y="3021193"/>
                  </a:lnTo>
                  <a:lnTo>
                    <a:pt x="2182033" y="2989640"/>
                  </a:lnTo>
                  <a:lnTo>
                    <a:pt x="2147791" y="2956210"/>
                  </a:lnTo>
                  <a:lnTo>
                    <a:pt x="2116114" y="2920980"/>
                  </a:lnTo>
                  <a:lnTo>
                    <a:pt x="2071823" y="2940971"/>
                  </a:lnTo>
                  <a:lnTo>
                    <a:pt x="2026800" y="2958961"/>
                  </a:lnTo>
                  <a:lnTo>
                    <a:pt x="1981129" y="2974966"/>
                  </a:lnTo>
                  <a:lnTo>
                    <a:pt x="1934898" y="2989004"/>
                  </a:lnTo>
                  <a:lnTo>
                    <a:pt x="1888190" y="3001091"/>
                  </a:lnTo>
                  <a:lnTo>
                    <a:pt x="1841090" y="3011245"/>
                  </a:lnTo>
                  <a:lnTo>
                    <a:pt x="1793686" y="3019481"/>
                  </a:lnTo>
                  <a:lnTo>
                    <a:pt x="1746060" y="3025818"/>
                  </a:lnTo>
                  <a:lnTo>
                    <a:pt x="1698300" y="3030271"/>
                  </a:lnTo>
                  <a:lnTo>
                    <a:pt x="1650489" y="3032859"/>
                  </a:lnTo>
                  <a:lnTo>
                    <a:pt x="1602714" y="3033597"/>
                  </a:lnTo>
                  <a:lnTo>
                    <a:pt x="1555060" y="3032503"/>
                  </a:lnTo>
                  <a:lnTo>
                    <a:pt x="1507612" y="3029594"/>
                  </a:lnTo>
                  <a:lnTo>
                    <a:pt x="1460455" y="3024886"/>
                  </a:lnTo>
                  <a:lnTo>
                    <a:pt x="1413675" y="3018397"/>
                  </a:lnTo>
                  <a:lnTo>
                    <a:pt x="1367357" y="3010143"/>
                  </a:lnTo>
                  <a:lnTo>
                    <a:pt x="1321585" y="3000141"/>
                  </a:lnTo>
                  <a:lnTo>
                    <a:pt x="1276447" y="2988408"/>
                  </a:lnTo>
                  <a:lnTo>
                    <a:pt x="1232026" y="2974962"/>
                  </a:lnTo>
                  <a:lnTo>
                    <a:pt x="1188408" y="2959818"/>
                  </a:lnTo>
                  <a:lnTo>
                    <a:pt x="1145678" y="2942994"/>
                  </a:lnTo>
                  <a:lnTo>
                    <a:pt x="1103922" y="2924507"/>
                  </a:lnTo>
                  <a:lnTo>
                    <a:pt x="1063225" y="2904374"/>
                  </a:lnTo>
                  <a:lnTo>
                    <a:pt x="1023672" y="2882612"/>
                  </a:lnTo>
                  <a:lnTo>
                    <a:pt x="985349" y="2859237"/>
                  </a:lnTo>
                  <a:lnTo>
                    <a:pt x="948340" y="2834266"/>
                  </a:lnTo>
                  <a:lnTo>
                    <a:pt x="912731" y="2807717"/>
                  </a:lnTo>
                  <a:lnTo>
                    <a:pt x="878608" y="2779606"/>
                  </a:lnTo>
                  <a:lnTo>
                    <a:pt x="846056" y="2749950"/>
                  </a:lnTo>
                  <a:lnTo>
                    <a:pt x="815159" y="2718766"/>
                  </a:lnTo>
                  <a:lnTo>
                    <a:pt x="786004" y="2686071"/>
                  </a:lnTo>
                  <a:lnTo>
                    <a:pt x="758675" y="2651882"/>
                  </a:lnTo>
                  <a:lnTo>
                    <a:pt x="748219" y="2637707"/>
                  </a:lnTo>
                  <a:lnTo>
                    <a:pt x="694485" y="2640659"/>
                  </a:lnTo>
                  <a:lnTo>
                    <a:pt x="641610" y="2639582"/>
                  </a:lnTo>
                  <a:lnTo>
                    <a:pt x="589853" y="2634638"/>
                  </a:lnTo>
                  <a:lnTo>
                    <a:pt x="539476" y="2625991"/>
                  </a:lnTo>
                  <a:lnTo>
                    <a:pt x="490737" y="2613803"/>
                  </a:lnTo>
                  <a:lnTo>
                    <a:pt x="443896" y="2598235"/>
                  </a:lnTo>
                  <a:lnTo>
                    <a:pt x="399213" y="2579450"/>
                  </a:lnTo>
                  <a:lnTo>
                    <a:pt x="356949" y="2557611"/>
                  </a:lnTo>
                  <a:lnTo>
                    <a:pt x="317362" y="2532880"/>
                  </a:lnTo>
                  <a:lnTo>
                    <a:pt x="280712" y="2505418"/>
                  </a:lnTo>
                  <a:lnTo>
                    <a:pt x="247260" y="2475389"/>
                  </a:lnTo>
                  <a:lnTo>
                    <a:pt x="217265" y="2442955"/>
                  </a:lnTo>
                  <a:lnTo>
                    <a:pt x="190987" y="2408278"/>
                  </a:lnTo>
                  <a:lnTo>
                    <a:pt x="168686" y="2371520"/>
                  </a:lnTo>
                  <a:lnTo>
                    <a:pt x="150622" y="2332843"/>
                  </a:lnTo>
                  <a:lnTo>
                    <a:pt x="137054" y="2292411"/>
                  </a:lnTo>
                  <a:lnTo>
                    <a:pt x="128242" y="2250384"/>
                  </a:lnTo>
                  <a:lnTo>
                    <a:pt x="124444" y="2202003"/>
                  </a:lnTo>
                  <a:lnTo>
                    <a:pt x="127317" y="2154015"/>
                  </a:lnTo>
                  <a:lnTo>
                    <a:pt x="136692" y="2106823"/>
                  </a:lnTo>
                  <a:lnTo>
                    <a:pt x="152402" y="2060831"/>
                  </a:lnTo>
                  <a:lnTo>
                    <a:pt x="174278" y="2016444"/>
                  </a:lnTo>
                  <a:lnTo>
                    <a:pt x="202153" y="1974064"/>
                  </a:lnTo>
                  <a:lnTo>
                    <a:pt x="235858" y="1934096"/>
                  </a:lnTo>
                  <a:lnTo>
                    <a:pt x="275227" y="1896944"/>
                  </a:lnTo>
                  <a:lnTo>
                    <a:pt x="230247" y="1873589"/>
                  </a:lnTo>
                  <a:lnTo>
                    <a:pt x="189009" y="1847415"/>
                  </a:lnTo>
                  <a:lnTo>
                    <a:pt x="151595" y="1818678"/>
                  </a:lnTo>
                  <a:lnTo>
                    <a:pt x="118090" y="1787630"/>
                  </a:lnTo>
                  <a:lnTo>
                    <a:pt x="88577" y="1754528"/>
                  </a:lnTo>
                  <a:lnTo>
                    <a:pt x="63140" y="1719625"/>
                  </a:lnTo>
                  <a:lnTo>
                    <a:pt x="41861" y="1683175"/>
                  </a:lnTo>
                  <a:lnTo>
                    <a:pt x="24824" y="1645434"/>
                  </a:lnTo>
                  <a:lnTo>
                    <a:pt x="12112" y="1606656"/>
                  </a:lnTo>
                  <a:lnTo>
                    <a:pt x="3810" y="1567095"/>
                  </a:lnTo>
                  <a:lnTo>
                    <a:pt x="0" y="1527006"/>
                  </a:lnTo>
                  <a:lnTo>
                    <a:pt x="765" y="1486643"/>
                  </a:lnTo>
                  <a:lnTo>
                    <a:pt x="6190" y="1446262"/>
                  </a:lnTo>
                  <a:lnTo>
                    <a:pt x="16358" y="1406115"/>
                  </a:lnTo>
                  <a:lnTo>
                    <a:pt x="31352" y="1366459"/>
                  </a:lnTo>
                  <a:lnTo>
                    <a:pt x="51255" y="1327546"/>
                  </a:lnTo>
                  <a:lnTo>
                    <a:pt x="76151" y="1289633"/>
                  </a:lnTo>
                  <a:lnTo>
                    <a:pt x="105023" y="1254288"/>
                  </a:lnTo>
                  <a:lnTo>
                    <a:pt x="137660" y="1221574"/>
                  </a:lnTo>
                  <a:lnTo>
                    <a:pt x="173771" y="1191638"/>
                  </a:lnTo>
                  <a:lnTo>
                    <a:pt x="213066" y="1164632"/>
                  </a:lnTo>
                  <a:lnTo>
                    <a:pt x="255256" y="1140702"/>
                  </a:lnTo>
                  <a:lnTo>
                    <a:pt x="300051" y="1119998"/>
                  </a:lnTo>
                  <a:lnTo>
                    <a:pt x="347159" y="1102669"/>
                  </a:lnTo>
                  <a:lnTo>
                    <a:pt x="396292" y="1088863"/>
                  </a:lnTo>
                  <a:lnTo>
                    <a:pt x="447159" y="1078730"/>
                  </a:lnTo>
                  <a:lnTo>
                    <a:pt x="499470" y="1072418"/>
                  </a:lnTo>
                  <a:lnTo>
                    <a:pt x="504132" y="1062372"/>
                  </a:lnTo>
                  <a:close/>
                </a:path>
                <a:path w="5542915" h="3227070">
                  <a:moveTo>
                    <a:pt x="605742" y="1943887"/>
                  </a:moveTo>
                  <a:lnTo>
                    <a:pt x="557242" y="1945207"/>
                  </a:lnTo>
                  <a:lnTo>
                    <a:pt x="509008" y="1943173"/>
                  </a:lnTo>
                  <a:lnTo>
                    <a:pt x="461309" y="1937832"/>
                  </a:lnTo>
                  <a:lnTo>
                    <a:pt x="414408" y="1929234"/>
                  </a:lnTo>
                  <a:lnTo>
                    <a:pt x="368574" y="1917427"/>
                  </a:lnTo>
                  <a:lnTo>
                    <a:pt x="324071" y="1902461"/>
                  </a:lnTo>
                  <a:lnTo>
                    <a:pt x="281165" y="1884383"/>
                  </a:lnTo>
                </a:path>
                <a:path w="5542915" h="3227070">
                  <a:moveTo>
                    <a:pt x="892121" y="2595074"/>
                  </a:moveTo>
                  <a:lnTo>
                    <a:pt x="857566" y="2604956"/>
                  </a:lnTo>
                  <a:lnTo>
                    <a:pt x="822302" y="2613012"/>
                  </a:lnTo>
                  <a:lnTo>
                    <a:pt x="786446" y="2619219"/>
                  </a:lnTo>
                  <a:lnTo>
                    <a:pt x="750112" y="2623553"/>
                  </a:lnTo>
                </a:path>
                <a:path w="5542915" h="3227070">
                  <a:moveTo>
                    <a:pt x="2115797" y="2907976"/>
                  </a:moveTo>
                  <a:lnTo>
                    <a:pt x="2091155" y="2876897"/>
                  </a:lnTo>
                  <a:lnTo>
                    <a:pt x="2068649" y="2844839"/>
                  </a:lnTo>
                  <a:lnTo>
                    <a:pt x="2048326" y="2811872"/>
                  </a:lnTo>
                  <a:lnTo>
                    <a:pt x="2030231" y="2778065"/>
                  </a:lnTo>
                </a:path>
                <a:path w="5542915" h="3227070">
                  <a:moveTo>
                    <a:pt x="3698120" y="2584025"/>
                  </a:moveTo>
                  <a:lnTo>
                    <a:pt x="3693141" y="2620163"/>
                  </a:lnTo>
                  <a:lnTo>
                    <a:pt x="3685776" y="2656016"/>
                  </a:lnTo>
                  <a:lnTo>
                    <a:pt x="3676040" y="2691511"/>
                  </a:lnTo>
                  <a:lnTo>
                    <a:pt x="3663953" y="2726572"/>
                  </a:lnTo>
                </a:path>
                <a:path w="5542915" h="3227070">
                  <a:moveTo>
                    <a:pt x="4377485" y="1703257"/>
                  </a:moveTo>
                  <a:lnTo>
                    <a:pt x="4427567" y="1724499"/>
                  </a:lnTo>
                  <a:lnTo>
                    <a:pt x="4474998" y="1748465"/>
                  </a:lnTo>
                  <a:lnTo>
                    <a:pt x="4519655" y="1774999"/>
                  </a:lnTo>
                  <a:lnTo>
                    <a:pt x="4561414" y="1803941"/>
                  </a:lnTo>
                  <a:lnTo>
                    <a:pt x="4600152" y="1835133"/>
                  </a:lnTo>
                  <a:lnTo>
                    <a:pt x="4635744" y="1868418"/>
                  </a:lnTo>
                  <a:lnTo>
                    <a:pt x="4668066" y="1903636"/>
                  </a:lnTo>
                  <a:lnTo>
                    <a:pt x="4696996" y="1940630"/>
                  </a:lnTo>
                  <a:lnTo>
                    <a:pt x="4722409" y="1979241"/>
                  </a:lnTo>
                  <a:lnTo>
                    <a:pt x="4744181" y="2019310"/>
                  </a:lnTo>
                  <a:lnTo>
                    <a:pt x="4762188" y="2060681"/>
                  </a:lnTo>
                  <a:lnTo>
                    <a:pt x="4776308" y="2103194"/>
                  </a:lnTo>
                  <a:lnTo>
                    <a:pt x="4786416" y="2146691"/>
                  </a:lnTo>
                  <a:lnTo>
                    <a:pt x="4792388" y="2191015"/>
                  </a:lnTo>
                  <a:lnTo>
                    <a:pt x="4794100" y="2236006"/>
                  </a:lnTo>
                </a:path>
                <a:path w="5542915" h="3227070">
                  <a:moveTo>
                    <a:pt x="5360141" y="1135838"/>
                  </a:moveTo>
                  <a:lnTo>
                    <a:pt x="5332597" y="1180999"/>
                  </a:lnTo>
                  <a:lnTo>
                    <a:pt x="5300035" y="1223813"/>
                  </a:lnTo>
                  <a:lnTo>
                    <a:pt x="5262694" y="1264024"/>
                  </a:lnTo>
                  <a:lnTo>
                    <a:pt x="5220813" y="1301374"/>
                  </a:lnTo>
                  <a:lnTo>
                    <a:pt x="5174632" y="1335606"/>
                  </a:lnTo>
                </a:path>
                <a:path w="5542915" h="3227070">
                  <a:moveTo>
                    <a:pt x="4915005" y="394611"/>
                  </a:moveTo>
                  <a:lnTo>
                    <a:pt x="4919606" y="418036"/>
                  </a:lnTo>
                  <a:lnTo>
                    <a:pt x="4922774" y="441597"/>
                  </a:lnTo>
                  <a:lnTo>
                    <a:pt x="4924507" y="465250"/>
                  </a:lnTo>
                  <a:lnTo>
                    <a:pt x="4924799" y="488956"/>
                  </a:lnTo>
                </a:path>
                <a:path w="5542915" h="3227070">
                  <a:moveTo>
                    <a:pt x="3730281" y="284561"/>
                  </a:moveTo>
                  <a:lnTo>
                    <a:pt x="3749863" y="252499"/>
                  </a:lnTo>
                  <a:lnTo>
                    <a:pt x="3772292" y="221680"/>
                  </a:lnTo>
                  <a:lnTo>
                    <a:pt x="3797474" y="192221"/>
                  </a:lnTo>
                  <a:lnTo>
                    <a:pt x="3825315" y="164243"/>
                  </a:lnTo>
                </a:path>
                <a:path w="5542915" h="3227070">
                  <a:moveTo>
                    <a:pt x="2841418" y="341900"/>
                  </a:moveTo>
                  <a:lnTo>
                    <a:pt x="2849859" y="315144"/>
                  </a:lnTo>
                  <a:lnTo>
                    <a:pt x="2860366" y="288881"/>
                  </a:lnTo>
                  <a:lnTo>
                    <a:pt x="2872906" y="263186"/>
                  </a:lnTo>
                  <a:lnTo>
                    <a:pt x="2887447" y="238134"/>
                  </a:lnTo>
                </a:path>
                <a:path w="5542915" h="3227070">
                  <a:moveTo>
                    <a:pt x="1798283" y="377140"/>
                  </a:moveTo>
                  <a:lnTo>
                    <a:pt x="1842755" y="399265"/>
                  </a:lnTo>
                  <a:lnTo>
                    <a:pt x="1885416" y="423465"/>
                  </a:lnTo>
                  <a:lnTo>
                    <a:pt x="1926149" y="449670"/>
                  </a:lnTo>
                  <a:lnTo>
                    <a:pt x="1964839" y="477811"/>
                  </a:lnTo>
                </a:path>
                <a:path w="5542915" h="3227070">
                  <a:moveTo>
                    <a:pt x="533219" y="1168316"/>
                  </a:moveTo>
                  <a:lnTo>
                    <a:pt x="523975" y="1142194"/>
                  </a:lnTo>
                  <a:lnTo>
                    <a:pt x="516043" y="1115813"/>
                  </a:lnTo>
                  <a:lnTo>
                    <a:pt x="509433" y="1089204"/>
                  </a:lnTo>
                  <a:lnTo>
                    <a:pt x="504152" y="1062398"/>
                  </a:lnTo>
                </a:path>
              </a:pathLst>
            </a:custGeom>
            <a:ln w="37700">
              <a:solidFill>
                <a:srgbClr val="80005B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42236" y="3053044"/>
            <a:ext cx="3392581" cy="982101"/>
          </a:xfrm>
          <a:prstGeom prst="rect">
            <a:avLst/>
          </a:prstGeom>
        </p:spPr>
        <p:txBody>
          <a:bodyPr vert="horz" wrap="square" lIns="0" tIns="14007" rIns="0" bIns="0" rtlCol="0">
            <a:spAutoFit/>
          </a:bodyPr>
          <a:lstStyle/>
          <a:p>
            <a:pPr marL="10646" marR="4483" algn="ctr">
              <a:lnSpc>
                <a:spcPct val="99200"/>
              </a:lnSpc>
              <a:spcBef>
                <a:spcPts val="110"/>
              </a:spcBef>
            </a:pPr>
            <a:r>
              <a:rPr sz="2118" spc="-18" dirty="0">
                <a:solidFill>
                  <a:srgbClr val="B0007E"/>
                </a:solidFill>
                <a:latin typeface="Calibri"/>
                <a:cs typeface="Calibri"/>
              </a:rPr>
              <a:t>Proposed </a:t>
            </a:r>
            <a:r>
              <a:rPr sz="2118" spc="-13" dirty="0">
                <a:solidFill>
                  <a:srgbClr val="B0007E"/>
                </a:solidFill>
                <a:latin typeface="Calibri"/>
                <a:cs typeface="Calibri"/>
              </a:rPr>
              <a:t>stopping condition </a:t>
            </a:r>
            <a:r>
              <a:rPr sz="2118" spc="-9" dirty="0">
                <a:solidFill>
                  <a:srgbClr val="B0007E"/>
                </a:solidFill>
                <a:latin typeface="Calibri"/>
                <a:cs typeface="Calibri"/>
              </a:rPr>
              <a:t>3: </a:t>
            </a:r>
            <a:r>
              <a:rPr sz="2118" spc="-468" dirty="0">
                <a:solidFill>
                  <a:srgbClr val="B0007E"/>
                </a:solidFill>
                <a:latin typeface="Calibri"/>
                <a:cs typeface="Calibri"/>
              </a:rPr>
              <a:t> </a:t>
            </a:r>
            <a:r>
              <a:rPr sz="2118" spc="-13" dirty="0">
                <a:latin typeface="Calibri"/>
                <a:cs typeface="Calibri"/>
              </a:rPr>
              <a:t>Stop </a:t>
            </a:r>
            <a:r>
              <a:rPr sz="2118" spc="-4" dirty="0">
                <a:latin typeface="Calibri"/>
                <a:cs typeface="Calibri"/>
              </a:rPr>
              <a:t>if no </a:t>
            </a:r>
            <a:r>
              <a:rPr sz="2118" spc="-9" dirty="0">
                <a:latin typeface="Calibri"/>
                <a:cs typeface="Calibri"/>
              </a:rPr>
              <a:t>split </a:t>
            </a:r>
            <a:r>
              <a:rPr sz="2118" spc="-18" dirty="0">
                <a:latin typeface="Calibri"/>
                <a:cs typeface="Calibri"/>
              </a:rPr>
              <a:t>reduces </a:t>
            </a:r>
            <a:r>
              <a:rPr sz="2118" spc="-9" dirty="0">
                <a:latin typeface="Calibri"/>
                <a:cs typeface="Calibri"/>
              </a:rPr>
              <a:t>the </a:t>
            </a:r>
            <a:r>
              <a:rPr sz="2118" spc="-4" dirty="0">
                <a:latin typeface="Calibri"/>
                <a:cs typeface="Calibri"/>
              </a:rPr>
              <a:t> </a:t>
            </a:r>
            <a:r>
              <a:rPr sz="2118" spc="-13" dirty="0">
                <a:latin typeface="Calibri"/>
                <a:cs typeface="Calibri"/>
              </a:rPr>
              <a:t>classification</a:t>
            </a:r>
            <a:r>
              <a:rPr sz="2118" spc="-18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error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916706" y="5832663"/>
            <a:ext cx="1882588" cy="168086"/>
          </a:xfrm>
          <a:prstGeom prst="rect">
            <a:avLst/>
          </a:prstGeom>
        </p:spPr>
        <p:txBody>
          <a:bodyPr vert="horz" wrap="square" lIns="0" tIns="5043" rIns="0" bIns="0" rtlCol="0" anchor="ctr">
            <a:spAutoFit/>
          </a:bodyPr>
          <a:lstStyle/>
          <a:p>
            <a:pPr marL="33619">
              <a:spcBef>
                <a:spcPts val="40"/>
              </a:spcBef>
            </a:pPr>
            <a:r>
              <a:rPr dirty="0"/>
              <a:t>43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91118" y="5852488"/>
            <a:ext cx="2554941" cy="128436"/>
          </a:xfrm>
          <a:prstGeom prst="rect">
            <a:avLst/>
          </a:prstGeom>
        </p:spPr>
        <p:txBody>
          <a:bodyPr vert="horz" wrap="square" lIns="0" tIns="6163" rIns="0" bIns="0" rtlCol="0" anchor="ctr">
            <a:spAutoFit/>
          </a:bodyPr>
          <a:lstStyle/>
          <a:p>
            <a:pPr marL="11206">
              <a:spcBef>
                <a:spcPts val="49"/>
              </a:spcBef>
            </a:pPr>
            <a:r>
              <a:rPr lang="en-US" spc="-9"/>
              <a:t>Presented by    Dr. AKHTAR JAMIL </a:t>
            </a:r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537882" y="5852488"/>
            <a:ext cx="1882588" cy="128436"/>
          </a:xfrm>
          <a:prstGeom prst="rect">
            <a:avLst/>
          </a:prstGeom>
        </p:spPr>
        <p:txBody>
          <a:bodyPr vert="horz" wrap="square" lIns="0" tIns="6163" rIns="0" bIns="0" rtlCol="0" anchor="ctr">
            <a:spAutoFit/>
          </a:bodyPr>
          <a:lstStyle/>
          <a:p>
            <a:pPr marL="11206">
              <a:spcBef>
                <a:spcPts val="49"/>
              </a:spcBef>
            </a:pPr>
            <a:fld id="{B1CA357F-8A25-43EF-9914-49B9F54D9CBD}" type="datetime1">
              <a:rPr lang="en-US" spc="-9" smtClean="0"/>
              <a:t>3/24/2022</a:t>
            </a:fld>
            <a:endParaRPr spc="-9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451F11-1A79-4878-BD6B-B8BF6260D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3, Machine Learning, Tom Mitchell</a:t>
            </a:r>
          </a:p>
          <a:p>
            <a:r>
              <a:rPr lang="en-US" dirty="0">
                <a:hlinkClick r:id="rId2"/>
              </a:rPr>
              <a:t>http://cs229.stanford.edu/notes2021spring</a:t>
            </a:r>
            <a:endParaRPr lang="en-US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EEBDF-F450-4AF4-95A3-68599D5C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E33A-CB20-4776-93EE-5FD01CD78A48}" type="datetime1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6F7A3-02D5-41C8-ADB7-8F7C7610C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9EA51-16FA-41F5-85A5-C2E2510B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E980EE-E49A-432C-9A0E-21147F21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7417419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152" y="2866671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202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48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8A03C-5EE6-4CA8-826F-6A4BE7CA17DF}" type="datetime1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331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17976</TotalTime>
  <Words>2459</Words>
  <Application>Microsoft Office PowerPoint</Application>
  <PresentationFormat>On-screen Show (4:3)</PresentationFormat>
  <Paragraphs>797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Arial</vt:lpstr>
      <vt:lpstr>Arial</vt:lpstr>
      <vt:lpstr>Arial MT</vt:lpstr>
      <vt:lpstr>Calibri</vt:lpstr>
      <vt:lpstr>Cambria</vt:lpstr>
      <vt:lpstr>Lucida Sans Unicode</vt:lpstr>
      <vt:lpstr>Tahoma</vt:lpstr>
      <vt:lpstr>Times New Roman</vt:lpstr>
      <vt:lpstr>Trebuchet MS</vt:lpstr>
      <vt:lpstr>Wingdings</vt:lpstr>
      <vt:lpstr>Office Theme</vt:lpstr>
      <vt:lpstr>PowerPoint Presentation</vt:lpstr>
      <vt:lpstr>Goals</vt:lpstr>
      <vt:lpstr>Motivation</vt:lpstr>
      <vt:lpstr>Motivation</vt:lpstr>
      <vt:lpstr>Motivation</vt:lpstr>
      <vt:lpstr>Motivation</vt:lpstr>
      <vt:lpstr>Motivation</vt:lpstr>
      <vt:lpstr>Decision Trees</vt:lpstr>
      <vt:lpstr>Decision Trees</vt:lpstr>
      <vt:lpstr>Classification and Regression Trees (CART)</vt:lpstr>
      <vt:lpstr>Classification and Regression Trees (CART)</vt:lpstr>
      <vt:lpstr>Decision tree learning problem</vt:lpstr>
      <vt:lpstr>Decision Trees </vt:lpstr>
      <vt:lpstr>Classification and Regression</vt:lpstr>
      <vt:lpstr>Decision Tree Representation</vt:lpstr>
      <vt:lpstr>Decision Tree Algorithm</vt:lpstr>
      <vt:lpstr>ID3 Algorithm</vt:lpstr>
      <vt:lpstr>Quality metric: Classification error</vt:lpstr>
      <vt:lpstr>How do we find the best tree?</vt:lpstr>
      <vt:lpstr>Our training data table</vt:lpstr>
      <vt:lpstr>Start with all the data</vt:lpstr>
      <vt:lpstr>Compact visual notation: Root node</vt:lpstr>
      <vt:lpstr>Decision stump: Single level tree</vt:lpstr>
      <vt:lpstr>Visual notation: Intermediate nodes</vt:lpstr>
      <vt:lpstr>Making predictions with a decision</vt:lpstr>
      <vt:lpstr>Selecting best feature to split on</vt:lpstr>
      <vt:lpstr>How do we learn a decision stump?</vt:lpstr>
      <vt:lpstr>How do we select the best feature?</vt:lpstr>
      <vt:lpstr>How do we measure effectiveness of a split?</vt:lpstr>
      <vt:lpstr>Calculating classification error</vt:lpstr>
      <vt:lpstr>Choice 1: Split on Credit history?</vt:lpstr>
      <vt:lpstr>Split on Credit: Classification error</vt:lpstr>
      <vt:lpstr>Choice 2: Split on Term?</vt:lpstr>
      <vt:lpstr>Evaluating the split on Term</vt:lpstr>
      <vt:lpstr>Choice 1 vs Choice 2:  Comparing split on  Credit vs Term</vt:lpstr>
      <vt:lpstr>Feature split selection algorithm</vt:lpstr>
      <vt:lpstr>Recursion &amp; Stopping conditions</vt:lpstr>
      <vt:lpstr>We’ve learned a decision, what next?</vt:lpstr>
      <vt:lpstr>Tree learning = Recursive learning</vt:lpstr>
      <vt:lpstr>Second level</vt:lpstr>
      <vt:lpstr>Final decision tree</vt:lpstr>
      <vt:lpstr>Simple greedy decision tree learning</vt:lpstr>
      <vt:lpstr>Stopping condition 1: All data agrees on y</vt:lpstr>
      <vt:lpstr>Stopping condition 2: Already split on all features</vt:lpstr>
      <vt:lpstr>Greedy decision tree learning</vt:lpstr>
      <vt:lpstr>PowerPoint Presentation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Akhtar JAMIL</cp:lastModifiedBy>
  <cp:revision>1670</cp:revision>
  <dcterms:created xsi:type="dcterms:W3CDTF">2006-08-16T00:00:00Z</dcterms:created>
  <dcterms:modified xsi:type="dcterms:W3CDTF">2022-03-24T14:41:29Z</dcterms:modified>
</cp:coreProperties>
</file>